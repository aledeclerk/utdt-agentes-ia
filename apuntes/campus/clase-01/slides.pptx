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9D381E-547E-418F-87B2-B53CA1799A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55EDAC-18ED-424D-900C-570438E66A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37FB38-9999-444A-ADA2-A77054CBCF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FFF672-D2AB-46F3-AC72-093C84D96C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41D9C1-2834-432C-8979-E1A47FCFC4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ED16F-6EC5-49B1-90DB-24427B8DE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6C954-FFA9-4400-B42F-F313510CA9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2B395C-FD48-45BF-BF63-6DFB576A2D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EF1E6F-8FE1-41CC-A026-0583814535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41A78-91EC-49F9-B1F9-6093D4A67B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545F7D-D189-4C54-AC09-A023C995DC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ED1092-48B1-43C8-971F-D9595F7D0F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3C28E3-18A0-4696-B3FD-599600AC0C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38E7E4-1B26-4F08-8B9E-91612467ED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F8A924-521A-49D4-94CF-C01992BCAC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46060-CC51-4035-B8CE-527D43F909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24A203-FDD7-4753-9D55-780EF6BA05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77C11-F3D4-4219-BB7F-F8BA0F8A4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5D77D7-68BF-4D88-90C9-A9AB209426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D217C-6286-4C17-B5B9-A307BDAC37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D97E03-FB3E-47FC-BC99-02BC729485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CBA301-DF78-4525-AADA-EB5C219B6B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1BAEC1-1A2A-4619-A64F-AD3430A2EE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9671FE-2B98-46E9-8279-001D2E72E8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A9C5F-74F8-47E3-92D0-B2415BC43F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159855-330E-43D0-873C-5BA7294541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8FBB8-C6CF-4E9F-B1F8-DC7649BBC2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394AEE-8A68-4180-B738-55B8E77836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DB202C-84ED-434D-A393-FD41581C20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C692E-EA75-4CFA-AD2D-754D749FB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DB7D2-FC80-4764-8A21-ECF98B5A3D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920A61-3B60-41F9-A1F7-207D71BCD9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8090B3-7215-4475-84CB-E2B8E34E04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  <Company>Created by Marp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2026-09-22T16:12:05Z</dcterms:created>
  <dc:creator>Created by Marp</dc:creator>
  <dc:description/>
  <dc:language>en-US</dc:language>
  <cp:lastModifiedBy/>
  <dcterms:modified xsi:type="dcterms:W3CDTF">2026-09-24T16:09:23Z</dcterms:modified>
  <cp:revision>2</cp:revision>
  <dc:subject>PptxGenJS Presentation</dc:subject>
  <dc:title>¿Qué es un agente IA?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32</vt:i4>
  </property>
  <property fmtid="{D5CDD505-2E9C-101B-9397-08002B2CF9AE}" pid="3" name="PresentationFormat">
    <vt:lpwstr>On-screen Show (16:9)</vt:lpwstr>
  </property>
  <property fmtid="{D5CDD505-2E9C-101B-9397-08002B2CF9AE}" pid="4" name="Slides">
    <vt:i4>32</vt:i4>
  </property>
</Properties>
</file>