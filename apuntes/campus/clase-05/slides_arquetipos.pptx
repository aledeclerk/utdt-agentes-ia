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presentation.xml" ContentType="application/vnd.openxmlformats-officedocument.presentationml.presentation.main+xml"/>
  <Override PartName="/ppt/slideMasters/slideMaster1.xml" ContentType="application/vnd.openxmlformats-officedocument.presentationml.slideMaster+xml"/>
  <Override PartName="/ppt/presProps.xml" ContentType="application/vnd.openxmlformats-officedocument.presentationml.presProps+xml"/>
  <Override PartName="/ppt/theme/theme1.xml" ContentType="application/vnd.openxmlformats-officedocument.theme+xml"/>
  <Override PartName="/ppt/theme/theme1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10.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11.xml" ContentType="application/vnd.openxmlformats-officedocument.presentationml.slideLayout+xml"/>
  <Override PartName="/ppt/slideLayouts/slideLayout8.xml" ContentType="application/vnd.openxmlformats-officedocument.presentationml.slideLayout+xml"/>
  <Override PartName="/ppt/slideLayouts/slideLayout5.xml" ContentType="application/vnd.openxmlformats-officedocument.presentationml.slideLayout+xml"/>
  <Override PartName="/ppt/slideLayouts/slideLayout9.xml" ContentType="application/vnd.openxmlformats-officedocument.presentationml.slideLayout+xml"/>
  <Override PartName="/ppt/notesMasters/notesMaster1.xml" ContentType="application/vnd.openxmlformats-officedocument.presentationml.notesMaster+xml"/>
  <Override PartName="/ppt/slides/slide29.xml" ContentType="application/vnd.openxmlformats-officedocument.presentationml.slide+xml"/>
  <Override PartName="/ppt/slides/slide27.xml" ContentType="application/vnd.openxmlformats-officedocument.presentationml.slide+xml"/>
  <Override PartName="/ppt/slides/slide26.xml" ContentType="application/vnd.openxmlformats-officedocument.presentationml.slide+xml"/>
  <Override PartName="/ppt/slides/slide14.xml" ContentType="application/vnd.openxmlformats-officedocument.presentationml.slide+xml"/>
  <Override PartName="/ppt/slides/slide6.xml" ContentType="application/vnd.openxmlformats-officedocument.presentationml.slide+xml"/>
  <Override PartName="/ppt/slides/slide5.xml" ContentType="application/vnd.openxmlformats-officedocument.presentationml.slide+xml"/>
  <Override PartName="/ppt/slides/slide19.xml" ContentType="application/vnd.openxmlformats-officedocument.presentationml.slide+xml"/>
  <Override PartName="/ppt/slides/slide22.xml" ContentType="application/vnd.openxmlformats-officedocument.presentationml.slide+xml"/>
  <Override PartName="/ppt/slides/slide25.xml" ContentType="application/vnd.openxmlformats-officedocument.presentationml.slide+xml"/>
  <Override PartName="/ppt/slides/slide21.xml" ContentType="application/vnd.openxmlformats-officedocument.presentationml.slide+xml"/>
  <Override PartName="/ppt/slides/slide30.xml" ContentType="application/vnd.openxmlformats-officedocument.presentationml.slide+xml"/>
  <Override PartName="/ppt/slides/slide11.xml" ContentType="application/vnd.openxmlformats-officedocument.presentationml.slide+xml"/>
  <Override PartName="/ppt/slides/slide13.xml" ContentType="application/vnd.openxmlformats-officedocument.presentationml.slide+xml"/>
  <Override PartName="/ppt/slides/slide35.xml" ContentType="application/vnd.openxmlformats-officedocument.presentationml.slide+xml"/>
  <Override PartName="/ppt/slides/slide4.xml" ContentType="application/vnd.openxmlformats-officedocument.presentationml.slide+xml"/>
  <Override PartName="/ppt/slides/slide9.xml" ContentType="application/vnd.openxmlformats-officedocument.presentationml.slide+xml"/>
  <Override PartName="/ppt/slides/slide31.xml" ContentType="application/vnd.openxmlformats-officedocument.presentationml.slide+xml"/>
  <Override PartName="/ppt/slides/slide24.xml" ContentType="application/vnd.openxmlformats-officedocument.presentationml.slide+xml"/>
  <Override PartName="/ppt/slides/slide32.xml" ContentType="application/vnd.openxmlformats-officedocument.presentationml.slide+xml"/>
  <Override PartName="/ppt/slides/slide34.xml" ContentType="application/vnd.openxmlformats-officedocument.presentationml.slide+xml"/>
  <Override PartName="/ppt/slides/slide3.xml" ContentType="application/vnd.openxmlformats-officedocument.presentationml.slide+xml"/>
  <Override PartName="/ppt/slides/slide33.xml" ContentType="application/vnd.openxmlformats-officedocument.presentationml.slide+xml"/>
  <Override PartName="/ppt/slides/slide1.xml" ContentType="application/vnd.openxmlformats-officedocument.presentationml.slide+xml"/>
  <Override PartName="/ppt/slides/slide28.xml" ContentType="application/vnd.openxmlformats-officedocument.presentationml.slide+xml"/>
  <Override PartName="/ppt/slides/slide12.xml" ContentType="application/vnd.openxmlformats-officedocument.presentationml.slide+xml"/>
  <Override PartName="/ppt/slides/slide18.xml" ContentType="application/vnd.openxmlformats-officedocument.presentationml.slide+xml"/>
  <Override PartName="/ppt/slides/slide20.xml" ContentType="application/vnd.openxmlformats-officedocument.presentationml.slide+xml"/>
  <Override PartName="/ppt/slides/slide17.xml" ContentType="application/vnd.openxmlformats-officedocument.presentationml.slide+xml"/>
  <Override PartName="/ppt/slides/slide10.xml" ContentType="application/vnd.openxmlformats-officedocument.presentationml.slide+xml"/>
  <Override PartName="/ppt/slides/slide23.xml" ContentType="application/vnd.openxmlformats-officedocument.presentationml.slide+xml"/>
  <Override PartName="/ppt/slides/slide2.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16.xml" ContentType="application/vnd.openxmlformats-officedocument.presentationml.slide+xml"/>
  <Override PartName="/ppt/slides/slide15.xml" ContentType="application/vnd.openxmlformats-officedocument.presentationml.slide+xml"/>
  <Override PartName="/ppt/notesSlides/notesSlide26.xml" ContentType="application/vnd.openxmlformats-officedocument.presentationml.notesSlide+xml"/>
  <Override PartName="/ppt/notesSlides/notesSlide9.xml" ContentType="application/vnd.openxmlformats-officedocument.presentationml.notesSlide+xml"/>
  <Override PartName="/ppt/notesSlides/notesSlide24.xml" ContentType="application/vnd.openxmlformats-officedocument.presentationml.notesSlide+xml"/>
  <Override PartName="/ppt/notesSlides/notesSlide7.xml" ContentType="application/vnd.openxmlformats-officedocument.presentationml.notesSlide+xml"/>
  <Override PartName="/ppt/notesSlides/notesSlide21.xml" ContentType="application/vnd.openxmlformats-officedocument.presentationml.notesSlide+xml"/>
  <Override PartName="/ppt/notesSlides/notesSlide12.xml" ContentType="application/vnd.openxmlformats-officedocument.presentationml.notesSlide+xml"/>
  <Override PartName="/ppt/notesSlides/notesSlide8.xml" ContentType="application/vnd.openxmlformats-officedocument.presentationml.notesSlide+xml"/>
  <Override PartName="/ppt/notesSlides/notesSlide29.xml" ContentType="application/vnd.openxmlformats-officedocument.presentationml.notesSlide+xml"/>
  <Override PartName="/ppt/notesSlides/notesSlide25.xml" ContentType="application/vnd.openxmlformats-officedocument.presentationml.notesSlide+xml"/>
  <Override PartName="/ppt/notesSlides/notesSlide34.xml" ContentType="application/vnd.openxmlformats-officedocument.presentationml.notesSlide+xml"/>
  <Override PartName="/ppt/notesSlides/notesSlide11.xml" ContentType="application/vnd.openxmlformats-officedocument.presentationml.notesSlide+xml"/>
  <Override PartName="/ppt/notesSlides/notesSlide28.xml" ContentType="application/vnd.openxmlformats-officedocument.presentationml.notesSlide+xml"/>
  <Override PartName="/ppt/notesSlides/notesSlide3.xml" ContentType="application/vnd.openxmlformats-officedocument.presentationml.notesSlide+xml"/>
  <Override PartName="/ppt/notesSlides/notesSlide1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18.xml" ContentType="application/vnd.openxmlformats-officedocument.presentationml.notesSlide+xml"/>
  <Override PartName="/ppt/notesSlides/notesSlide2.xml" ContentType="application/vnd.openxmlformats-officedocument.presentationml.notesSlide+xml"/>
  <Override PartName="/ppt/notesSlides/notesSlide10.xml" ContentType="application/vnd.openxmlformats-officedocument.presentationml.notesSlide+xml"/>
  <Override PartName="/ppt/notesSlides/notesSlide32.xml" ContentType="application/vnd.openxmlformats-officedocument.presentationml.notesSlide+xml"/>
  <Override PartName="/ppt/notesSlides/notesSlide19.xml" ContentType="application/vnd.openxmlformats-officedocument.presentationml.notesSlide+xml"/>
  <Override PartName="/ppt/notesSlides/notesSlide33.xml" ContentType="application/vnd.openxmlformats-officedocument.presentationml.notesSlide+xml"/>
  <Override PartName="/ppt/notesSlides/notesSlide35.xml" ContentType="application/vnd.openxmlformats-officedocument.presentationml.notesSlide+xml"/>
  <Override PartName="/ppt/notesSlides/notesSlide27.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22.xml" ContentType="application/vnd.openxmlformats-officedocument.presentationml.notesSlide+xml"/>
  <Override PartName="/ppt/notesSlides/notesSlide6.xml" ContentType="application/vnd.openxmlformats-officedocument.presentationml.notesSlide+xml"/>
  <Override PartName="/ppt/notesSlides/notesSlide16.xml" ContentType="application/vnd.openxmlformats-officedocument.presentationml.notesSlide+xml"/>
  <Override PartName="/ppt/notesSlides/notesSlide23.xml" ContentType="application/vnd.openxmlformats-officedocument.presentationml.notesSlide+xml"/>
  <Override PartName="/ppt/notesSlides/notesSlide17.xml" ContentType="application/vnd.openxmlformats-officedocument.presentationml.notesSlide+xml"/>
  <Override PartName="/ppt/notesSlides/notesSlide20.xml" ContentType="application/vnd.openxmlformats-officedocument.presentationml.notesSlide+xml"/>
  <Override PartName="/ppt/notesSlides/notesSlide4.xml" ContentType="application/vnd.openxmlformats-officedocument.presentationml.notesSlide+xml"/>
  <Override PartName="/ppt/notesSlides/notesSlide1.xml" ContentType="application/vnd.openxmlformats-officedocument.presentationml.notesSlide+xml"/>
  <Override PartName="/ppt/notesSlides/notesSlide5.xml" ContentType="application/vnd.openxmlformats-officedocument.presentationml.notesSlid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Lst>
  <p:notesMasterIdLst>
    <p:notesMasterId r:id="rId3"/>
  </p:notesMasterIdLst>
  <p:sldIdLst>
    <p:sldId id="256" r:id="rId4"/>
    <p:sldId id="257" r:id="rId5"/>
    <p:sldId id="258" r:id="rId6"/>
    <p:sldId id="259" r:id="rId7"/>
    <p:sldId id="260" r:id="rId8"/>
    <p:sldId id="261" r:id="rId9"/>
    <p:sldId id="262" r:id="rId10"/>
    <p:sldId id="263" r:id="rId11"/>
    <p:sldId id="264" r:id="rId12"/>
    <p:sldId id="265" r:id="rId13"/>
    <p:sldId id="266" r:id="rId14"/>
    <p:sldId id="267" r:id="rId15"/>
    <p:sldId id="268" r:id="rId16"/>
    <p:sldId id="269" r:id="rId17"/>
    <p:sldId id="270" r:id="rId18"/>
    <p:sldId id="271" r:id="rId19"/>
    <p:sldId id="272" r:id="rId20"/>
    <p:sldId id="273" r:id="rId21"/>
    <p:sldId id="274" r:id="rId22"/>
    <p:sldId id="275" r:id="rId23"/>
    <p:sldId id="276" r:id="rId24"/>
    <p:sldId id="277" r:id="rId25"/>
    <p:sldId id="278" r:id="rId26"/>
    <p:sldId id="279" r:id="rId27"/>
    <p:sldId id="280" r:id="rId28"/>
    <p:sldId id="281" r:id="rId29"/>
    <p:sldId id="282" r:id="rId30"/>
    <p:sldId id="283" r:id="rId31"/>
    <p:sldId id="284" r:id="rId32"/>
    <p:sldId id="285" r:id="rId33"/>
    <p:sldId id="286" r:id="rId34"/>
    <p:sldId id="287" r:id="rId35"/>
    <p:sldId id="288" r:id="rId36"/>
    <p:sldId id="289" r:id="rId37"/>
    <p:sldId id="290" r:id="rId38"/>
  </p:sldIdLst>
  <p:sldSz cx="12192000" cy="6858000"/>
  <p:notesSz cx="6858000" cy="9144000"/>
</p:presentation>
</file>

<file path=ppt/presProps.xml><?xml version="1.0" encoding="utf-8"?>
<p:presentationPr xmlns:a="http://schemas.openxmlformats.org/drawingml/2006/main" xmlns:p="http://schemas.openxmlformats.org/presentationml/2006/main" xmlns:r="http://schemas.openxmlformats.org/officeDocument/2006/relationships">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notesMaster" Target="notesMasters/notesMaster1.xml"/><Relationship Id="rId4" Type="http://schemas.openxmlformats.org/officeDocument/2006/relationships/slide" Target="slides/slide1.xml"/><Relationship Id="rId5" Type="http://schemas.openxmlformats.org/officeDocument/2006/relationships/slide" Target="slides/slide2.xml"/><Relationship Id="rId6" Type="http://schemas.openxmlformats.org/officeDocument/2006/relationships/slide" Target="slides/slide3.xml"/><Relationship Id="rId7" Type="http://schemas.openxmlformats.org/officeDocument/2006/relationships/slide" Target="slides/slide4.xml"/><Relationship Id="rId8" Type="http://schemas.openxmlformats.org/officeDocument/2006/relationships/slide" Target="slides/slide5.xml"/><Relationship Id="rId9" Type="http://schemas.openxmlformats.org/officeDocument/2006/relationships/slide" Target="slides/slide6.xml"/><Relationship Id="rId10" Type="http://schemas.openxmlformats.org/officeDocument/2006/relationships/slide" Target="slides/slide7.xml"/><Relationship Id="rId11" Type="http://schemas.openxmlformats.org/officeDocument/2006/relationships/slide" Target="slides/slide8.xml"/><Relationship Id="rId12" Type="http://schemas.openxmlformats.org/officeDocument/2006/relationships/slide" Target="slides/slide9.xml"/><Relationship Id="rId13" Type="http://schemas.openxmlformats.org/officeDocument/2006/relationships/slide" Target="slides/slide10.xml"/><Relationship Id="rId14" Type="http://schemas.openxmlformats.org/officeDocument/2006/relationships/slide" Target="slides/slide11.xml"/><Relationship Id="rId15" Type="http://schemas.openxmlformats.org/officeDocument/2006/relationships/slide" Target="slides/slide12.xml"/><Relationship Id="rId16" Type="http://schemas.openxmlformats.org/officeDocument/2006/relationships/slide" Target="slides/slide13.xml"/><Relationship Id="rId17" Type="http://schemas.openxmlformats.org/officeDocument/2006/relationships/slide" Target="slides/slide14.xml"/><Relationship Id="rId18" Type="http://schemas.openxmlformats.org/officeDocument/2006/relationships/slide" Target="slides/slide15.xml"/><Relationship Id="rId19" Type="http://schemas.openxmlformats.org/officeDocument/2006/relationships/slide" Target="slides/slide16.xml"/><Relationship Id="rId20" Type="http://schemas.openxmlformats.org/officeDocument/2006/relationships/slide" Target="slides/slide17.xml"/><Relationship Id="rId21" Type="http://schemas.openxmlformats.org/officeDocument/2006/relationships/slide" Target="slides/slide18.xml"/><Relationship Id="rId22" Type="http://schemas.openxmlformats.org/officeDocument/2006/relationships/slide" Target="slides/slide19.xml"/><Relationship Id="rId23" Type="http://schemas.openxmlformats.org/officeDocument/2006/relationships/slide" Target="slides/slide20.xml"/><Relationship Id="rId24" Type="http://schemas.openxmlformats.org/officeDocument/2006/relationships/slide" Target="slides/slide21.xml"/><Relationship Id="rId25" Type="http://schemas.openxmlformats.org/officeDocument/2006/relationships/slide" Target="slides/slide22.xml"/><Relationship Id="rId26" Type="http://schemas.openxmlformats.org/officeDocument/2006/relationships/slide" Target="slides/slide23.xml"/><Relationship Id="rId27" Type="http://schemas.openxmlformats.org/officeDocument/2006/relationships/slide" Target="slides/slide24.xml"/><Relationship Id="rId28" Type="http://schemas.openxmlformats.org/officeDocument/2006/relationships/slide" Target="slides/slide25.xml"/><Relationship Id="rId29" Type="http://schemas.openxmlformats.org/officeDocument/2006/relationships/slide" Target="slides/slide26.xml"/><Relationship Id="rId30" Type="http://schemas.openxmlformats.org/officeDocument/2006/relationships/slide" Target="slides/slide27.xml"/><Relationship Id="rId31" Type="http://schemas.openxmlformats.org/officeDocument/2006/relationships/slide" Target="slides/slide28.xml"/><Relationship Id="rId32" Type="http://schemas.openxmlformats.org/officeDocument/2006/relationships/slide" Target="slides/slide29.xml"/><Relationship Id="rId33" Type="http://schemas.openxmlformats.org/officeDocument/2006/relationships/slide" Target="slides/slide30.xml"/><Relationship Id="rId34" Type="http://schemas.openxmlformats.org/officeDocument/2006/relationships/slide" Target="slides/slide31.xml"/><Relationship Id="rId35" Type="http://schemas.openxmlformats.org/officeDocument/2006/relationships/slide" Target="slides/slide32.xml"/><Relationship Id="rId36" Type="http://schemas.openxmlformats.org/officeDocument/2006/relationships/slide" Target="slides/slide33.xml"/><Relationship Id="rId37" Type="http://schemas.openxmlformats.org/officeDocument/2006/relationships/slide" Target="slides/slide34.xml"/><Relationship Id="rId38" Type="http://schemas.openxmlformats.org/officeDocument/2006/relationships/slide" Target="slides/slide35.xml"/><Relationship Id="rId39" Type="http://schemas.openxmlformats.org/officeDocument/2006/relationships/presProps" Target="presProps.xml"/>
</Relationships>
</file>

<file path=ppt/notesMasters/_rels/notesMaster1.xml.rels><?xml version="1.0" encoding="UTF-8"?>
<Relationships xmlns="http://schemas.openxmlformats.org/package/2006/relationships"><Relationship Id="rId1" Type="http://schemas.openxmlformats.org/officeDocument/2006/relationships/theme" Target="../theme/theme12.xml"/>
</Relationships>
</file>

<file path=ppt/notesMasters/notesMaster1.xml><?xml version="1.0" encoding="utf-8"?>
<p:notes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1" name="PlaceHolder 1"/>
          <p:cNvSpPr>
            <a:spLocks noGrp="1"/>
          </p:cNvSpPr>
          <p:nvPr>
            <p:ph type="sldImg"/>
          </p:nvPr>
        </p:nvSpPr>
        <p:spPr>
          <a:xfrm>
            <a:off x="0" y="764280"/>
            <a:ext cx="0" cy="0"/>
          </a:xfrm>
          <a:prstGeom prst="rect">
            <a:avLst/>
          </a:prstGeom>
          <a:noFill/>
          <a:ln w="0">
            <a:noFill/>
          </a:ln>
        </p:spPr>
        <p:txBody>
          <a:bodyPr lIns="0" tIns="0" rIns="0" bIns="0" anchor="ctr">
            <a:noAutofit/>
          </a:bodyPr>
          <a:p>
            <a:pPr algn="ctr" defTabSz="457200"/>
            <a:r>
              <a:rPr lang="en-US" sz="4400" b="0" u="none" strike="noStrike">
                <a:solidFill>
                  <a:schemeClr val="dk1"/>
                </a:solidFill>
                <a:effectLst/>
                <a:uFillTx/>
                <a:latin typeface="Calibri"/>
              </a:rPr>
              <a:t>Click to move the slide</a:t>
            </a:r>
            <a:endParaRPr lang="en-US" sz="4400" b="0" u="none" strike="noStrike">
              <a:solidFill>
                <a:schemeClr val="dk1"/>
              </a:solidFill>
              <a:effectLst/>
              <a:uFillTx/>
              <a:latin typeface="Calibri"/>
            </a:endParaRPr>
          </a:p>
        </p:txBody>
      </p:sp>
      <p:sp>
        <p:nvSpPr>
          <p:cNvPr id="62" name="PlaceHolder 2"/>
          <p:cNvSpPr>
            <a:spLocks noGrp="1"/>
          </p:cNvSpPr>
          <p:nvPr>
            <p:ph type="body"/>
          </p:nvPr>
        </p:nvSpPr>
        <p:spPr>
          <a:xfrm>
            <a:off x="777240" y="4777560"/>
            <a:ext cx="6217560" cy="4525920"/>
          </a:xfrm>
          <a:prstGeom prst="rect">
            <a:avLst/>
          </a:prstGeom>
          <a:noFill/>
          <a:ln w="0">
            <a:noFill/>
          </a:ln>
        </p:spPr>
        <p:txBody>
          <a:bodyPr lIns="0" tIns="0" rIns="0" bIns="0" anchor="t">
            <a:noAutofit/>
          </a:bodyPr>
          <a:p>
            <a:pPr indent="0" algn="l">
              <a:buNone/>
            </a:pPr>
            <a:r>
              <a:rPr lang="en-US" sz="2000" b="0" u="none" strike="noStrike">
                <a:solidFill>
                  <a:srgbClr val="000000"/>
                </a:solidFill>
                <a:effectLst/>
                <a:uFillTx/>
                <a:latin typeface="Arial"/>
              </a:rPr>
              <a:t>Click to edit the notes format</a:t>
            </a:r>
            <a:endParaRPr lang="en-US" sz="2000" b="0" u="none" strike="noStrike">
              <a:solidFill>
                <a:srgbClr val="000000"/>
              </a:solidFill>
              <a:effectLst/>
              <a:uFillTx/>
              <a:latin typeface="Arial"/>
            </a:endParaRPr>
          </a:p>
        </p:txBody>
      </p:sp>
      <p:sp>
        <p:nvSpPr>
          <p:cNvPr id="63" name="PlaceHolder 3"/>
          <p:cNvSpPr>
            <a:spLocks noGrp="1"/>
          </p:cNvSpPr>
          <p:nvPr>
            <p:ph type="hdr"/>
          </p:nvPr>
        </p:nvSpPr>
        <p:spPr>
          <a:xfrm>
            <a:off x="0" y="0"/>
            <a:ext cx="3372840" cy="502560"/>
          </a:xfrm>
          <a:prstGeom prst="rect">
            <a:avLst/>
          </a:prstGeom>
          <a:noFill/>
          <a:ln w="0">
            <a:noFill/>
          </a:ln>
        </p:spPr>
        <p:txBody>
          <a:bodyPr lIns="0" tIns="0" rIns="0" bIns="0" anchor="t">
            <a:noAutofit/>
          </a:bodyPr>
          <a:p>
            <a:pPr indent="0" algn="l">
              <a:buNone/>
            </a:pPr>
            <a:r>
              <a:rPr lang="en-US" sz="1400" b="0" u="none" strike="noStrike">
                <a:solidFill>
                  <a:srgbClr val="000000"/>
                </a:solidFill>
                <a:effectLst/>
                <a:uFillTx/>
                <a:latin typeface="Times New Roman"/>
              </a:rPr>
              <a:t>&lt;header&gt;</a:t>
            </a:r>
            <a:endParaRPr lang="en-US" sz="1400" b="0" u="none" strike="noStrike">
              <a:solidFill>
                <a:srgbClr val="000000"/>
              </a:solidFill>
              <a:effectLst/>
              <a:uFillTx/>
              <a:latin typeface="Times New Roman"/>
            </a:endParaRPr>
          </a:p>
        </p:txBody>
      </p:sp>
      <p:sp>
        <p:nvSpPr>
          <p:cNvPr id="64" name="PlaceHolder 4"/>
          <p:cNvSpPr>
            <a:spLocks noGrp="1"/>
          </p:cNvSpPr>
          <p:nvPr>
            <p:ph type="dt" idx="34"/>
          </p:nvPr>
        </p:nvSpPr>
        <p:spPr>
          <a:xfrm>
            <a:off x="4399200" y="0"/>
            <a:ext cx="3372840" cy="502560"/>
          </a:xfrm>
          <a:prstGeom prst="rect">
            <a:avLst/>
          </a:prstGeom>
          <a:noFill/>
          <a:ln w="0">
            <a:noFill/>
          </a:ln>
        </p:spPr>
        <p:txBody>
          <a:bodyPr lIns="0" tIns="0" rIns="0" bIns="0" anchor="t">
            <a:noAutofit/>
          </a:bodyPr>
          <a:lstStyle>
            <a:lvl1pPr indent="0" algn="r">
              <a:buNone/>
              <a:defRPr lang="en-US" sz="1400" b="0" u="none" strike="noStrike">
                <a:solidFill>
                  <a:srgbClr val="000000"/>
                </a:solidFill>
                <a:effectLst/>
                <a:uFillTx/>
                <a:latin typeface="Times New Roman"/>
              </a:defRPr>
            </a:lvl1pPr>
          </a:lstStyle>
          <a:p>
            <a:pPr indent="0" algn="r">
              <a:buNone/>
            </a:pPr>
            <a:r>
              <a:rPr lang="en-US" sz="1400" b="0" u="none" strike="noStrike">
                <a:solidFill>
                  <a:srgbClr val="000000"/>
                </a:solidFill>
                <a:effectLst/>
                <a:uFillTx/>
                <a:latin typeface="Times New Roman"/>
              </a:rPr>
              <a:t>&lt;date/time&gt;</a:t>
            </a:r>
            <a:endParaRPr lang="en-US" sz="1400" b="0" u="none" strike="noStrike">
              <a:solidFill>
                <a:srgbClr val="000000"/>
              </a:solidFill>
              <a:effectLst/>
              <a:uFillTx/>
              <a:latin typeface="Times New Roman"/>
            </a:endParaRPr>
          </a:p>
        </p:txBody>
      </p:sp>
      <p:sp>
        <p:nvSpPr>
          <p:cNvPr id="65" name="PlaceHolder 5"/>
          <p:cNvSpPr>
            <a:spLocks noGrp="1"/>
          </p:cNvSpPr>
          <p:nvPr>
            <p:ph type="ftr" idx="35"/>
          </p:nvPr>
        </p:nvSpPr>
        <p:spPr>
          <a:xfrm>
            <a:off x="0" y="9555480"/>
            <a:ext cx="3372840" cy="502560"/>
          </a:xfrm>
          <a:prstGeom prst="rect">
            <a:avLst/>
          </a:prstGeom>
          <a:noFill/>
          <a:ln w="0">
            <a:noFill/>
          </a:ln>
        </p:spPr>
        <p:txBody>
          <a:bodyPr lIns="0" tIns="0" rIns="0" bIns="0" anchor="b">
            <a:noAutofit/>
          </a:bodyPr>
          <a:lstStyle>
            <a:lvl1pPr indent="0" algn="l">
              <a:buNone/>
              <a:defRPr lang="en-US" sz="1400" b="0" u="none" strike="noStrike">
                <a:solidFill>
                  <a:srgbClr val="000000"/>
                </a:solidFill>
                <a:effectLst/>
                <a:uFillTx/>
                <a:latin typeface="Times New Roman"/>
              </a:defRPr>
            </a:lvl1pPr>
          </a:lstStyle>
          <a:p>
            <a:pPr indent="0" algn="l">
              <a:buNone/>
            </a:pPr>
            <a:r>
              <a:rPr lang="en-US" sz="1400" b="0" u="none" strike="noStrike">
                <a:solidFill>
                  <a:srgbClr val="000000"/>
                </a:solidFill>
                <a:effectLst/>
                <a:uFillTx/>
                <a:latin typeface="Times New Roman"/>
              </a:rPr>
              <a:t>&lt;footer&gt;</a:t>
            </a:r>
            <a:endParaRPr lang="en-US" sz="1400" b="0" u="none" strike="noStrike">
              <a:solidFill>
                <a:srgbClr val="000000"/>
              </a:solidFill>
              <a:effectLst/>
              <a:uFillTx/>
              <a:latin typeface="Times New Roman"/>
            </a:endParaRPr>
          </a:p>
        </p:txBody>
      </p:sp>
      <p:sp>
        <p:nvSpPr>
          <p:cNvPr id="66" name="PlaceHolder 6"/>
          <p:cNvSpPr>
            <a:spLocks noGrp="1"/>
          </p:cNvSpPr>
          <p:nvPr>
            <p:ph type="sldNum" idx="36"/>
          </p:nvPr>
        </p:nvSpPr>
        <p:spPr>
          <a:xfrm>
            <a:off x="4399200" y="9555480"/>
            <a:ext cx="3372840" cy="502560"/>
          </a:xfrm>
          <a:prstGeom prst="rect">
            <a:avLst/>
          </a:prstGeom>
          <a:noFill/>
          <a:ln w="0">
            <a:noFill/>
          </a:ln>
        </p:spPr>
        <p:txBody>
          <a:bodyPr lIns="0" tIns="0" rIns="0" bIns="0" anchor="b">
            <a:noAutofit/>
          </a:bodyPr>
          <a:lstStyle>
            <a:lvl1pPr indent="0" algn="r">
              <a:buNone/>
              <a:defRPr lang="en-US" sz="1400" b="0" u="none" strike="noStrike">
                <a:solidFill>
                  <a:srgbClr val="000000"/>
                </a:solidFill>
                <a:effectLst/>
                <a:uFillTx/>
                <a:latin typeface="Times New Roman"/>
              </a:defRPr>
            </a:lvl1pPr>
          </a:lstStyle>
          <a:p>
            <a:pPr indent="0" algn="r">
              <a:buNone/>
            </a:pPr>
            <a:fld id="{5C2520AA-4C5C-469B-AD0E-246C7D698155}" type="slidenum">
              <a:rPr lang="en-US" sz="1400" b="0" u="none" strike="noStrike">
                <a:solidFill>
                  <a:srgbClr val="000000"/>
                </a:solidFill>
                <a:effectLst/>
                <a:uFillTx/>
                <a:latin typeface="Times New Roman"/>
              </a:rPr>
              <a:t>&lt;number&gt;</a:t>
            </a:fld>
            <a:endParaRPr lang="en-US" sz="1400" b="0" u="none" strike="noStrike">
              <a:solidFill>
                <a:srgbClr val="000000"/>
              </a:solidFill>
              <a:effectLst/>
              <a:uFillTx/>
              <a:latin typeface="Times New Roman"/>
            </a:endParaRPr>
          </a:p>
        </p:txBody>
      </p:sp>
    </p:spTree>
  </p:cSld>
  <p:clrMap bg1="lt1" bg2="lt2" tx1="dk1" tx2="dk2" accent1="accent1" accent2="accent2" accent3="accent3" accent4="accent4" accent5="accent5" accent6="accent6" hlink="hlink" folHlink="folHlink"/>
</p:notesMaster>
</file>

<file path=ppt/notesSlides/_rels/notesSlide1.xml.rels><?xml version="1.0" encoding="UTF-8"?>
<Relationships xmlns="http://schemas.openxmlformats.org/package/2006/relationships"><Relationship Id="rId1" Type="http://schemas.openxmlformats.org/officeDocument/2006/relationships/slide" Target="../slides/slide1.xml"/><Relationship Id="rId2" Type="http://schemas.openxmlformats.org/officeDocument/2006/relationships/notesMaster" Target="../notesMasters/notesMaster1.xml"/>
</Relationships>
</file>

<file path=ppt/notesSlides/_rels/notesSlide2.xml.rels><?xml version="1.0" encoding="UTF-8"?>
<Relationships xmlns="http://schemas.openxmlformats.org/package/2006/relationships"><Relationship Id="rId1" Type="http://schemas.openxmlformats.org/officeDocument/2006/relationships/slide" Target="../slides/slide2.xml"/><Relationship Id="rId2" Type="http://schemas.openxmlformats.org/officeDocument/2006/relationships/notesMaster" Target="../notesMasters/notesMaster1.xml"/>
</Relationships>
</file>

<file path=ppt/notesSlides/_rels/notesSlide3.xml.rels><?xml version="1.0" encoding="UTF-8"?>
<Relationships xmlns="http://schemas.openxmlformats.org/package/2006/relationships"><Relationship Id="rId1" Type="http://schemas.openxmlformats.org/officeDocument/2006/relationships/slide" Target="../slides/slide3.xml"/><Relationship Id="rId2" Type="http://schemas.openxmlformats.org/officeDocument/2006/relationships/notesMaster" Target="../notesMasters/notesMaster1.xml"/>
</Relationships>
</file>

<file path=ppt/notesSlides/_rels/notesSlide4.xml.rels><?xml version="1.0" encoding="UTF-8"?>
<Relationships xmlns="http://schemas.openxmlformats.org/package/2006/relationships"><Relationship Id="rId1" Type="http://schemas.openxmlformats.org/officeDocument/2006/relationships/slide" Target="../slides/slide4.xml"/><Relationship Id="rId2" Type="http://schemas.openxmlformats.org/officeDocument/2006/relationships/notesMaster" Target="../notesMasters/notesMaster1.xml"/>
</Relationships>
</file>

<file path=ppt/notesSlides/_rels/notesSlide5.xml.rels><?xml version="1.0" encoding="UTF-8"?>
<Relationships xmlns="http://schemas.openxmlformats.org/package/2006/relationships"><Relationship Id="rId1" Type="http://schemas.openxmlformats.org/officeDocument/2006/relationships/slide" Target="../slides/slide5.xml"/><Relationship Id="rId2" Type="http://schemas.openxmlformats.org/officeDocument/2006/relationships/notesMaster" Target="../notesMasters/notesMaster1.xml"/>
</Relationships>
</file>

<file path=ppt/notesSlides/_rels/notesSlide6.xml.rels><?xml version="1.0" encoding="UTF-8"?>
<Relationships xmlns="http://schemas.openxmlformats.org/package/2006/relationships"><Relationship Id="rId1" Type="http://schemas.openxmlformats.org/officeDocument/2006/relationships/slide" Target="../slides/slide6.xml"/><Relationship Id="rId2" Type="http://schemas.openxmlformats.org/officeDocument/2006/relationships/notesMaster" Target="../notesMasters/notesMaster1.xml"/>
</Relationships>
</file>

<file path=ppt/notesSlides/_rels/notesSlide7.xml.rels><?xml version="1.0" encoding="UTF-8"?>
<Relationships xmlns="http://schemas.openxmlformats.org/package/2006/relationships"><Relationship Id="rId1" Type="http://schemas.openxmlformats.org/officeDocument/2006/relationships/slide" Target="../slides/slide7.xml"/><Relationship Id="rId2" Type="http://schemas.openxmlformats.org/officeDocument/2006/relationships/notesMaster" Target="../notesMasters/notesMaster1.xml"/>
</Relationships>
</file>

<file path=ppt/notesSlides/_rels/notesSlide8.xml.rels><?xml version="1.0" encoding="UTF-8"?>
<Relationships xmlns="http://schemas.openxmlformats.org/package/2006/relationships"><Relationship Id="rId1" Type="http://schemas.openxmlformats.org/officeDocument/2006/relationships/slide" Target="../slides/slide8.xml"/><Relationship Id="rId2" Type="http://schemas.openxmlformats.org/officeDocument/2006/relationships/notesMaster" Target="../notesMasters/notesMaster1.xml"/>
</Relationships>
</file>

<file path=ppt/notesSlides/_rels/notesSlide9.xml.rels><?xml version="1.0" encoding="UTF-8"?>
<Relationships xmlns="http://schemas.openxmlformats.org/package/2006/relationships"><Relationship Id="rId1" Type="http://schemas.openxmlformats.org/officeDocument/2006/relationships/slide" Target="../slides/slide9.xml"/><Relationship Id="rId2" Type="http://schemas.openxmlformats.org/officeDocument/2006/relationships/notesMaster" Target="../notesMasters/notesMaster1.xml"/>
</Relationships>
</file>

<file path=ppt/notesSlides/_rels/notesSlide10.xml.rels><?xml version="1.0" encoding="UTF-8"?>
<Relationships xmlns="http://schemas.openxmlformats.org/package/2006/relationships"><Relationship Id="rId1" Type="http://schemas.openxmlformats.org/officeDocument/2006/relationships/slide" Target="../slides/slide10.xml"/><Relationship Id="rId2" Type="http://schemas.openxmlformats.org/officeDocument/2006/relationships/notesMaster" Target="../notesMasters/notesMaster1.xml"/>
</Relationships>
</file>

<file path=ppt/notesSlides/_rels/notesSlide11.xml.rels><?xml version="1.0" encoding="UTF-8"?>
<Relationships xmlns="http://schemas.openxmlformats.org/package/2006/relationships"><Relationship Id="rId1" Type="http://schemas.openxmlformats.org/officeDocument/2006/relationships/slide" Target="../slides/slide11.xml"/><Relationship Id="rId2" Type="http://schemas.openxmlformats.org/officeDocument/2006/relationships/notesMaster" Target="../notesMasters/notesMaster1.xml"/>
</Relationships>
</file>

<file path=ppt/notesSlides/_rels/notesSlide12.xml.rels><?xml version="1.0" encoding="UTF-8"?>
<Relationships xmlns="http://schemas.openxmlformats.org/package/2006/relationships"><Relationship Id="rId1" Type="http://schemas.openxmlformats.org/officeDocument/2006/relationships/slide" Target="../slides/slide12.xml"/><Relationship Id="rId2" Type="http://schemas.openxmlformats.org/officeDocument/2006/relationships/notesMaster" Target="../notesMasters/notesMaster1.xml"/>
</Relationships>
</file>

<file path=ppt/notesSlides/_rels/notesSlide13.xml.rels><?xml version="1.0" encoding="UTF-8"?>
<Relationships xmlns="http://schemas.openxmlformats.org/package/2006/relationships"><Relationship Id="rId1" Type="http://schemas.openxmlformats.org/officeDocument/2006/relationships/slide" Target="../slides/slide13.xml"/><Relationship Id="rId2" Type="http://schemas.openxmlformats.org/officeDocument/2006/relationships/notesMaster" Target="../notesMasters/notesMaster1.xml"/>
</Relationships>
</file>

<file path=ppt/notesSlides/_rels/notesSlide14.xml.rels><?xml version="1.0" encoding="UTF-8"?>
<Relationships xmlns="http://schemas.openxmlformats.org/package/2006/relationships"><Relationship Id="rId1" Type="http://schemas.openxmlformats.org/officeDocument/2006/relationships/slide" Target="../slides/slide14.xml"/><Relationship Id="rId2" Type="http://schemas.openxmlformats.org/officeDocument/2006/relationships/notesMaster" Target="../notesMasters/notesMaster1.xml"/>
</Relationships>
</file>

<file path=ppt/notesSlides/_rels/notesSlide15.xml.rels><?xml version="1.0" encoding="UTF-8"?>
<Relationships xmlns="http://schemas.openxmlformats.org/package/2006/relationships"><Relationship Id="rId1" Type="http://schemas.openxmlformats.org/officeDocument/2006/relationships/slide" Target="../slides/slide15.xml"/><Relationship Id="rId2" Type="http://schemas.openxmlformats.org/officeDocument/2006/relationships/notesMaster" Target="../notesMasters/notesMaster1.xml"/>
</Relationships>
</file>

<file path=ppt/notesSlides/_rels/notesSlide16.xml.rels><?xml version="1.0" encoding="UTF-8"?>
<Relationships xmlns="http://schemas.openxmlformats.org/package/2006/relationships"><Relationship Id="rId1" Type="http://schemas.openxmlformats.org/officeDocument/2006/relationships/slide" Target="../slides/slide16.xml"/><Relationship Id="rId2" Type="http://schemas.openxmlformats.org/officeDocument/2006/relationships/notesMaster" Target="../notesMasters/notesMaster1.xml"/>
</Relationships>
</file>

<file path=ppt/notesSlides/_rels/notesSlide17.xml.rels><?xml version="1.0" encoding="UTF-8"?>
<Relationships xmlns="http://schemas.openxmlformats.org/package/2006/relationships"><Relationship Id="rId1" Type="http://schemas.openxmlformats.org/officeDocument/2006/relationships/slide" Target="../slides/slide17.xml"/><Relationship Id="rId2" Type="http://schemas.openxmlformats.org/officeDocument/2006/relationships/notesMaster" Target="../notesMasters/notesMaster1.xml"/>
</Relationships>
</file>

<file path=ppt/notesSlides/_rels/notesSlide18.xml.rels><?xml version="1.0" encoding="UTF-8"?>
<Relationships xmlns="http://schemas.openxmlformats.org/package/2006/relationships"><Relationship Id="rId1" Type="http://schemas.openxmlformats.org/officeDocument/2006/relationships/slide" Target="../slides/slide18.xml"/><Relationship Id="rId2" Type="http://schemas.openxmlformats.org/officeDocument/2006/relationships/notesMaster" Target="../notesMasters/notesMaster1.xml"/>
</Relationships>
</file>

<file path=ppt/notesSlides/_rels/notesSlide19.xml.rels><?xml version="1.0" encoding="UTF-8"?>
<Relationships xmlns="http://schemas.openxmlformats.org/package/2006/relationships"><Relationship Id="rId1" Type="http://schemas.openxmlformats.org/officeDocument/2006/relationships/slide" Target="../slides/slide19.xml"/><Relationship Id="rId2" Type="http://schemas.openxmlformats.org/officeDocument/2006/relationships/notesMaster" Target="../notesMasters/notesMaster1.xml"/>
</Relationships>
</file>

<file path=ppt/notesSlides/_rels/notesSlide20.xml.rels><?xml version="1.0" encoding="UTF-8"?>
<Relationships xmlns="http://schemas.openxmlformats.org/package/2006/relationships"><Relationship Id="rId1" Type="http://schemas.openxmlformats.org/officeDocument/2006/relationships/slide" Target="../slides/slide20.xml"/><Relationship Id="rId2" Type="http://schemas.openxmlformats.org/officeDocument/2006/relationships/notesMaster" Target="../notesMasters/notesMaster1.xml"/>
</Relationships>
</file>

<file path=ppt/notesSlides/_rels/notesSlide21.xml.rels><?xml version="1.0" encoding="UTF-8"?>
<Relationships xmlns="http://schemas.openxmlformats.org/package/2006/relationships"><Relationship Id="rId1" Type="http://schemas.openxmlformats.org/officeDocument/2006/relationships/slide" Target="../slides/slide21.xml"/><Relationship Id="rId2" Type="http://schemas.openxmlformats.org/officeDocument/2006/relationships/notesMaster" Target="../notesMasters/notesMaster1.xml"/>
</Relationships>
</file>

<file path=ppt/notesSlides/_rels/notesSlide22.xml.rels><?xml version="1.0" encoding="UTF-8"?>
<Relationships xmlns="http://schemas.openxmlformats.org/package/2006/relationships"><Relationship Id="rId1" Type="http://schemas.openxmlformats.org/officeDocument/2006/relationships/slide" Target="../slides/slide22.xml"/><Relationship Id="rId2" Type="http://schemas.openxmlformats.org/officeDocument/2006/relationships/notesMaster" Target="../notesMasters/notesMaster1.xml"/>
</Relationships>
</file>

<file path=ppt/notesSlides/_rels/notesSlide23.xml.rels><?xml version="1.0" encoding="UTF-8"?>
<Relationships xmlns="http://schemas.openxmlformats.org/package/2006/relationships"><Relationship Id="rId1" Type="http://schemas.openxmlformats.org/officeDocument/2006/relationships/slide" Target="../slides/slide23.xml"/><Relationship Id="rId2" Type="http://schemas.openxmlformats.org/officeDocument/2006/relationships/notesMaster" Target="../notesMasters/notesMaster1.xml"/>
</Relationships>
</file>

<file path=ppt/notesSlides/_rels/notesSlide24.xml.rels><?xml version="1.0" encoding="UTF-8"?>
<Relationships xmlns="http://schemas.openxmlformats.org/package/2006/relationships"><Relationship Id="rId1" Type="http://schemas.openxmlformats.org/officeDocument/2006/relationships/slide" Target="../slides/slide24.xml"/><Relationship Id="rId2" Type="http://schemas.openxmlformats.org/officeDocument/2006/relationships/notesMaster" Target="../notesMasters/notesMaster1.xml"/>
</Relationships>
</file>

<file path=ppt/notesSlides/_rels/notesSlide25.xml.rels><?xml version="1.0" encoding="UTF-8"?>
<Relationships xmlns="http://schemas.openxmlformats.org/package/2006/relationships"><Relationship Id="rId1" Type="http://schemas.openxmlformats.org/officeDocument/2006/relationships/slide" Target="../slides/slide25.xml"/><Relationship Id="rId2" Type="http://schemas.openxmlformats.org/officeDocument/2006/relationships/notesMaster" Target="../notesMasters/notesMaster1.xml"/>
</Relationships>
</file>

<file path=ppt/notesSlides/_rels/notesSlide26.xml.rels><?xml version="1.0" encoding="UTF-8"?>
<Relationships xmlns="http://schemas.openxmlformats.org/package/2006/relationships"><Relationship Id="rId1" Type="http://schemas.openxmlformats.org/officeDocument/2006/relationships/slide" Target="../slides/slide26.xml"/><Relationship Id="rId2" Type="http://schemas.openxmlformats.org/officeDocument/2006/relationships/notesMaster" Target="../notesMasters/notesMaster1.xml"/>
</Relationships>
</file>

<file path=ppt/notesSlides/_rels/notesSlide27.xml.rels><?xml version="1.0" encoding="UTF-8"?>
<Relationships xmlns="http://schemas.openxmlformats.org/package/2006/relationships"><Relationship Id="rId1" Type="http://schemas.openxmlformats.org/officeDocument/2006/relationships/slide" Target="../slides/slide27.xml"/><Relationship Id="rId2" Type="http://schemas.openxmlformats.org/officeDocument/2006/relationships/notesMaster" Target="../notesMasters/notesMaster1.xml"/>
</Relationships>
</file>

<file path=ppt/notesSlides/_rels/notesSlide28.xml.rels><?xml version="1.0" encoding="UTF-8"?>
<Relationships xmlns="http://schemas.openxmlformats.org/package/2006/relationships"><Relationship Id="rId1" Type="http://schemas.openxmlformats.org/officeDocument/2006/relationships/slide" Target="../slides/slide28.xml"/><Relationship Id="rId2" Type="http://schemas.openxmlformats.org/officeDocument/2006/relationships/notesMaster" Target="../notesMasters/notesMaster1.xml"/>
</Relationships>
</file>

<file path=ppt/notesSlides/_rels/notesSlide29.xml.rels><?xml version="1.0" encoding="UTF-8"?>
<Relationships xmlns="http://schemas.openxmlformats.org/package/2006/relationships"><Relationship Id="rId1" Type="http://schemas.openxmlformats.org/officeDocument/2006/relationships/slide" Target="../slides/slide29.xml"/><Relationship Id="rId2" Type="http://schemas.openxmlformats.org/officeDocument/2006/relationships/notesMaster" Target="../notesMasters/notesMaster1.xml"/>
</Relationships>
</file>

<file path=ppt/notesSlides/_rels/notesSlide30.xml.rels><?xml version="1.0" encoding="UTF-8"?>
<Relationships xmlns="http://schemas.openxmlformats.org/package/2006/relationships"><Relationship Id="rId1" Type="http://schemas.openxmlformats.org/officeDocument/2006/relationships/slide" Target="../slides/slide30.xml"/><Relationship Id="rId2" Type="http://schemas.openxmlformats.org/officeDocument/2006/relationships/notesMaster" Target="../notesMasters/notesMaster1.xml"/>
</Relationships>
</file>

<file path=ppt/notesSlides/_rels/notesSlide31.xml.rels><?xml version="1.0" encoding="UTF-8"?>
<Relationships xmlns="http://schemas.openxmlformats.org/package/2006/relationships"><Relationship Id="rId1" Type="http://schemas.openxmlformats.org/officeDocument/2006/relationships/slide" Target="../slides/slide31.xml"/><Relationship Id="rId2" Type="http://schemas.openxmlformats.org/officeDocument/2006/relationships/notesMaster" Target="../notesMasters/notesMaster1.xml"/>
</Relationships>
</file>

<file path=ppt/notesSlides/_rels/notesSlide32.xml.rels><?xml version="1.0" encoding="UTF-8"?>
<Relationships xmlns="http://schemas.openxmlformats.org/package/2006/relationships"><Relationship Id="rId1" Type="http://schemas.openxmlformats.org/officeDocument/2006/relationships/slide" Target="../slides/slide32.xml"/><Relationship Id="rId2" Type="http://schemas.openxmlformats.org/officeDocument/2006/relationships/notesMaster" Target="../notesMasters/notesMaster1.xml"/>
</Relationships>
</file>

<file path=ppt/notesSlides/_rels/notesSlide33.xml.rels><?xml version="1.0" encoding="UTF-8"?>
<Relationships xmlns="http://schemas.openxmlformats.org/package/2006/relationships"><Relationship Id="rId1" Type="http://schemas.openxmlformats.org/officeDocument/2006/relationships/slide" Target="../slides/slide33.xml"/><Relationship Id="rId2" Type="http://schemas.openxmlformats.org/officeDocument/2006/relationships/notesMaster" Target="../notesMasters/notesMaster1.xml"/>
</Relationships>
</file>

<file path=ppt/notesSlides/_rels/notesSlide34.xml.rels><?xml version="1.0" encoding="UTF-8"?>
<Relationships xmlns="http://schemas.openxmlformats.org/package/2006/relationships"><Relationship Id="rId1" Type="http://schemas.openxmlformats.org/officeDocument/2006/relationships/slide" Target="../slides/slide34.xml"/><Relationship Id="rId2" Type="http://schemas.openxmlformats.org/officeDocument/2006/relationships/notesMaster" Target="../notesMasters/notesMaster1.xml"/>
</Relationships>
</file>

<file path=ppt/notesSlides/_rels/notesSlide35.xml.rels><?xml version="1.0" encoding="UTF-8"?>
<Relationships xmlns="http://schemas.openxmlformats.org/package/2006/relationships"><Relationship Id="rId1" Type="http://schemas.openxmlformats.org/officeDocument/2006/relationships/slide" Target="../slides/slide35.xml"/><Relationship Id="rId2" Type="http://schemas.openxmlformats.org/officeDocument/2006/relationships/notesMaster" Target="../notesMasters/notesMaster1.xml"/>
</Relationships>
</file>

<file path=ppt/notesSlides/notesSlide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73" name="PlaceHolder 1"/>
          <p:cNvSpPr>
            <a:spLocks noGrp="1"/>
          </p:cNvSpPr>
          <p:nvPr>
            <p:ph type="sldImg"/>
          </p:nvPr>
        </p:nvSpPr>
        <p:spPr>
          <a:xfrm>
            <a:off x="1143000" y="685800"/>
            <a:ext cx="4571640" cy="3428640"/>
          </a:xfrm>
          <a:prstGeom prst="rect">
            <a:avLst/>
          </a:prstGeom>
          <a:ln w="0">
            <a:noFill/>
          </a:ln>
        </p:spPr>
      </p:sp>
      <p:sp>
        <p:nvSpPr>
          <p:cNvPr id="774" name="PlaceHolder 2"/>
          <p:cNvSpPr>
            <a:spLocks noGrp="1"/>
          </p:cNvSpPr>
          <p:nvPr>
            <p:ph type="body"/>
          </p:nvPr>
        </p:nvSpPr>
        <p:spPr>
          <a:xfrm>
            <a:off x="685800" y="4343400"/>
            <a:ext cx="5486040" cy="411444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Este material complementa el Módulo 5 con un objetivo preciso: que cada arquetipo de agente quede claro como una forma de orquestar, y no como un nombre en un catálogo. No vamos a hablar de cómo se programan. Vamos a hablar de qué decisiones toma cada uno, quién las toma y qué información viaja de un paso al siguiente.</a:t>
            </a:r>
            <a:endParaRPr lang="en-US" sz="2000" b="0" u="none" strike="noStrike">
              <a:solidFill>
                <a:srgbClr val="000000"/>
              </a:solidFill>
              <a:effectLst/>
              <a:uFillTx/>
              <a:latin typeface="Arial"/>
            </a:endParaRPr>
          </a:p>
          <a:p>
            <a:pPr indent="0" algn="l">
              <a:lnSpc>
                <a:spcPct val="100000"/>
              </a:lnSpc>
              <a:buNone/>
            </a:pP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La pregunta que organiza todo el recorrido es una sola: cuando un sistema con un modelo de lenguaje resuelve una tarea, ¿quién decide qué se hace después, con qué información se decide y cuándo se termina? Los seis arquetipos que vamos a ver —Reflex, ReAct, Planner-Executor, Query Decomposition, Reflection y Deep Research— son seis respuestas distintas a esa pregunta. Si la sala sale de esta clase pudiendo formular esas tres preguntas ante cualquier diseño de agente, el objetivo está cumplido.</a:t>
            </a:r>
            <a:endParaRPr lang="en-US" sz="2000" b="0" u="none" strike="noStrike">
              <a:solidFill>
                <a:srgbClr val="000000"/>
              </a:solidFill>
              <a:effectLst/>
              <a:uFillTx/>
              <a:latin typeface="Arial"/>
            </a:endParaRPr>
          </a:p>
        </p:txBody>
      </p:sp>
      <p:sp>
        <p:nvSpPr>
          <p:cNvPr id="775" name="PlaceHolder 3"/>
          <p:cNvSpPr>
            <a:spLocks noGrp="1"/>
          </p:cNvSpPr>
          <p:nvPr>
            <p:ph type="sldNum" idx="37"/>
          </p:nvPr>
        </p:nvSpPr>
        <p:spPr>
          <a:xfrm>
            <a:off x="3884760" y="8685360"/>
            <a:ext cx="2971440" cy="456840"/>
          </a:xfrm>
          <a:prstGeom prst="rect">
            <a:avLst/>
          </a:prstGeom>
          <a:noFill/>
          <a:ln w="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689C45A5-CC32-4627-9013-F94BC8C0B2C9}" type="slidenum">
              <a:rPr lang="en-US" sz="1200" b="0" u="none" strike="noStrike">
                <a:solidFill>
                  <a:srgbClr val="000000"/>
                </a:solidFill>
                <a:effectLst/>
                <a:uFillTx/>
                <a:latin typeface="Times New Roman"/>
              </a:rPr>
              <a:t>&lt;number&gt;</a:t>
            </a:fld>
            <a:endParaRPr lang="en-US" sz="1200" b="0" u="none" strike="noStrike">
              <a:solidFill>
                <a:srgbClr val="000000"/>
              </a:solidFill>
              <a:effectLst/>
              <a:uFillTx/>
              <a:latin typeface="Times New Roman"/>
            </a:endParaRPr>
          </a:p>
        </p:txBody>
      </p:sp>
    </p:spTree>
  </p:cSld>
</p:notes>
</file>

<file path=ppt/notesSlides/notesSlide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76" name="PlaceHolder 1"/>
          <p:cNvSpPr>
            <a:spLocks noGrp="1"/>
          </p:cNvSpPr>
          <p:nvPr>
            <p:ph type="sldImg"/>
          </p:nvPr>
        </p:nvSpPr>
        <p:spPr>
          <a:xfrm>
            <a:off x="1143000" y="685800"/>
            <a:ext cx="4571640" cy="3428640"/>
          </a:xfrm>
          <a:prstGeom prst="rect">
            <a:avLst/>
          </a:prstGeom>
          <a:ln w="0">
            <a:noFill/>
          </a:ln>
        </p:spPr>
      </p:sp>
      <p:sp>
        <p:nvSpPr>
          <p:cNvPr id="777" name="PlaceHolder 2"/>
          <p:cNvSpPr>
            <a:spLocks noGrp="1"/>
          </p:cNvSpPr>
          <p:nvPr>
            <p:ph type="body"/>
          </p:nvPr>
        </p:nvSpPr>
        <p:spPr>
          <a:xfrm>
            <a:off x="685800" y="4343400"/>
            <a:ext cx="5486040" cy="411444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Antes de mirar arquetipos conviene fijar el vocabulario. Orquestar es decidir tres cosas.</a:t>
            </a:r>
            <a:endParaRPr lang="en-US" sz="2000" b="0" u="none" strike="noStrike">
              <a:solidFill>
                <a:srgbClr val="000000"/>
              </a:solidFill>
              <a:effectLst/>
              <a:uFillTx/>
              <a:latin typeface="Arial"/>
            </a:endParaRPr>
          </a:p>
          <a:p>
            <a:pPr indent="0" algn="l">
              <a:lnSpc>
                <a:spcPct val="100000"/>
              </a:lnSpc>
              <a:buNone/>
            </a:pP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La primera es qué se ejecuta después. Es el control de ejecución. En un extremo, el código fija de antemano la secuencia y el modelo solo completa huecos. En el otro, el modelo decide en cada vuelta qué herramienta llamar y si ya terminó. Entre ambos hay diseños híbridos donde el modelo decide una vez y el código ejecuta.</a:t>
            </a:r>
            <a:endParaRPr lang="en-US" sz="2000" b="0" u="none" strike="noStrike">
              <a:solidFill>
                <a:srgbClr val="000000"/>
              </a:solidFill>
              <a:effectLst/>
              <a:uFillTx/>
              <a:latin typeface="Arial"/>
            </a:endParaRPr>
          </a:p>
          <a:p>
            <a:pPr indent="0" algn="l">
              <a:lnSpc>
                <a:spcPct val="100000"/>
              </a:lnSpc>
              <a:buNone/>
            </a:pP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La segunda es con qué contexto. Un paso puede ver todo lo que pasó antes, puede ver solo un artefacto explícito como un plan, puede ver un resumen, o puede no ver nada más que su propia entrada. Esta decisión pesa tanto como la primera: determina si el modelo mantiene el hilo, cuánto cuesta cada llamada y cuánto ruido acumula.</a:t>
            </a:r>
            <a:endParaRPr lang="en-US" sz="2000" b="0" u="none" strike="noStrike">
              <a:solidFill>
                <a:srgbClr val="000000"/>
              </a:solidFill>
              <a:effectLst/>
              <a:uFillTx/>
              <a:latin typeface="Arial"/>
            </a:endParaRPr>
          </a:p>
          <a:p>
            <a:pPr indent="0" algn="l">
              <a:lnSpc>
                <a:spcPct val="100000"/>
              </a:lnSpc>
              <a:buNone/>
            </a:pP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La tercera es cuándo se detiene. Un sistema que no sabe terminar es un sistema que gasta sin límite. La señal de cierre puede ser una afirmación del modelo, una verificación determinista o un presupuesto agotado, y esas tres opciones tienen confiabilidad muy distinta.</a:t>
            </a:r>
            <a:endParaRPr lang="en-US" sz="2000" b="0" u="none" strike="noStrike">
              <a:solidFill>
                <a:srgbClr val="000000"/>
              </a:solidFill>
              <a:effectLst/>
              <a:uFillTx/>
              <a:latin typeface="Arial"/>
            </a:endParaRPr>
          </a:p>
          <a:p>
            <a:pPr indent="0" algn="l">
              <a:lnSpc>
                <a:spcPct val="100000"/>
              </a:lnSpc>
              <a:buNone/>
            </a:pP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Vamos a usar estas tres preguntas como plantilla fija: cada arquetipo tendrá una slide que las responde en ese orden.</a:t>
            </a:r>
            <a:endParaRPr lang="en-US" sz="2000" b="0" u="none" strike="noStrike">
              <a:solidFill>
                <a:srgbClr val="000000"/>
              </a:solidFill>
              <a:effectLst/>
              <a:uFillTx/>
              <a:latin typeface="Arial"/>
            </a:endParaRPr>
          </a:p>
        </p:txBody>
      </p:sp>
      <p:sp>
        <p:nvSpPr>
          <p:cNvPr id="778" name="PlaceHolder 3"/>
          <p:cNvSpPr>
            <a:spLocks noGrp="1"/>
          </p:cNvSpPr>
          <p:nvPr>
            <p:ph type="sldNum" idx="38"/>
          </p:nvPr>
        </p:nvSpPr>
        <p:spPr>
          <a:xfrm>
            <a:off x="3884760" y="8685360"/>
            <a:ext cx="2971440" cy="456840"/>
          </a:xfrm>
          <a:prstGeom prst="rect">
            <a:avLst/>
          </a:prstGeom>
          <a:noFill/>
          <a:ln w="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8086470E-620B-4483-8DF5-CF5EC81E8ABE}" type="slidenum">
              <a:rPr lang="en-US" sz="1200" b="0" u="none" strike="noStrike">
                <a:solidFill>
                  <a:srgbClr val="000000"/>
                </a:solidFill>
                <a:effectLst/>
                <a:uFillTx/>
                <a:latin typeface="Times New Roman"/>
              </a:rPr>
              <a:t>&lt;number&gt;</a:t>
            </a:fld>
            <a:endParaRPr lang="en-US" sz="1200" b="0" u="none" strike="noStrike">
              <a:solidFill>
                <a:srgbClr val="000000"/>
              </a:solidFill>
              <a:effectLst/>
              <a:uFillTx/>
              <a:latin typeface="Times New Roman"/>
            </a:endParaRPr>
          </a:p>
        </p:txBody>
      </p:sp>
    </p:spTree>
  </p:cSld>
</p:notes>
</file>

<file path=ppt/notesSlides/notesSlide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79" name="PlaceHolder 1"/>
          <p:cNvSpPr>
            <a:spLocks noGrp="1"/>
          </p:cNvSpPr>
          <p:nvPr>
            <p:ph type="sldImg"/>
          </p:nvPr>
        </p:nvSpPr>
        <p:spPr>
          <a:xfrm>
            <a:off x="1143000" y="685800"/>
            <a:ext cx="4571640" cy="3428640"/>
          </a:xfrm>
          <a:prstGeom prst="rect">
            <a:avLst/>
          </a:prstGeom>
          <a:ln w="0">
            <a:noFill/>
          </a:ln>
        </p:spPr>
      </p:sp>
      <p:sp>
        <p:nvSpPr>
          <p:cNvPr id="780" name="PlaceHolder 2"/>
          <p:cNvSpPr>
            <a:spLocks noGrp="1"/>
          </p:cNvSpPr>
          <p:nvPr>
            <p:ph type="body"/>
          </p:nvPr>
        </p:nvSpPr>
        <p:spPr>
          <a:xfrm>
            <a:off x="685800" y="4343400"/>
            <a:ext cx="5486040" cy="411444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Detengámonos en el control de ejecución porque es la dimensión que más ordena a los arquetipos.</a:t>
            </a:r>
            <a:endParaRPr lang="en-US" sz="2000" b="0" u="none" strike="noStrike">
              <a:solidFill>
                <a:srgbClr val="000000"/>
              </a:solidFill>
              <a:effectLst/>
              <a:uFillTx/>
              <a:latin typeface="Arial"/>
            </a:endParaRPr>
          </a:p>
          <a:p>
            <a:pPr indent="0" algn="l">
              <a:lnSpc>
                <a:spcPct val="100000"/>
              </a:lnSpc>
              <a:buNone/>
            </a:pP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Cuando el control vive en el código, el flujo es una decisión de diseño. Siempre se hacen los mismos pasos en el mismo orden. Eso da previsibilidad, permite probar cada tramo y deja una traza fácil de auditar. El costo es que solo funciona para los casos que alguien previó.</a:t>
            </a:r>
            <a:endParaRPr lang="en-US" sz="2000" b="0" u="none" strike="noStrike">
              <a:solidFill>
                <a:srgbClr val="000000"/>
              </a:solidFill>
              <a:effectLst/>
              <a:uFillTx/>
              <a:latin typeface="Arial"/>
            </a:endParaRPr>
          </a:p>
          <a:p>
            <a:pPr indent="0" algn="l">
              <a:lnSpc>
                <a:spcPct val="100000"/>
              </a:lnSpc>
              <a:buNone/>
            </a:pP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Cuando el control vive en el modelo, el flujo emerge en ejecución. El modelo mira lo que tiene y decide qué sigue. Es la única opción cuando el camino depende de lo que se vaya descubriendo. El costo es doble: cada decisión es una llamada al modelo, y dos corridas con la misma entrada pueden tomar caminos distintos.</a:t>
            </a:r>
            <a:endParaRPr lang="en-US" sz="2000" b="0" u="none" strike="noStrike">
              <a:solidFill>
                <a:srgbClr val="000000"/>
              </a:solidFill>
              <a:effectLst/>
              <a:uFillTx/>
              <a:latin typeface="Arial"/>
            </a:endParaRPr>
          </a:p>
          <a:p>
            <a:pPr indent="0" algn="l">
              <a:lnSpc>
                <a:spcPct val="100000"/>
              </a:lnSpc>
              <a:buNone/>
            </a:pP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El tercer caso, el híbrido, es el más frecuente en la práctica. El modelo decide en momentos acotados y el código impone la estructura y los límites: cuántas rondas, cuánto presupuesto, qué validaciones. Una idea que conviene llevarse: aun en los diseños donde el modelo tiene el control, hay siempre un límite impuesto desde afuera. El control total en manos del modelo no existe en un sistema responsable.</a:t>
            </a:r>
            <a:endParaRPr lang="en-US" sz="2000" b="0" u="none" strike="noStrike">
              <a:solidFill>
                <a:srgbClr val="000000"/>
              </a:solidFill>
              <a:effectLst/>
              <a:uFillTx/>
              <a:latin typeface="Arial"/>
            </a:endParaRPr>
          </a:p>
          <a:p>
            <a:pPr indent="0" algn="l">
              <a:lnSpc>
                <a:spcPct val="100000"/>
              </a:lnSpc>
              <a:buNone/>
            </a:pP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Esto no es una escala de mejor a peor. Es un intercambio, y cada arquetipo elige un punto distinto de él.</a:t>
            </a:r>
            <a:endParaRPr lang="en-US" sz="2000" b="0" u="none" strike="noStrike">
              <a:solidFill>
                <a:srgbClr val="000000"/>
              </a:solidFill>
              <a:effectLst/>
              <a:uFillTx/>
              <a:latin typeface="Arial"/>
            </a:endParaRPr>
          </a:p>
        </p:txBody>
      </p:sp>
      <p:sp>
        <p:nvSpPr>
          <p:cNvPr id="781" name="PlaceHolder 3"/>
          <p:cNvSpPr>
            <a:spLocks noGrp="1"/>
          </p:cNvSpPr>
          <p:nvPr>
            <p:ph type="sldNum" idx="39"/>
          </p:nvPr>
        </p:nvSpPr>
        <p:spPr>
          <a:xfrm>
            <a:off x="3884760" y="8685360"/>
            <a:ext cx="2971440" cy="456840"/>
          </a:xfrm>
          <a:prstGeom prst="rect">
            <a:avLst/>
          </a:prstGeom>
          <a:noFill/>
          <a:ln w="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5F8E89FD-D35E-42A2-9B69-ED69B6CE6225}" type="slidenum">
              <a:rPr lang="en-US" sz="1200" b="0" u="none" strike="noStrike">
                <a:solidFill>
                  <a:srgbClr val="000000"/>
                </a:solidFill>
                <a:effectLst/>
                <a:uFillTx/>
                <a:latin typeface="Times New Roman"/>
              </a:rPr>
              <a:t>&lt;number&gt;</a:t>
            </a:fld>
            <a:endParaRPr lang="en-US" sz="1200" b="0" u="none" strike="noStrike">
              <a:solidFill>
                <a:srgbClr val="000000"/>
              </a:solidFill>
              <a:effectLst/>
              <a:uFillTx/>
              <a:latin typeface="Times New Roman"/>
            </a:endParaRPr>
          </a:p>
        </p:txBody>
      </p:sp>
    </p:spTree>
  </p:cSld>
</p:notes>
</file>

<file path=ppt/notesSlides/notesSlide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82" name="PlaceHolder 1"/>
          <p:cNvSpPr>
            <a:spLocks noGrp="1"/>
          </p:cNvSpPr>
          <p:nvPr>
            <p:ph type="sldImg"/>
          </p:nvPr>
        </p:nvSpPr>
        <p:spPr>
          <a:xfrm>
            <a:off x="1143000" y="685800"/>
            <a:ext cx="4571640" cy="3428640"/>
          </a:xfrm>
          <a:prstGeom prst="rect">
            <a:avLst/>
          </a:prstGeom>
          <a:ln w="0">
            <a:noFill/>
          </a:ln>
        </p:spPr>
      </p:sp>
      <p:sp>
        <p:nvSpPr>
          <p:cNvPr id="783" name="PlaceHolder 2"/>
          <p:cNvSpPr>
            <a:spLocks noGrp="1"/>
          </p:cNvSpPr>
          <p:nvPr>
            <p:ph type="body"/>
          </p:nvPr>
        </p:nvSpPr>
        <p:spPr>
          <a:xfrm>
            <a:off x="685800" y="4343400"/>
            <a:ext cx="5486040" cy="411444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El contexto es el segundo eje, y suele subestimarse. Es lo que el modelo tiene delante al momento de decidir. Nada más. Si una información no está en ese contexto, para el modelo no existe.</a:t>
            </a:r>
            <a:endParaRPr lang="en-US" sz="2000" b="0" u="none" strike="noStrike">
              <a:solidFill>
                <a:srgbClr val="000000"/>
              </a:solidFill>
              <a:effectLst/>
              <a:uFillTx/>
              <a:latin typeface="Arial"/>
            </a:endParaRPr>
          </a:p>
          <a:p>
            <a:pPr indent="0" algn="l">
              <a:lnSpc>
                <a:spcPct val="100000"/>
              </a:lnSpc>
              <a:buNone/>
            </a:pP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Hay cuatro formas de compartirlo entre pasos. La primera es el historial completo: todo lo que pasó se anexa y se vuelve a mostrar. Da máxima coherencia, pero cada vuelta lo agranda, con el costo en tokens y el ruido que eso trae; una observación larga e irrelevante ensucia todas las decisiones posteriores.</a:t>
            </a:r>
            <a:endParaRPr lang="en-US" sz="2000" b="0" u="none" strike="noStrike">
              <a:solidFill>
                <a:srgbClr val="000000"/>
              </a:solidFill>
              <a:effectLst/>
              <a:uFillTx/>
              <a:latin typeface="Arial"/>
            </a:endParaRPr>
          </a:p>
          <a:p>
            <a:pPr indent="0" algn="l">
              <a:lnSpc>
                <a:spcPct val="100000"/>
              </a:lnSpc>
              <a:buNone/>
            </a:pP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La segunda es un artefacto explícito. Un plan, un borrador, una lista de hallazgos: un objeto con forma definida que conecta los pasos. Cada paso recibe solo la porción que necesita. Además, un artefacto se puede inspeccionar, aprobar o corregir por alguien ajeno al modelo.</a:t>
            </a:r>
            <a:endParaRPr lang="en-US" sz="2000" b="0" u="none" strike="noStrike">
              <a:solidFill>
                <a:srgbClr val="000000"/>
              </a:solidFill>
              <a:effectLst/>
              <a:uFillTx/>
              <a:latin typeface="Arial"/>
            </a:endParaRPr>
          </a:p>
          <a:p>
            <a:pPr indent="0" algn="l">
              <a:lnSpc>
                <a:spcPct val="100000"/>
              </a:lnSpc>
              <a:buNone/>
            </a:pP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La tercera es el resumen o bloc de notas: se comprime lo aprendido para que el contexto no crezca sin control. Es imprescindible cuando la tarea es larga, pero cualquier compresión puede perder justo el dato que después hacía falta.</a:t>
            </a:r>
            <a:endParaRPr lang="en-US" sz="2000" b="0" u="none" strike="noStrike">
              <a:solidFill>
                <a:srgbClr val="000000"/>
              </a:solidFill>
              <a:effectLst/>
              <a:uFillTx/>
              <a:latin typeface="Arial"/>
            </a:endParaRPr>
          </a:p>
          <a:p>
            <a:pPr indent="0" algn="l">
              <a:lnSpc>
                <a:spcPct val="100000"/>
              </a:lnSpc>
              <a:buNone/>
            </a:pP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La cuarta es el contexto aislado: una unidad de trabajo arranca limpia, hace lo suyo y devuelve solo su resultado. Evita que unas evidencias contaminen a otras, a cambio de perder los matices que quedaron en el material intermedio.</a:t>
            </a:r>
            <a:endParaRPr lang="en-US" sz="2000" b="0" u="none" strike="noStrike">
              <a:solidFill>
                <a:srgbClr val="000000"/>
              </a:solidFill>
              <a:effectLst/>
              <a:uFillTx/>
              <a:latin typeface="Arial"/>
            </a:endParaRPr>
          </a:p>
          <a:p>
            <a:pPr indent="0" algn="l">
              <a:lnSpc>
                <a:spcPct val="100000"/>
              </a:lnSpc>
              <a:buNone/>
            </a:pP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Los arquetipos se diferencian mucho más por cómo manejan esto de lo que suele parecer.</a:t>
            </a:r>
            <a:endParaRPr lang="en-US" sz="2000" b="0" u="none" strike="noStrike">
              <a:solidFill>
                <a:srgbClr val="000000"/>
              </a:solidFill>
              <a:effectLst/>
              <a:uFillTx/>
              <a:latin typeface="Arial"/>
            </a:endParaRPr>
          </a:p>
        </p:txBody>
      </p:sp>
      <p:sp>
        <p:nvSpPr>
          <p:cNvPr id="784" name="PlaceHolder 3"/>
          <p:cNvSpPr>
            <a:spLocks noGrp="1"/>
          </p:cNvSpPr>
          <p:nvPr>
            <p:ph type="sldNum" idx="40"/>
          </p:nvPr>
        </p:nvSpPr>
        <p:spPr>
          <a:xfrm>
            <a:off x="3884760" y="8685360"/>
            <a:ext cx="2971440" cy="456840"/>
          </a:xfrm>
          <a:prstGeom prst="rect">
            <a:avLst/>
          </a:prstGeom>
          <a:noFill/>
          <a:ln w="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A44A1E82-C838-44F6-B5A7-F63CD7B6A6D1}" type="slidenum">
              <a:rPr lang="en-US" sz="1200" b="0" u="none" strike="noStrike">
                <a:solidFill>
                  <a:srgbClr val="000000"/>
                </a:solidFill>
                <a:effectLst/>
                <a:uFillTx/>
                <a:latin typeface="Times New Roman"/>
              </a:rPr>
              <a:t>&lt;number&gt;</a:t>
            </a:fld>
            <a:endParaRPr lang="en-US" sz="1200" b="0" u="none" strike="noStrike">
              <a:solidFill>
                <a:srgbClr val="000000"/>
              </a:solidFill>
              <a:effectLst/>
              <a:uFillTx/>
              <a:latin typeface="Times New Roman"/>
            </a:endParaRPr>
          </a:p>
        </p:txBody>
      </p:sp>
    </p:spTree>
  </p:cSld>
</p:notes>
</file>

<file path=ppt/notesSlides/notesSlide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85" name="PlaceHolder 1"/>
          <p:cNvSpPr>
            <a:spLocks noGrp="1"/>
          </p:cNvSpPr>
          <p:nvPr>
            <p:ph type="sldImg"/>
          </p:nvPr>
        </p:nvSpPr>
        <p:spPr>
          <a:xfrm>
            <a:off x="1143000" y="685800"/>
            <a:ext cx="4571640" cy="3428640"/>
          </a:xfrm>
          <a:prstGeom prst="rect">
            <a:avLst/>
          </a:prstGeom>
          <a:ln w="0">
            <a:noFill/>
          </a:ln>
        </p:spPr>
      </p:sp>
      <p:sp>
        <p:nvSpPr>
          <p:cNvPr id="786" name="PlaceHolder 2"/>
          <p:cNvSpPr>
            <a:spLocks noGrp="1"/>
          </p:cNvSpPr>
          <p:nvPr>
            <p:ph type="body"/>
          </p:nvPr>
        </p:nvSpPr>
        <p:spPr>
          <a:xfrm>
            <a:off x="685800" y="4343400"/>
            <a:ext cx="5486040" cy="411444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Esta slide condensa la idea central de la planificación en agentes: separar razonar de actuar. Razonar es decidir qué hacer; actuar es llamar a una herramienta y traer un resultado del mundo. Un bucle simple de herramientas actúa sin planificar. Lo que convierte a ese bucle en un agente es que hay una fase de razonamiento que decide qué acción sigue y por qué. Es la misma observación que hacen las referencias sobre planificación en agentes que consultamos para armar este material.</a:t>
            </a:r>
            <a:endParaRPr lang="en-US" sz="2000" b="0" u="none" strike="noStrike">
              <a:solidFill>
                <a:srgbClr val="000000"/>
              </a:solidFill>
              <a:effectLst/>
              <a:uFillTx/>
              <a:latin typeface="Arial"/>
            </a:endParaRPr>
          </a:p>
          <a:p>
            <a:pPr indent="0" algn="l">
              <a:lnSpc>
                <a:spcPct val="100000"/>
              </a:lnSpc>
              <a:buNone/>
            </a:pP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Lo interesante es que cada arquetipo es, en esencia, un patrón temporal distinto de alternar esas dos actividades, más una tercera: evaluar.</a:t>
            </a:r>
            <a:endParaRPr lang="en-US" sz="2000" b="0" u="none" strike="noStrike">
              <a:solidFill>
                <a:srgbClr val="000000"/>
              </a:solidFill>
              <a:effectLst/>
              <a:uFillTx/>
              <a:latin typeface="Arial"/>
            </a:endParaRPr>
          </a:p>
          <a:p>
            <a:pPr indent="0" algn="l">
              <a:lnSpc>
                <a:spcPct val="100000"/>
              </a:lnSpc>
              <a:buNone/>
            </a:pP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Reflex actúa y nada más: una sola pasada. ReAct alterna razonar y actuar en cada vuelta, sin saber de antemano cuántas habrá. Planner-Executor razona una vez, por adelantado, y luego actúa varias veces siguiendo lo razonado. Query Decomposition razona para partir la pregunta, actúa una vez por cada parte y razona de nuevo para sintetizar. Reflection alterna generar y evaluar en un lazo de estructura fija. Deep Research combina todo: planifica, actúa en paralelo, evalúa qué falta, vuelve a razonar y repite hasta que la cobertura alcance o el presupuesto se agote.</a:t>
            </a:r>
            <a:endParaRPr lang="en-US" sz="2000" b="0" u="none" strike="noStrike">
              <a:solidFill>
                <a:srgbClr val="000000"/>
              </a:solidFill>
              <a:effectLst/>
              <a:uFillTx/>
              <a:latin typeface="Arial"/>
            </a:endParaRPr>
          </a:p>
          <a:p>
            <a:pPr indent="0" algn="l">
              <a:lnSpc>
                <a:spcPct val="100000"/>
              </a:lnSpc>
              <a:buNone/>
            </a:pP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Si la sala recuerda solo este dibujo, ya puede reconstruir cada arquetipo: basta preguntarse cuándo se piensa, cuándo se actúa y cuándo se verifica.</a:t>
            </a:r>
            <a:endParaRPr lang="en-US" sz="2000" b="0" u="none" strike="noStrike">
              <a:solidFill>
                <a:srgbClr val="000000"/>
              </a:solidFill>
              <a:effectLst/>
              <a:uFillTx/>
              <a:latin typeface="Arial"/>
            </a:endParaRPr>
          </a:p>
        </p:txBody>
      </p:sp>
      <p:sp>
        <p:nvSpPr>
          <p:cNvPr id="787" name="PlaceHolder 3"/>
          <p:cNvSpPr>
            <a:spLocks noGrp="1"/>
          </p:cNvSpPr>
          <p:nvPr>
            <p:ph type="sldNum" idx="41"/>
          </p:nvPr>
        </p:nvSpPr>
        <p:spPr>
          <a:xfrm>
            <a:off x="3884760" y="8685360"/>
            <a:ext cx="2971440" cy="456840"/>
          </a:xfrm>
          <a:prstGeom prst="rect">
            <a:avLst/>
          </a:prstGeom>
          <a:noFill/>
          <a:ln w="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228FDD72-0063-418B-AB4C-87EB6B34BE70}" type="slidenum">
              <a:rPr lang="en-US" sz="1200" b="0" u="none" strike="noStrike">
                <a:solidFill>
                  <a:srgbClr val="000000"/>
                </a:solidFill>
                <a:effectLst/>
                <a:uFillTx/>
                <a:latin typeface="Times New Roman"/>
              </a:rPr>
              <a:t>&lt;number&gt;</a:t>
            </a:fld>
            <a:endParaRPr lang="en-US" sz="1200" b="0" u="none" strike="noStrike">
              <a:solidFill>
                <a:srgbClr val="000000"/>
              </a:solidFill>
              <a:effectLst/>
              <a:uFillTx/>
              <a:latin typeface="Times New Roman"/>
            </a:endParaRPr>
          </a:p>
        </p:txBody>
      </p:sp>
    </p:spTree>
  </p:cSld>
</p:notes>
</file>

<file path=ppt/notesSlides/notesSlide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88" name="PlaceHolder 1"/>
          <p:cNvSpPr>
            <a:spLocks noGrp="1"/>
          </p:cNvSpPr>
          <p:nvPr>
            <p:ph type="sldImg"/>
          </p:nvPr>
        </p:nvSpPr>
        <p:spPr>
          <a:xfrm>
            <a:off x="1143000" y="685800"/>
            <a:ext cx="4571640" cy="3428640"/>
          </a:xfrm>
          <a:prstGeom prst="rect">
            <a:avLst/>
          </a:prstGeom>
          <a:ln w="0">
            <a:noFill/>
          </a:ln>
        </p:spPr>
      </p:sp>
      <p:sp>
        <p:nvSpPr>
          <p:cNvPr id="789" name="PlaceHolder 2"/>
          <p:cNvSpPr>
            <a:spLocks noGrp="1"/>
          </p:cNvSpPr>
          <p:nvPr>
            <p:ph type="body"/>
          </p:nvPr>
        </p:nvSpPr>
        <p:spPr>
          <a:xfrm>
            <a:off x="685800" y="4343400"/>
            <a:ext cx="5486040" cy="411444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Si ordenamos los seis arquetipos según quién decide el flujo, aparece un espectro. Es un ordenamiento didáctico, no una medición: una implementación concreta puede correr cualquiera de estos marcadores hacia un lado o hacia el otro.</a:t>
            </a:r>
            <a:endParaRPr lang="en-US" sz="2000" b="0" u="none" strike="noStrike">
              <a:solidFill>
                <a:srgbClr val="000000"/>
              </a:solidFill>
              <a:effectLst/>
              <a:uFillTx/>
              <a:latin typeface="Arial"/>
            </a:endParaRPr>
          </a:p>
          <a:p>
            <a:pPr indent="0" algn="l">
              <a:lnSpc>
                <a:spcPct val="100000"/>
              </a:lnSpc>
              <a:buNone/>
            </a:pP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A la izquierda, Reflex: el flujo está resuelto en el diseño y no hay nada que decidir en ejecución. Después, Planner-Executor: el modelo decide, pero una sola vez y de manera explícita en forma de plan; a partir de ahí, el control pasa al código, que recorre el plan. Query Decomposition es parecido: el modelo decide cómo partir la pregunta y el resto es mecánico.</a:t>
            </a:r>
            <a:endParaRPr lang="en-US" sz="2000" b="0" u="none" strike="noStrike">
              <a:solidFill>
                <a:srgbClr val="000000"/>
              </a:solidFill>
              <a:effectLst/>
              <a:uFillTx/>
              <a:latin typeface="Arial"/>
            </a:endParaRPr>
          </a:p>
          <a:p>
            <a:pPr indent="0" algn="l">
              <a:lnSpc>
                <a:spcPct val="100000"/>
              </a:lnSpc>
              <a:buNone/>
            </a:pP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En el centro está Reflection, un caso interesante: la estructura del lazo, generar, evaluar, corregir, la fija el código; lo que decide el modelo es el veredicto y cómo corregir. A la derecha, ReAct, donde el modelo decide todo el tiempo, y Deep Research, donde además decide cuántas rondas y qué investigar.</a:t>
            </a:r>
            <a:endParaRPr lang="en-US" sz="2000" b="0" u="none" strike="noStrike">
              <a:solidFill>
                <a:srgbClr val="000000"/>
              </a:solidFill>
              <a:effectLst/>
              <a:uFillTx/>
              <a:latin typeface="Arial"/>
            </a:endParaRPr>
          </a:p>
          <a:p>
            <a:pPr indent="0" algn="l">
              <a:lnSpc>
                <a:spcPct val="100000"/>
              </a:lnSpc>
              <a:buNone/>
            </a:pP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Moverse a la derecha compra adaptabilidad y cuesta previsibilidad, latencia y dinero. La regla práctica que se desprende: empezar por la izquierda y desplazarse a la derecha solo cuando la tarea lo exija.</a:t>
            </a:r>
            <a:endParaRPr lang="en-US" sz="2000" b="0" u="none" strike="noStrike">
              <a:solidFill>
                <a:srgbClr val="000000"/>
              </a:solidFill>
              <a:effectLst/>
              <a:uFillTx/>
              <a:latin typeface="Arial"/>
            </a:endParaRPr>
          </a:p>
        </p:txBody>
      </p:sp>
      <p:sp>
        <p:nvSpPr>
          <p:cNvPr id="790" name="PlaceHolder 3"/>
          <p:cNvSpPr>
            <a:spLocks noGrp="1"/>
          </p:cNvSpPr>
          <p:nvPr>
            <p:ph type="sldNum" idx="42"/>
          </p:nvPr>
        </p:nvSpPr>
        <p:spPr>
          <a:xfrm>
            <a:off x="3884760" y="8685360"/>
            <a:ext cx="2971440" cy="456840"/>
          </a:xfrm>
          <a:prstGeom prst="rect">
            <a:avLst/>
          </a:prstGeom>
          <a:noFill/>
          <a:ln w="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9EE13C1F-3A88-42FD-AA31-D3DFB5FB3C67}" type="slidenum">
              <a:rPr lang="en-US" sz="1200" b="0" u="none" strike="noStrike">
                <a:solidFill>
                  <a:srgbClr val="000000"/>
                </a:solidFill>
                <a:effectLst/>
                <a:uFillTx/>
                <a:latin typeface="Times New Roman"/>
              </a:rPr>
              <a:t>&lt;number&gt;</a:t>
            </a:fld>
            <a:endParaRPr lang="en-US" sz="1200" b="0" u="none" strike="noStrike">
              <a:solidFill>
                <a:srgbClr val="000000"/>
              </a:solidFill>
              <a:effectLst/>
              <a:uFillTx/>
              <a:latin typeface="Times New Roman"/>
            </a:endParaRPr>
          </a:p>
        </p:txBody>
      </p:sp>
    </p:spTree>
  </p:cSld>
</p:notes>
</file>

<file path=ppt/notesSlides/notesSlide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91" name="PlaceHolder 1"/>
          <p:cNvSpPr>
            <a:spLocks noGrp="1"/>
          </p:cNvSpPr>
          <p:nvPr>
            <p:ph type="sldImg"/>
          </p:nvPr>
        </p:nvSpPr>
        <p:spPr>
          <a:xfrm>
            <a:off x="1143000" y="685800"/>
            <a:ext cx="4571640" cy="3428640"/>
          </a:xfrm>
          <a:prstGeom prst="rect">
            <a:avLst/>
          </a:prstGeom>
          <a:ln w="0">
            <a:noFill/>
          </a:ln>
        </p:spPr>
      </p:sp>
      <p:sp>
        <p:nvSpPr>
          <p:cNvPr id="792" name="PlaceHolder 2"/>
          <p:cNvSpPr>
            <a:spLocks noGrp="1"/>
          </p:cNvSpPr>
          <p:nvPr>
            <p:ph type="body"/>
          </p:nvPr>
        </p:nvSpPr>
        <p:spPr>
          <a:xfrm>
            <a:off x="685800" y="4343400"/>
            <a:ext cx="5486040" cy="411444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Este es el mapa de lo que sigue. Cada uno de los seis arquetipos se presenta con la misma secuencia de cuatro slides para poder compararlos sin esfuerzo: primero un diagrama del flujo, después las tres preguntas de orquestación respondidas, luego las fallas típicas y el criterio para elegirlo o descartarlo, y por último un ejemplo recorrido paso a paso.</a:t>
            </a:r>
            <a:endParaRPr lang="en-US" sz="2000" b="0" u="none" strike="noStrike">
              <a:solidFill>
                <a:srgbClr val="000000"/>
              </a:solidFill>
              <a:effectLst/>
              <a:uFillTx/>
              <a:latin typeface="Arial"/>
            </a:endParaRPr>
          </a:p>
          <a:p>
            <a:pPr indent="0" algn="l">
              <a:lnSpc>
                <a:spcPct val="100000"/>
              </a:lnSpc>
              <a:buNone/>
            </a:pP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En los diagramas mantenemos un código de colores constante. Naranja indica que decide el modelo. Azul indica que decide el código. Verde marca herramientas o el mundo externo. Ámbar marca artefactos o contexto compartido. Gris, entradas y salidas. Con solo mirar los colores se ve dónde vive el control y dónde viaja el contexto.</a:t>
            </a:r>
            <a:endParaRPr lang="en-US" sz="2000" b="0" u="none" strike="noStrike">
              <a:solidFill>
                <a:srgbClr val="000000"/>
              </a:solidFill>
              <a:effectLst/>
              <a:uFillTx/>
              <a:latin typeface="Arial"/>
            </a:endParaRPr>
          </a:p>
          <a:p>
            <a:pPr indent="0" algn="l">
              <a:lnSpc>
                <a:spcPct val="100000"/>
              </a:lnSpc>
              <a:buNone/>
            </a:pP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Al final hay dos slides de cierre: cómo se combinan los arquetipos, porque en producción casi nunca aparecen solos, y un árbol de decisión para elegir. Nada de esto describe cómo se programan; describe cómo se comportan.</a:t>
            </a:r>
            <a:endParaRPr lang="en-US" sz="2000" b="0" u="none" strike="noStrike">
              <a:solidFill>
                <a:srgbClr val="000000"/>
              </a:solidFill>
              <a:effectLst/>
              <a:uFillTx/>
              <a:latin typeface="Arial"/>
            </a:endParaRPr>
          </a:p>
        </p:txBody>
      </p:sp>
      <p:sp>
        <p:nvSpPr>
          <p:cNvPr id="793" name="PlaceHolder 3"/>
          <p:cNvSpPr>
            <a:spLocks noGrp="1"/>
          </p:cNvSpPr>
          <p:nvPr>
            <p:ph type="sldNum" idx="43"/>
          </p:nvPr>
        </p:nvSpPr>
        <p:spPr>
          <a:xfrm>
            <a:off x="3884760" y="8685360"/>
            <a:ext cx="2971440" cy="456840"/>
          </a:xfrm>
          <a:prstGeom prst="rect">
            <a:avLst/>
          </a:prstGeom>
          <a:noFill/>
          <a:ln w="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F9188C82-EC51-4971-AACB-87A045979BE9}" type="slidenum">
              <a:rPr lang="en-US" sz="1200" b="0" u="none" strike="noStrike">
                <a:solidFill>
                  <a:srgbClr val="000000"/>
                </a:solidFill>
                <a:effectLst/>
                <a:uFillTx/>
                <a:latin typeface="Times New Roman"/>
              </a:rPr>
              <a:t>&lt;number&gt;</a:t>
            </a:fld>
            <a:endParaRPr lang="en-US" sz="1200" b="0" u="none" strike="noStrike">
              <a:solidFill>
                <a:srgbClr val="000000"/>
              </a:solidFill>
              <a:effectLst/>
              <a:uFillTx/>
              <a:latin typeface="Times New Roman"/>
            </a:endParaRPr>
          </a:p>
        </p:txBody>
      </p:sp>
    </p:spTree>
  </p:cSld>
</p:notes>
</file>

<file path=ppt/notesSlides/notesSlide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94" name="PlaceHolder 1"/>
          <p:cNvSpPr>
            <a:spLocks noGrp="1"/>
          </p:cNvSpPr>
          <p:nvPr>
            <p:ph type="sldImg"/>
          </p:nvPr>
        </p:nvSpPr>
        <p:spPr>
          <a:xfrm>
            <a:off x="1143000" y="685800"/>
            <a:ext cx="4571640" cy="3428640"/>
          </a:xfrm>
          <a:prstGeom prst="rect">
            <a:avLst/>
          </a:prstGeom>
          <a:ln w="0">
            <a:noFill/>
          </a:ln>
        </p:spPr>
      </p:sp>
      <p:sp>
        <p:nvSpPr>
          <p:cNvPr id="795" name="PlaceHolder 2"/>
          <p:cNvSpPr>
            <a:spLocks noGrp="1"/>
          </p:cNvSpPr>
          <p:nvPr>
            <p:ph type="body"/>
          </p:nvPr>
        </p:nvSpPr>
        <p:spPr>
          <a:xfrm>
            <a:off x="685800" y="4343400"/>
            <a:ext cx="5486040" cy="411444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El agente Reflex es el arquetipo más simple y conviene usarlo como punto de referencia, porque todos los demás se definen por lo que le agregan. La idea viene de la teoría clásica de agentes, los agentes de reflejo simple de Russell y Norvig: una percepción entra, una regla o un mapeo decide, una acción sale.</a:t>
            </a:r>
            <a:endParaRPr lang="en-US" sz="2000" b="0" u="none" strike="noStrike">
              <a:solidFill>
                <a:srgbClr val="000000"/>
              </a:solidFill>
              <a:effectLst/>
              <a:uFillTx/>
              <a:latin typeface="Arial"/>
            </a:endParaRPr>
          </a:p>
          <a:p>
            <a:pPr indent="0" algn="l">
              <a:lnSpc>
                <a:spcPct val="100000"/>
              </a:lnSpc>
              <a:buNone/>
            </a:pP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En este material lo definimos así: una sola pasada de percepción a acción, sin bucle y sin estado intermedio. Esa definición admite dos realizaciones. La decisión puede ser una regla codificada, como un if-else o una tabla de búsqueda, o puede ser una única llamada a un modelo que clasifica. Lo que no admite es más de una pasada: apenas hay un segundo paso que depende del primero, ya no es un reflex.</a:t>
            </a:r>
            <a:endParaRPr lang="en-US" sz="2000" b="0" u="none" strike="noStrike">
              <a:solidFill>
                <a:srgbClr val="000000"/>
              </a:solidFill>
              <a:effectLst/>
              <a:uFillTx/>
              <a:latin typeface="Arial"/>
            </a:endParaRPr>
          </a:p>
          <a:p>
            <a:pPr indent="0" algn="l">
              <a:lnSpc>
                <a:spcPct val="100000"/>
              </a:lnSpc>
              <a:buNone/>
            </a:pP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En el diagrama, el ejemplo es un banco digital que recibe un mensaje y lo enruta a una de tres colas: tarjetas, préstamos o fraude. Fíjense en que no hay flechas que vuelvan hacia atrás. No hay memoria entre pasos porque no hay pasos. El color azul del nodo de decisión indica que, en su forma más pura, es el código quien decide.</a:t>
            </a:r>
            <a:endParaRPr lang="en-US" sz="2000" b="0" u="none" strike="noStrike">
              <a:solidFill>
                <a:srgbClr val="000000"/>
              </a:solidFill>
              <a:effectLst/>
              <a:uFillTx/>
              <a:latin typeface="Arial"/>
            </a:endParaRPr>
          </a:p>
        </p:txBody>
      </p:sp>
      <p:sp>
        <p:nvSpPr>
          <p:cNvPr id="796" name="PlaceHolder 3"/>
          <p:cNvSpPr>
            <a:spLocks noGrp="1"/>
          </p:cNvSpPr>
          <p:nvPr>
            <p:ph type="sldNum" idx="44"/>
          </p:nvPr>
        </p:nvSpPr>
        <p:spPr>
          <a:xfrm>
            <a:off x="3884760" y="8685360"/>
            <a:ext cx="2971440" cy="456840"/>
          </a:xfrm>
          <a:prstGeom prst="rect">
            <a:avLst/>
          </a:prstGeom>
          <a:noFill/>
          <a:ln w="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0862A789-D863-4DBF-BEA2-F1AEF330C422}" type="slidenum">
              <a:rPr lang="en-US" sz="1200" b="0" u="none" strike="noStrike">
                <a:solidFill>
                  <a:srgbClr val="000000"/>
                </a:solidFill>
                <a:effectLst/>
                <a:uFillTx/>
                <a:latin typeface="Times New Roman"/>
              </a:rPr>
              <a:t>&lt;number&gt;</a:t>
            </a:fld>
            <a:endParaRPr lang="en-US" sz="1200" b="0" u="none" strike="noStrike">
              <a:solidFill>
                <a:srgbClr val="000000"/>
              </a:solidFill>
              <a:effectLst/>
              <a:uFillTx/>
              <a:latin typeface="Times New Roman"/>
            </a:endParaRPr>
          </a:p>
        </p:txBody>
      </p:sp>
    </p:spTree>
  </p:cSld>
</p:notes>
</file>

<file path=ppt/notesSlides/notesSlide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97" name="PlaceHolder 1"/>
          <p:cNvSpPr>
            <a:spLocks noGrp="1"/>
          </p:cNvSpPr>
          <p:nvPr>
            <p:ph type="sldImg"/>
          </p:nvPr>
        </p:nvSpPr>
        <p:spPr>
          <a:xfrm>
            <a:off x="1143000" y="685800"/>
            <a:ext cx="4571640" cy="3428640"/>
          </a:xfrm>
          <a:prstGeom prst="rect">
            <a:avLst/>
          </a:prstGeom>
          <a:ln w="0">
            <a:noFill/>
          </a:ln>
        </p:spPr>
      </p:sp>
      <p:sp>
        <p:nvSpPr>
          <p:cNvPr id="798" name="PlaceHolder 2"/>
          <p:cNvSpPr>
            <a:spLocks noGrp="1"/>
          </p:cNvSpPr>
          <p:nvPr>
            <p:ph type="body"/>
          </p:nvPr>
        </p:nvSpPr>
        <p:spPr>
          <a:xfrm>
            <a:off x="685800" y="4343400"/>
            <a:ext cx="5486040" cy="411444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Respondamos las tres preguntas para Reflex.</a:t>
            </a:r>
            <a:endParaRPr lang="en-US" sz="2000" b="0" u="none" strike="noStrike">
              <a:solidFill>
                <a:srgbClr val="000000"/>
              </a:solidFill>
              <a:effectLst/>
              <a:uFillTx/>
              <a:latin typeface="Arial"/>
            </a:endParaRPr>
          </a:p>
          <a:p>
            <a:pPr indent="0" algn="l">
              <a:lnSpc>
                <a:spcPct val="100000"/>
              </a:lnSpc>
              <a:buNone/>
            </a:pP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Sobre qué se ejecuta después: la respuesta honesta es que no hay un después. El flujo entero es un solo paso y esa decisión se tomó al diseñar. Esto es lo que hace que la orquestación sea trivial, y esa trivialidad es la fuente de sus virtudes: latencia mínima, costo mínimo y comportamiento previsible.</a:t>
            </a:r>
            <a:endParaRPr lang="en-US" sz="2000" b="0" u="none" strike="noStrike">
              <a:solidFill>
                <a:srgbClr val="000000"/>
              </a:solidFill>
              <a:effectLst/>
              <a:uFillTx/>
              <a:latin typeface="Arial"/>
            </a:endParaRPr>
          </a:p>
          <a:p>
            <a:pPr indent="0" algn="l">
              <a:lnSpc>
                <a:spcPct val="100000"/>
              </a:lnSpc>
              <a:buNone/>
            </a:pP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Sobre el contexto: el paso ve únicamente la percepción actual. No hay historia porque no hay pasos previos, y no hay nada que pasar a un paso siguiente. Esto tiene una consecuencia importante: si la información necesaria no viene en la entrada, el reflex no puede ir a buscarla ni pedirla. Su mundo es lo que tiene delante.</a:t>
            </a:r>
            <a:endParaRPr lang="en-US" sz="2000" b="0" u="none" strike="noStrike">
              <a:solidFill>
                <a:srgbClr val="000000"/>
              </a:solidFill>
              <a:effectLst/>
              <a:uFillTx/>
              <a:latin typeface="Arial"/>
            </a:endParaRPr>
          </a:p>
          <a:p>
            <a:pPr indent="0" algn="l">
              <a:lnSpc>
                <a:spcPct val="100000"/>
              </a:lnSpc>
              <a:buNone/>
            </a:pP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Sobre la terminación: termina cuando emite la acción. No hay una condición de corte porque no hay iteración que cortar. Pero eso no elimina el riesgo, lo desplaza. Si llega una entrada que no cae en ningún caso previsto, el sistema o falla en silencio o cae en una respuesta por defecto. Por eso, en toda arquitectura seria, un reflex tiene una ruta de escape: cuando la confianza es baja o el caso es nuevo, deriva a un humano o a un arquetipo con más capacidad de razonamiento.</a:t>
            </a:r>
            <a:endParaRPr lang="en-US" sz="2000" b="0" u="none" strike="noStrike">
              <a:solidFill>
                <a:srgbClr val="000000"/>
              </a:solidFill>
              <a:effectLst/>
              <a:uFillTx/>
              <a:latin typeface="Arial"/>
            </a:endParaRPr>
          </a:p>
        </p:txBody>
      </p:sp>
      <p:sp>
        <p:nvSpPr>
          <p:cNvPr id="799" name="PlaceHolder 3"/>
          <p:cNvSpPr>
            <a:spLocks noGrp="1"/>
          </p:cNvSpPr>
          <p:nvPr>
            <p:ph type="sldNum" idx="45"/>
          </p:nvPr>
        </p:nvSpPr>
        <p:spPr>
          <a:xfrm>
            <a:off x="3884760" y="8685360"/>
            <a:ext cx="2971440" cy="456840"/>
          </a:xfrm>
          <a:prstGeom prst="rect">
            <a:avLst/>
          </a:prstGeom>
          <a:noFill/>
          <a:ln w="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348403E8-8428-46A6-8EE1-F61A5EA7C75A}" type="slidenum">
              <a:rPr lang="en-US" sz="1200" b="0" u="none" strike="noStrike">
                <a:solidFill>
                  <a:srgbClr val="000000"/>
                </a:solidFill>
                <a:effectLst/>
                <a:uFillTx/>
                <a:latin typeface="Times New Roman"/>
              </a:rPr>
              <a:t>&lt;number&gt;</a:t>
            </a:fld>
            <a:endParaRPr lang="en-US" sz="1200" b="0" u="none" strike="noStrike">
              <a:solidFill>
                <a:srgbClr val="000000"/>
              </a:solidFill>
              <a:effectLst/>
              <a:uFillTx/>
              <a:latin typeface="Times New Roman"/>
            </a:endParaRPr>
          </a:p>
        </p:txBody>
      </p:sp>
    </p:spTree>
  </p:cSld>
</p:notes>
</file>

<file path=ppt/notesSlides/notesSlide1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00" name="PlaceHolder 1"/>
          <p:cNvSpPr>
            <a:spLocks noGrp="1"/>
          </p:cNvSpPr>
          <p:nvPr>
            <p:ph type="sldImg"/>
          </p:nvPr>
        </p:nvSpPr>
        <p:spPr>
          <a:xfrm>
            <a:off x="1143000" y="685800"/>
            <a:ext cx="4571640" cy="3428640"/>
          </a:xfrm>
          <a:prstGeom prst="rect">
            <a:avLst/>
          </a:prstGeom>
          <a:ln w="0">
            <a:noFill/>
          </a:ln>
        </p:spPr>
      </p:sp>
      <p:sp>
        <p:nvSpPr>
          <p:cNvPr id="801" name="PlaceHolder 2"/>
          <p:cNvSpPr>
            <a:spLocks noGrp="1"/>
          </p:cNvSpPr>
          <p:nvPr>
            <p:ph type="body"/>
          </p:nvPr>
        </p:nvSpPr>
        <p:spPr>
          <a:xfrm>
            <a:off x="685800" y="4343400"/>
            <a:ext cx="5486040" cy="411444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Las fallas de un reflex son las de todo sistema que decide sin verificar. La primera es la clasificación errónea silenciosa: como no hay un segundo paso que revise, un error de decisión llega tal cual a la acción. La segunda es la ambigüedad: un mensaje que contiene dos pedidos se reduce a uno solo y el otro se pierde. La tercera es la obsolescencia: si la lógica es una tabla de reglas, hay que mantenerla. Y la cuarta es más sutil: la deriva de alcance. Cuando alguien empieza a agregarle al reflex memoria de turnos anteriores o consultas auxiliares, lo está convirtiendo en otra cosa sin haberlo decidido.</a:t>
            </a:r>
            <a:endParaRPr lang="en-US" sz="2000" b="0" u="none" strike="noStrike">
              <a:solidFill>
                <a:srgbClr val="000000"/>
              </a:solidFill>
              <a:effectLst/>
              <a:uFillTx/>
              <a:latin typeface="Arial"/>
            </a:endParaRPr>
          </a:p>
          <a:p>
            <a:pPr indent="0" algn="l">
              <a:lnSpc>
                <a:spcPct val="100000"/>
              </a:lnSpc>
              <a:buNone/>
            </a:pP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El criterio de uso es directo. Conviene cuando el volumen es alto, la ambigüedad es baja y la acción es barata o reversible. Su lugar natural en arquitecturas grandes es el primer nivel: un router que resuelve barato lo fácil y deja pasar solo lo difícil a arquetipos más costosos. Conviene descartarlo cuando la respuesta requiere ir a buscar datos, cuando requiere varios pasos o cuando un error tiene costo alto y no hay quien lo detecte.</a:t>
            </a:r>
            <a:endParaRPr lang="en-US" sz="2000" b="0" u="none" strike="noStrike">
              <a:solidFill>
                <a:srgbClr val="000000"/>
              </a:solidFill>
              <a:effectLst/>
              <a:uFillTx/>
              <a:latin typeface="Arial"/>
            </a:endParaRPr>
          </a:p>
          <a:p>
            <a:pPr indent="0" algn="l">
              <a:lnSpc>
                <a:spcPct val="100000"/>
              </a:lnSpc>
              <a:buNone/>
            </a:pP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Una buena pregunta para la sala: ¿en qué proceso de una organización que conocen se está gastando razonamiento caro en decisiones que un reflex resolvería?</a:t>
            </a:r>
            <a:endParaRPr lang="en-US" sz="2000" b="0" u="none" strike="noStrike">
              <a:solidFill>
                <a:srgbClr val="000000"/>
              </a:solidFill>
              <a:effectLst/>
              <a:uFillTx/>
              <a:latin typeface="Arial"/>
            </a:endParaRPr>
          </a:p>
        </p:txBody>
      </p:sp>
      <p:sp>
        <p:nvSpPr>
          <p:cNvPr id="802" name="PlaceHolder 3"/>
          <p:cNvSpPr>
            <a:spLocks noGrp="1"/>
          </p:cNvSpPr>
          <p:nvPr>
            <p:ph type="sldNum" idx="46"/>
          </p:nvPr>
        </p:nvSpPr>
        <p:spPr>
          <a:xfrm>
            <a:off x="3884760" y="8685360"/>
            <a:ext cx="2971440" cy="456840"/>
          </a:xfrm>
          <a:prstGeom prst="rect">
            <a:avLst/>
          </a:prstGeom>
          <a:noFill/>
          <a:ln w="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19162AE1-B94F-427C-A15A-6F0FD5302951}" type="slidenum">
              <a:rPr lang="en-US" sz="1200" b="0" u="none" strike="noStrike">
                <a:solidFill>
                  <a:srgbClr val="000000"/>
                </a:solidFill>
                <a:effectLst/>
                <a:uFillTx/>
                <a:latin typeface="Times New Roman"/>
              </a:rPr>
              <a:t>&lt;number&gt;</a:t>
            </a:fld>
            <a:endParaRPr lang="en-US" sz="1200" b="0" u="none" strike="noStrike">
              <a:solidFill>
                <a:srgbClr val="000000"/>
              </a:solidFill>
              <a:effectLst/>
              <a:uFillTx/>
              <a:latin typeface="Times New Roman"/>
            </a:endParaRPr>
          </a:p>
        </p:txBody>
      </p:sp>
    </p:spTree>
  </p:cSld>
</p:notes>
</file>

<file path=ppt/notesSlides/notesSlide1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03" name="PlaceHolder 1"/>
          <p:cNvSpPr>
            <a:spLocks noGrp="1"/>
          </p:cNvSpPr>
          <p:nvPr>
            <p:ph type="sldImg"/>
          </p:nvPr>
        </p:nvSpPr>
        <p:spPr>
          <a:xfrm>
            <a:off x="1143000" y="685800"/>
            <a:ext cx="4571640" cy="3428640"/>
          </a:xfrm>
          <a:prstGeom prst="rect">
            <a:avLst/>
          </a:prstGeom>
          <a:ln w="0">
            <a:noFill/>
          </a:ln>
        </p:spPr>
      </p:sp>
      <p:sp>
        <p:nvSpPr>
          <p:cNvPr id="804" name="PlaceHolder 2"/>
          <p:cNvSpPr>
            <a:spLocks noGrp="1"/>
          </p:cNvSpPr>
          <p:nvPr>
            <p:ph type="body"/>
          </p:nvPr>
        </p:nvSpPr>
        <p:spPr>
          <a:xfrm>
            <a:off x="685800" y="4343400"/>
            <a:ext cx="5486040" cy="411444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Recorramos un caso. Un banco digital recibe el mensaje: «me clonaron la tarjeta, ayuda». El reflex extrae la intención, fraude, con confianza alta, y la acción asociada es enviar el caso a la cola de fraude con prioridad alta. Todo ocurre en una llamada. No hay estado que guardar porque el resultado es la propia acción.</a:t>
            </a:r>
            <a:endParaRPr lang="en-US" sz="2000" b="0" u="none" strike="noStrike">
              <a:solidFill>
                <a:srgbClr val="000000"/>
              </a:solidFill>
              <a:effectLst/>
              <a:uFillTx/>
              <a:latin typeface="Arial"/>
            </a:endParaRPr>
          </a:p>
          <a:p>
            <a:pPr indent="0" algn="l">
              <a:lnSpc>
                <a:spcPct val="100000"/>
              </a:lnSpc>
              <a:buNone/>
            </a:pP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Miren la variante, que es la que más enseña. Si la confianza fuera baja, por ejemplo, un mensaje ambiguo que podría ser un cobro no reconocido o un problema técnico, el reflex no debería decidir. Debería derivar. Esa derivación es el primer ejemplo de composición de arquetipos que vamos a ver, y muestra que un buen reflex se define tanto por lo que resuelve como por lo que reconoce que no puede resolver.</a:t>
            </a:r>
            <a:endParaRPr lang="en-US" sz="2000" b="0" u="none" strike="noStrike">
              <a:solidFill>
                <a:srgbClr val="000000"/>
              </a:solidFill>
              <a:effectLst/>
              <a:uFillTx/>
              <a:latin typeface="Arial"/>
            </a:endParaRPr>
          </a:p>
          <a:p>
            <a:pPr indent="0" algn="l">
              <a:lnSpc>
                <a:spcPct val="100000"/>
              </a:lnSpc>
              <a:buNone/>
            </a:pP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Del lado del contexto, el paso ve el texto del mensaje y poco más. Si el diseño necesita el historial del cliente para decidir bien, la respuesta no es engordar el reflex sino cambiar de arquetipo. Reflex es la vara contra la cual medimos lo que aporta cada uno de los siguientes: ReAct le agrega un bucle, Planner-Executor le agrega una fase de planificación, y así sucesivamente.</a:t>
            </a:r>
            <a:endParaRPr lang="en-US" sz="2000" b="0" u="none" strike="noStrike">
              <a:solidFill>
                <a:srgbClr val="000000"/>
              </a:solidFill>
              <a:effectLst/>
              <a:uFillTx/>
              <a:latin typeface="Arial"/>
            </a:endParaRPr>
          </a:p>
        </p:txBody>
      </p:sp>
      <p:sp>
        <p:nvSpPr>
          <p:cNvPr id="805" name="PlaceHolder 3"/>
          <p:cNvSpPr>
            <a:spLocks noGrp="1"/>
          </p:cNvSpPr>
          <p:nvPr>
            <p:ph type="sldNum" idx="47"/>
          </p:nvPr>
        </p:nvSpPr>
        <p:spPr>
          <a:xfrm>
            <a:off x="3884760" y="8685360"/>
            <a:ext cx="2971440" cy="456840"/>
          </a:xfrm>
          <a:prstGeom prst="rect">
            <a:avLst/>
          </a:prstGeom>
          <a:noFill/>
          <a:ln w="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020B3DE6-328D-4BC3-9C11-D47B532E529A}" type="slidenum">
              <a:rPr lang="en-US" sz="1200" b="0" u="none" strike="noStrike">
                <a:solidFill>
                  <a:srgbClr val="000000"/>
                </a:solidFill>
                <a:effectLst/>
                <a:uFillTx/>
                <a:latin typeface="Times New Roman"/>
              </a:rPr>
              <a:t>&lt;number&gt;</a:t>
            </a:fld>
            <a:endParaRPr lang="en-US" sz="1200" b="0" u="none" strike="noStrike">
              <a:solidFill>
                <a:srgbClr val="000000"/>
              </a:solidFill>
              <a:effectLst/>
              <a:uFillTx/>
              <a:latin typeface="Times New Roman"/>
            </a:endParaRPr>
          </a:p>
        </p:txBody>
      </p:sp>
    </p:spTree>
  </p:cSld>
</p:notes>
</file>

<file path=ppt/notesSlides/notesSlide1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06" name="PlaceHolder 1"/>
          <p:cNvSpPr>
            <a:spLocks noGrp="1"/>
          </p:cNvSpPr>
          <p:nvPr>
            <p:ph type="sldImg"/>
          </p:nvPr>
        </p:nvSpPr>
        <p:spPr>
          <a:xfrm>
            <a:off x="1143000" y="685800"/>
            <a:ext cx="4571640" cy="3428640"/>
          </a:xfrm>
          <a:prstGeom prst="rect">
            <a:avLst/>
          </a:prstGeom>
          <a:ln w="0">
            <a:noFill/>
          </a:ln>
        </p:spPr>
      </p:sp>
      <p:sp>
        <p:nvSpPr>
          <p:cNvPr id="807" name="PlaceHolder 2"/>
          <p:cNvSpPr>
            <a:spLocks noGrp="1"/>
          </p:cNvSpPr>
          <p:nvPr>
            <p:ph type="body"/>
          </p:nvPr>
        </p:nvSpPr>
        <p:spPr>
          <a:xfrm>
            <a:off x="685800" y="4343400"/>
            <a:ext cx="5486040" cy="411444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ReAct, de Reasoning and Acting, es el patrón central de los agentes modernos. Lo propusieron Yao y colaboradores en 2022 con una idea que hoy parece natural: intercalar trazas de razonamiento en lenguaje natural con acciones sobre el mundo. El razonamiento ayuda al modelo a inducir, seguir y actualizar un plan de acción; las acciones le permiten traer información externa que corrige ese razonamiento.</a:t>
            </a:r>
            <a:endParaRPr lang="en-US" sz="2000" b="0" u="none" strike="noStrike">
              <a:solidFill>
                <a:srgbClr val="000000"/>
              </a:solidFill>
              <a:effectLst/>
              <a:uFillTx/>
              <a:latin typeface="Arial"/>
            </a:endParaRPr>
          </a:p>
          <a:p>
            <a:pPr indent="0" algn="l">
              <a:lnSpc>
                <a:spcPct val="100000"/>
              </a:lnSpc>
              <a:buNone/>
            </a:pP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El diagrama muestra el ciclo. El modelo razona, el Thought, y decide una acción: una llamada a herramienta. La herramienta, que vive en el mundo externo, devuelve un resultado, la Observation. Ese resultado se anexa al contexto y el ciclo vuelve a empezar. En algún momento, el modelo razona que ya tiene lo necesario y emite la respuesta final.</a:t>
            </a:r>
            <a:endParaRPr lang="en-US" sz="2000" b="0" u="none" strike="noStrike">
              <a:solidFill>
                <a:srgbClr val="000000"/>
              </a:solidFill>
              <a:effectLst/>
              <a:uFillTx/>
              <a:latin typeface="Arial"/>
            </a:endParaRPr>
          </a:p>
          <a:p>
            <a:pPr indent="0" algn="l">
              <a:lnSpc>
                <a:spcPct val="100000"/>
              </a:lnSpc>
              <a:buNone/>
            </a:pP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Presten atención al nodo ámbar: es el contexto único y acumulativo. Todo lo que pasa se anexa ahí, y en cada vuelta el modelo lo ve completo. Ese contexto es a la vez la gran fortaleza de ReAct, porque le da coherencia, y su principal punto débil, porque crece sin parar. Y los dos nodos naranjas, Thought y Action, indican que aquí las decisiones las toma el modelo, en cada vuelta.</a:t>
            </a:r>
            <a:endParaRPr lang="en-US" sz="2000" b="0" u="none" strike="noStrike">
              <a:solidFill>
                <a:srgbClr val="000000"/>
              </a:solidFill>
              <a:effectLst/>
              <a:uFillTx/>
              <a:latin typeface="Arial"/>
            </a:endParaRPr>
          </a:p>
        </p:txBody>
      </p:sp>
      <p:sp>
        <p:nvSpPr>
          <p:cNvPr id="808" name="PlaceHolder 3"/>
          <p:cNvSpPr>
            <a:spLocks noGrp="1"/>
          </p:cNvSpPr>
          <p:nvPr>
            <p:ph type="sldNum" idx="48"/>
          </p:nvPr>
        </p:nvSpPr>
        <p:spPr>
          <a:xfrm>
            <a:off x="3884760" y="8685360"/>
            <a:ext cx="2971440" cy="456840"/>
          </a:xfrm>
          <a:prstGeom prst="rect">
            <a:avLst/>
          </a:prstGeom>
          <a:noFill/>
          <a:ln w="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C10DF2F8-FC7B-41E8-9F26-B7DC49A9E4B3}" type="slidenum">
              <a:rPr lang="en-US" sz="1200" b="0" u="none" strike="noStrike">
                <a:solidFill>
                  <a:srgbClr val="000000"/>
                </a:solidFill>
                <a:effectLst/>
                <a:uFillTx/>
                <a:latin typeface="Times New Roman"/>
              </a:rPr>
              <a:t>&lt;number&gt;</a:t>
            </a:fld>
            <a:endParaRPr lang="en-US" sz="1200" b="0" u="none" strike="noStrike">
              <a:solidFill>
                <a:srgbClr val="000000"/>
              </a:solidFill>
              <a:effectLst/>
              <a:uFillTx/>
              <a:latin typeface="Times New Roman"/>
            </a:endParaRPr>
          </a:p>
        </p:txBody>
      </p:sp>
    </p:spTree>
  </p:cSld>
</p:notes>
</file>

<file path=ppt/notesSlides/notesSlide1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09" name="PlaceHolder 1"/>
          <p:cNvSpPr>
            <a:spLocks noGrp="1"/>
          </p:cNvSpPr>
          <p:nvPr>
            <p:ph type="sldImg"/>
          </p:nvPr>
        </p:nvSpPr>
        <p:spPr>
          <a:xfrm>
            <a:off x="1143000" y="685800"/>
            <a:ext cx="4571640" cy="3428640"/>
          </a:xfrm>
          <a:prstGeom prst="rect">
            <a:avLst/>
          </a:prstGeom>
          <a:ln w="0">
            <a:noFill/>
          </a:ln>
        </p:spPr>
      </p:sp>
      <p:sp>
        <p:nvSpPr>
          <p:cNvPr id="810" name="PlaceHolder 2"/>
          <p:cNvSpPr>
            <a:spLocks noGrp="1"/>
          </p:cNvSpPr>
          <p:nvPr>
            <p:ph type="body"/>
          </p:nvPr>
        </p:nvSpPr>
        <p:spPr>
          <a:xfrm>
            <a:off x="685800" y="4343400"/>
            <a:ext cx="5486040" cy="411444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Las tres preguntas para ReAct.</a:t>
            </a:r>
            <a:endParaRPr lang="en-US" sz="2000" b="0" u="none" strike="noStrike">
              <a:solidFill>
                <a:srgbClr val="000000"/>
              </a:solidFill>
              <a:effectLst/>
              <a:uFillTx/>
              <a:latin typeface="Arial"/>
            </a:endParaRPr>
          </a:p>
          <a:p>
            <a:pPr indent="0" algn="l">
              <a:lnSpc>
                <a:spcPct val="100000"/>
              </a:lnSpc>
              <a:buNone/>
            </a:pP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Qué se ejecuta después: lo decide el modelo, en cada vuelta. Elige qué herramienta llamar, con qué argumentos, y también si ya es momento de terminar. El código no decide el flujo; solo hace de marco: ejecuta la herramienta que el modelo pidió, devuelve el resultado y hace cumplir los límites. Esto tiene un precio: como cada decisión depende de la observación anterior, las llamadas son secuenciales y la latencia se suma.</a:t>
            </a:r>
            <a:endParaRPr lang="en-US" sz="2000" b="0" u="none" strike="noStrike">
              <a:solidFill>
                <a:srgbClr val="000000"/>
              </a:solidFill>
              <a:effectLst/>
              <a:uFillTx/>
              <a:latin typeface="Arial"/>
            </a:endParaRPr>
          </a:p>
          <a:p>
            <a:pPr indent="0" algn="l">
              <a:lnSpc>
                <a:spcPct val="100000"/>
              </a:lnSpc>
              <a:buNone/>
            </a:pP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Con qué contexto: una única ventana que crece. Cada thought, cada acción y cada observación se anexan. Y aquí hay un detalle que se demuestra en la demo del módulo: el thought no es decorativo. Funciona como memoria de trabajo. Cuando el modelo escribe lo que aprendió y lo que planea hacer, esa nota queda en el contexto y guía la siguiente decisión. Si se elimina, el agente tiende a repetir acciones o a estancarse. Del otro lado, como todo se anexa, una observación voluminosa contamina cada decisión posterior.</a:t>
            </a:r>
            <a:endParaRPr lang="en-US" sz="2000" b="0" u="none" strike="noStrike">
              <a:solidFill>
                <a:srgbClr val="000000"/>
              </a:solidFill>
              <a:effectLst/>
              <a:uFillTx/>
              <a:latin typeface="Arial"/>
            </a:endParaRPr>
          </a:p>
          <a:p>
            <a:pPr indent="0" algn="l">
              <a:lnSpc>
                <a:spcPct val="100000"/>
              </a:lnSpc>
              <a:buNone/>
            </a:pP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Cuándo se detiene: cuando el modelo dice que puede responder, o cuando un límite externo se cumple. Y aquí es clave entender que la primera condición, sola, no es confiable, porque es el mismo modelo quien decide si está listo. Por eso todo despliegue serio impone además un tope de iteraciones, de tiempo o de tokens.</a:t>
            </a:r>
            <a:endParaRPr lang="en-US" sz="2000" b="0" u="none" strike="noStrike">
              <a:solidFill>
                <a:srgbClr val="000000"/>
              </a:solidFill>
              <a:effectLst/>
              <a:uFillTx/>
              <a:latin typeface="Arial"/>
            </a:endParaRPr>
          </a:p>
        </p:txBody>
      </p:sp>
      <p:sp>
        <p:nvSpPr>
          <p:cNvPr id="811" name="PlaceHolder 3"/>
          <p:cNvSpPr>
            <a:spLocks noGrp="1"/>
          </p:cNvSpPr>
          <p:nvPr>
            <p:ph type="sldNum" idx="49"/>
          </p:nvPr>
        </p:nvSpPr>
        <p:spPr>
          <a:xfrm>
            <a:off x="3884760" y="8685360"/>
            <a:ext cx="2971440" cy="456840"/>
          </a:xfrm>
          <a:prstGeom prst="rect">
            <a:avLst/>
          </a:prstGeom>
          <a:noFill/>
          <a:ln w="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E7E4C32F-5A92-4599-B552-45048DB51649}" type="slidenum">
              <a:rPr lang="en-US" sz="1200" b="0" u="none" strike="noStrike">
                <a:solidFill>
                  <a:srgbClr val="000000"/>
                </a:solidFill>
                <a:effectLst/>
                <a:uFillTx/>
                <a:latin typeface="Times New Roman"/>
              </a:rPr>
              <a:t>&lt;number&gt;</a:t>
            </a:fld>
            <a:endParaRPr lang="en-US" sz="1200" b="0" u="none" strike="noStrike">
              <a:solidFill>
                <a:srgbClr val="000000"/>
              </a:solidFill>
              <a:effectLst/>
              <a:uFillTx/>
              <a:latin typeface="Times New Roman"/>
            </a:endParaRPr>
          </a:p>
        </p:txBody>
      </p:sp>
    </p:spTree>
  </p:cSld>
</p:notes>
</file>

<file path=ppt/notesSlides/notesSlide1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12" name="PlaceHolder 1"/>
          <p:cNvSpPr>
            <a:spLocks noGrp="1"/>
          </p:cNvSpPr>
          <p:nvPr>
            <p:ph type="sldImg"/>
          </p:nvPr>
        </p:nvSpPr>
        <p:spPr>
          <a:xfrm>
            <a:off x="1143000" y="685800"/>
            <a:ext cx="4571640" cy="3428640"/>
          </a:xfrm>
          <a:prstGeom prst="rect">
            <a:avLst/>
          </a:prstGeom>
          <a:ln w="0">
            <a:noFill/>
          </a:ln>
        </p:spPr>
      </p:sp>
      <p:sp>
        <p:nvSpPr>
          <p:cNvPr id="813" name="PlaceHolder 2"/>
          <p:cNvSpPr>
            <a:spLocks noGrp="1"/>
          </p:cNvSpPr>
          <p:nvPr>
            <p:ph type="body"/>
          </p:nvPr>
        </p:nvSpPr>
        <p:spPr>
          <a:xfrm>
            <a:off x="685800" y="4343400"/>
            <a:ext cx="5486040" cy="411444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ReAct es tan flexible que se convierte en la opción por defecto, y eso tiene sus riesgos. Veamos las fallas típicas.</a:t>
            </a:r>
            <a:endParaRPr lang="en-US" sz="2000" b="0" u="none" strike="noStrike">
              <a:solidFill>
                <a:srgbClr val="000000"/>
              </a:solidFill>
              <a:effectLst/>
              <a:uFillTx/>
              <a:latin typeface="Arial"/>
            </a:endParaRPr>
          </a:p>
          <a:p>
            <a:pPr indent="0" algn="l">
              <a:lnSpc>
                <a:spcPct val="100000"/>
              </a:lnSpc>
              <a:buNone/>
            </a:pP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Los loops son la falla emblemática: el agente repite la misma acción esperando otro resultado, porque nada en su contexto le indica que ya lo intentó sin éxito. La deriva del objetivo aparece cuando una observación abre una rama atractiva y el agente se olvida de la pregunta original. Las observaciones enormes, por ejemplo, la respuesta completa de una API, ahogan el contexto. La elección de herramienta depende de cómo estén descritas: una descripción ambigua produce llamadas equivocadas. Y hay un problema estructural, la composición de errores: un primer paso malo condiciona todos los siguientes, porque cada uno se apoya en el anterior.</a:t>
            </a:r>
            <a:endParaRPr lang="en-US" sz="2000" b="0" u="none" strike="noStrike">
              <a:solidFill>
                <a:srgbClr val="000000"/>
              </a:solidFill>
              <a:effectLst/>
              <a:uFillTx/>
              <a:latin typeface="Arial"/>
            </a:endParaRPr>
          </a:p>
          <a:p>
            <a:pPr indent="0" algn="l">
              <a:lnSpc>
                <a:spcPct val="100000"/>
              </a:lnSpc>
              <a:buNone/>
            </a:pP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Sobre el criterio de uso: ReAct conviene cuando no se conoce el camino, cuando cada paso depende del resultado del anterior y cuando las herramientas son pocas. Se descarta cuando el camino sí se conoce, porque ahí un plan es más barato y más auditable; cuando hay que aprobar los pasos antes de ejecutarlos, cosa que un bucle abierto no permite; o cuando la latencia o la reproducibilidad son requisitos duros.</a:t>
            </a:r>
            <a:endParaRPr lang="en-US" sz="2000" b="0" u="none" strike="noStrike">
              <a:solidFill>
                <a:srgbClr val="000000"/>
              </a:solidFill>
              <a:effectLst/>
              <a:uFillTx/>
              <a:latin typeface="Arial"/>
            </a:endParaRPr>
          </a:p>
          <a:p>
            <a:pPr indent="0" algn="l">
              <a:lnSpc>
                <a:spcPct val="100000"/>
              </a:lnSpc>
              <a:buNone/>
            </a:pP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Una pregunta útil para discutir: ¿cuántas de las tareas que hoy se resuelven con ReAct tienen, en realidad, un camino conocido?</a:t>
            </a:r>
            <a:endParaRPr lang="en-US" sz="2000" b="0" u="none" strike="noStrike">
              <a:solidFill>
                <a:srgbClr val="000000"/>
              </a:solidFill>
              <a:effectLst/>
              <a:uFillTx/>
              <a:latin typeface="Arial"/>
            </a:endParaRPr>
          </a:p>
        </p:txBody>
      </p:sp>
      <p:sp>
        <p:nvSpPr>
          <p:cNvPr id="814" name="PlaceHolder 3"/>
          <p:cNvSpPr>
            <a:spLocks noGrp="1"/>
          </p:cNvSpPr>
          <p:nvPr>
            <p:ph type="sldNum" idx="50"/>
          </p:nvPr>
        </p:nvSpPr>
        <p:spPr>
          <a:xfrm>
            <a:off x="3884760" y="8685360"/>
            <a:ext cx="2971440" cy="456840"/>
          </a:xfrm>
          <a:prstGeom prst="rect">
            <a:avLst/>
          </a:prstGeom>
          <a:noFill/>
          <a:ln w="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270D07C0-B9D2-4524-961E-A27D81AEDA86}" type="slidenum">
              <a:rPr lang="en-US" sz="1200" b="0" u="none" strike="noStrike">
                <a:solidFill>
                  <a:srgbClr val="000000"/>
                </a:solidFill>
                <a:effectLst/>
                <a:uFillTx/>
                <a:latin typeface="Times New Roman"/>
              </a:rPr>
              <a:t>&lt;number&gt;</a:t>
            </a:fld>
            <a:endParaRPr lang="en-US" sz="1200" b="0" u="none" strike="noStrike">
              <a:solidFill>
                <a:srgbClr val="000000"/>
              </a:solidFill>
              <a:effectLst/>
              <a:uFillTx/>
              <a:latin typeface="Times New Roman"/>
            </a:endParaRPr>
          </a:p>
        </p:txBody>
      </p:sp>
    </p:spTree>
  </p:cSld>
</p:notes>
</file>

<file path=ppt/notesSlides/notesSlide1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15" name="PlaceHolder 1"/>
          <p:cNvSpPr>
            <a:spLocks noGrp="1"/>
          </p:cNvSpPr>
          <p:nvPr>
            <p:ph type="sldImg"/>
          </p:nvPr>
        </p:nvSpPr>
        <p:spPr>
          <a:xfrm>
            <a:off x="1143000" y="685800"/>
            <a:ext cx="4571640" cy="3428640"/>
          </a:xfrm>
          <a:prstGeom prst="rect">
            <a:avLst/>
          </a:prstGeom>
          <a:ln w="0">
            <a:noFill/>
          </a:ln>
        </p:spPr>
      </p:sp>
      <p:sp>
        <p:nvSpPr>
          <p:cNvPr id="816" name="PlaceHolder 2"/>
          <p:cNvSpPr>
            <a:spLocks noGrp="1"/>
          </p:cNvSpPr>
          <p:nvPr>
            <p:ph type="body"/>
          </p:nvPr>
        </p:nvSpPr>
        <p:spPr>
          <a:xfrm>
            <a:off x="685800" y="4343400"/>
            <a:ext cx="5486040" cy="411444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Recorramos un caso de soporte bancario. Un cliente dice que le cobraron dos veces la cuota de su préstamo. Es un ejemplo ilustrativo; los nombres de las herramientas son inventados.</a:t>
            </a:r>
            <a:endParaRPr lang="en-US" sz="2000" b="0" u="none" strike="noStrike">
              <a:solidFill>
                <a:srgbClr val="000000"/>
              </a:solidFill>
              <a:effectLst/>
              <a:uFillTx/>
              <a:latin typeface="Arial"/>
            </a:endParaRPr>
          </a:p>
          <a:p>
            <a:pPr indent="0" algn="l">
              <a:lnSpc>
                <a:spcPct val="100000"/>
              </a:lnSpc>
              <a:buNone/>
            </a:pP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El agente razona primero que necesita los movimientos recientes. Llama a la herramienta y observa dos cargos de la misma cuota el mismo día. Con eso razona que debe verificar si hay dos cuotas vigentes o si es un duplicado. Consulta el préstamo, observa que hay una sola cuota vigente, y concluye que es un duplicado. Falta la política de reembolso. Al final informa al cliente y abre la solicitud.</a:t>
            </a:r>
            <a:endParaRPr lang="en-US" sz="2000" b="0" u="none" strike="noStrike">
              <a:solidFill>
                <a:srgbClr val="000000"/>
              </a:solidFill>
              <a:effectLst/>
              <a:uFillTx/>
              <a:latin typeface="Arial"/>
            </a:endParaRPr>
          </a:p>
          <a:p>
            <a:pPr indent="0" algn="l">
              <a:lnSpc>
                <a:spcPct val="100000"/>
              </a:lnSpc>
              <a:buNone/>
            </a:pP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Lo esencial está en que ninguno de esos pasos podía anticiparse al comienzo. La segunda acción existe porque la primera observación mostró dos cargos; si hubiera mostrado uno, el camino habría sido otro. Esa es la ventaja específica de ReAct frente a un plan fijo.</a:t>
            </a:r>
            <a:endParaRPr lang="en-US" sz="2000" b="0" u="none" strike="noStrike">
              <a:solidFill>
                <a:srgbClr val="000000"/>
              </a:solidFill>
              <a:effectLst/>
              <a:uFillTx/>
              <a:latin typeface="Arial"/>
            </a:endParaRPr>
          </a:p>
          <a:p>
            <a:pPr indent="0" algn="l">
              <a:lnSpc>
                <a:spcPct val="100000"/>
              </a:lnSpc>
              <a:buNone/>
            </a:pP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Miren ahora la columna de contexto. En el primer thought, el modelo ve solo el reclamo. En el tercero, ve todo: el reclamo, tres razonamientos, dos acciones y dos observaciones. Ese crecimiento es la razón por la que en la práctica se recorta o se resume lo que devuelven las herramientas: cada token de una observación irrelevante se vuelve a pagar en cada vuelta siguiente.</a:t>
            </a:r>
            <a:endParaRPr lang="en-US" sz="2000" b="0" u="none" strike="noStrike">
              <a:solidFill>
                <a:srgbClr val="000000"/>
              </a:solidFill>
              <a:effectLst/>
              <a:uFillTx/>
              <a:latin typeface="Arial"/>
            </a:endParaRPr>
          </a:p>
        </p:txBody>
      </p:sp>
      <p:sp>
        <p:nvSpPr>
          <p:cNvPr id="817" name="PlaceHolder 3"/>
          <p:cNvSpPr>
            <a:spLocks noGrp="1"/>
          </p:cNvSpPr>
          <p:nvPr>
            <p:ph type="sldNum" idx="51"/>
          </p:nvPr>
        </p:nvSpPr>
        <p:spPr>
          <a:xfrm>
            <a:off x="3884760" y="8685360"/>
            <a:ext cx="2971440" cy="456840"/>
          </a:xfrm>
          <a:prstGeom prst="rect">
            <a:avLst/>
          </a:prstGeom>
          <a:noFill/>
          <a:ln w="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4C751FB5-7A1A-41B2-AF65-34FD6F3FC05C}" type="slidenum">
              <a:rPr lang="en-US" sz="1200" b="0" u="none" strike="noStrike">
                <a:solidFill>
                  <a:srgbClr val="000000"/>
                </a:solidFill>
                <a:effectLst/>
                <a:uFillTx/>
                <a:latin typeface="Times New Roman"/>
              </a:rPr>
              <a:t>&lt;number&gt;</a:t>
            </a:fld>
            <a:endParaRPr lang="en-US" sz="1200" b="0" u="none" strike="noStrike">
              <a:solidFill>
                <a:srgbClr val="000000"/>
              </a:solidFill>
              <a:effectLst/>
              <a:uFillTx/>
              <a:latin typeface="Times New Roman"/>
            </a:endParaRPr>
          </a:p>
        </p:txBody>
      </p:sp>
    </p:spTree>
  </p:cSld>
</p:notes>
</file>

<file path=ppt/notesSlides/notesSlide1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18" name="PlaceHolder 1"/>
          <p:cNvSpPr>
            <a:spLocks noGrp="1"/>
          </p:cNvSpPr>
          <p:nvPr>
            <p:ph type="sldImg"/>
          </p:nvPr>
        </p:nvSpPr>
        <p:spPr>
          <a:xfrm>
            <a:off x="1143000" y="685800"/>
            <a:ext cx="4571640" cy="3428640"/>
          </a:xfrm>
          <a:prstGeom prst="rect">
            <a:avLst/>
          </a:prstGeom>
          <a:ln w="0">
            <a:noFill/>
          </a:ln>
        </p:spPr>
      </p:sp>
      <p:sp>
        <p:nvSpPr>
          <p:cNvPr id="819" name="PlaceHolder 2"/>
          <p:cNvSpPr>
            <a:spLocks noGrp="1"/>
          </p:cNvSpPr>
          <p:nvPr>
            <p:ph type="body"/>
          </p:nvPr>
        </p:nvSpPr>
        <p:spPr>
          <a:xfrm>
            <a:off x="685800" y="4343400"/>
            <a:ext cx="5486040" cy="411444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Planner-Executor separa la tarea en dos fases con roles distintos. El Planner es un modelo que recibe el objetivo y produce un plan: una lista de pasos, normalmente con sus dependencias. No ejecuta nada. El Executor toma ese plan y lo recorre paso a paso, llamando a las herramientas que cada paso requiere.</a:t>
            </a:r>
            <a:endParaRPr lang="en-US" sz="2000" b="0" u="none" strike="noStrike">
              <a:solidFill>
                <a:srgbClr val="000000"/>
              </a:solidFill>
              <a:effectLst/>
              <a:uFillTx/>
              <a:latin typeface="Arial"/>
            </a:endParaRPr>
          </a:p>
          <a:p>
            <a:pPr indent="0" algn="l">
              <a:lnSpc>
                <a:spcPct val="100000"/>
              </a:lnSpc>
              <a:buNone/>
            </a:pP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Miren en el diagrama la pieza central: el nodo ámbar, el plan. Es un artefacto, un objeto con forma definida que existe entre las dos fases. Esa existencia intermedia es lo que abre una posibilidad que ReAct no tiene: revisar el plan antes de ejecutarlo. En el diagrama hay un nodo azul de revisión, que puede ser un validador automático o una persona. En sectores regulados, ese punto de control es muchas veces un requisito.</a:t>
            </a:r>
            <a:endParaRPr lang="en-US" sz="2000" b="0" u="none" strike="noStrike">
              <a:solidFill>
                <a:srgbClr val="000000"/>
              </a:solidFill>
              <a:effectLst/>
              <a:uFillTx/>
              <a:latin typeface="Arial"/>
            </a:endParaRPr>
          </a:p>
          <a:p>
            <a:pPr indent="0" algn="l">
              <a:lnSpc>
                <a:spcPct val="100000"/>
              </a:lnSpc>
              <a:buNone/>
            </a:pP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También ven que el Executor es azul: recorrer un plan es una tarea determinista y la puede hacer el código. Y hay una flecha punteada de vuelta al Planner cuando un paso falla: es la replanificación, que existe en casi todas las variantes serias.</a:t>
            </a:r>
            <a:endParaRPr lang="en-US" sz="2000" b="0" u="none" strike="noStrike">
              <a:solidFill>
                <a:srgbClr val="000000"/>
              </a:solidFill>
              <a:effectLst/>
              <a:uFillTx/>
              <a:latin typeface="Arial"/>
            </a:endParaRPr>
          </a:p>
          <a:p>
            <a:pPr indent="0" algn="l">
              <a:lnSpc>
                <a:spcPct val="100000"/>
              </a:lnSpc>
              <a:buNone/>
            </a:pP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Este es un patrón con variantes bien estudiadas. ReWOO separa el razonamiento de las observaciones para reducir el consumo de tokens; LLMCompiler expresa el plan como un grafo de dependencias para ejecutar en paralelo las llamadas independientes.</a:t>
            </a:r>
            <a:endParaRPr lang="en-US" sz="2000" b="0" u="none" strike="noStrike">
              <a:solidFill>
                <a:srgbClr val="000000"/>
              </a:solidFill>
              <a:effectLst/>
              <a:uFillTx/>
              <a:latin typeface="Arial"/>
            </a:endParaRPr>
          </a:p>
        </p:txBody>
      </p:sp>
      <p:sp>
        <p:nvSpPr>
          <p:cNvPr id="820" name="PlaceHolder 3"/>
          <p:cNvSpPr>
            <a:spLocks noGrp="1"/>
          </p:cNvSpPr>
          <p:nvPr>
            <p:ph type="sldNum" idx="52"/>
          </p:nvPr>
        </p:nvSpPr>
        <p:spPr>
          <a:xfrm>
            <a:off x="3884760" y="8685360"/>
            <a:ext cx="2971440" cy="456840"/>
          </a:xfrm>
          <a:prstGeom prst="rect">
            <a:avLst/>
          </a:prstGeom>
          <a:noFill/>
          <a:ln w="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10E16272-48F6-4A00-B1F7-692198BC8404}" type="slidenum">
              <a:rPr lang="en-US" sz="1200" b="0" u="none" strike="noStrike">
                <a:solidFill>
                  <a:srgbClr val="000000"/>
                </a:solidFill>
                <a:effectLst/>
                <a:uFillTx/>
                <a:latin typeface="Times New Roman"/>
              </a:rPr>
              <a:t>&lt;number&gt;</a:t>
            </a:fld>
            <a:endParaRPr lang="en-US" sz="1200" b="0" u="none" strike="noStrike">
              <a:solidFill>
                <a:srgbClr val="000000"/>
              </a:solidFill>
              <a:effectLst/>
              <a:uFillTx/>
              <a:latin typeface="Times New Roman"/>
            </a:endParaRPr>
          </a:p>
        </p:txBody>
      </p:sp>
    </p:spTree>
  </p:cSld>
</p:notes>
</file>

<file path=ppt/notesSlides/notesSlide1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21" name="PlaceHolder 1"/>
          <p:cNvSpPr>
            <a:spLocks noGrp="1"/>
          </p:cNvSpPr>
          <p:nvPr>
            <p:ph type="sldImg"/>
          </p:nvPr>
        </p:nvSpPr>
        <p:spPr>
          <a:xfrm>
            <a:off x="1143000" y="685800"/>
            <a:ext cx="4571640" cy="3428640"/>
          </a:xfrm>
          <a:prstGeom prst="rect">
            <a:avLst/>
          </a:prstGeom>
          <a:ln w="0">
            <a:noFill/>
          </a:ln>
        </p:spPr>
      </p:sp>
      <p:sp>
        <p:nvSpPr>
          <p:cNvPr id="822" name="PlaceHolder 2"/>
          <p:cNvSpPr>
            <a:spLocks noGrp="1"/>
          </p:cNvSpPr>
          <p:nvPr>
            <p:ph type="body"/>
          </p:nvPr>
        </p:nvSpPr>
        <p:spPr>
          <a:xfrm>
            <a:off x="685800" y="4343400"/>
            <a:ext cx="5486040" cy="411444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Las tres preguntas para Planner-Executor.</a:t>
            </a:r>
            <a:endParaRPr lang="en-US" sz="2000" b="0" u="none" strike="noStrike">
              <a:solidFill>
                <a:srgbClr val="000000"/>
              </a:solidFill>
              <a:effectLst/>
              <a:uFillTx/>
              <a:latin typeface="Arial"/>
            </a:endParaRPr>
          </a:p>
          <a:p>
            <a:pPr indent="0" algn="l">
              <a:lnSpc>
                <a:spcPct val="100000"/>
              </a:lnSpc>
              <a:buNone/>
            </a:pP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Sobre qué se ejecuta después: la decisión se toma una vez y por adelantado. El Planner, un modelo, decide todo el recorrido. Durante la ejecución no hay nadie decidiendo qué sigue; el orden viene del plan. Eso significa que el control migró del modelo hacia un artefacto. Y como el plan declara dependencias, el código puede ejecutar en paralelo los pasos independientes, algo que en ReAct es difícil.</a:t>
            </a:r>
            <a:endParaRPr lang="en-US" sz="2000" b="0" u="none" strike="noStrike">
              <a:solidFill>
                <a:srgbClr val="000000"/>
              </a:solidFill>
              <a:effectLst/>
              <a:uFillTx/>
              <a:latin typeface="Arial"/>
            </a:endParaRPr>
          </a:p>
          <a:p>
            <a:pPr indent="0" algn="l">
              <a:lnSpc>
                <a:spcPct val="100000"/>
              </a:lnSpc>
              <a:buNone/>
            </a:pP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Sobre el contexto: es el arquetipo donde el contexto está mejor administrado. El Planner ve el objetivo y las herramientas disponibles, pero no ve resultados, porque todavía no existen. Cada paso del Executor ve su propia instrucción y las salidas de los pasos de los que depende, no toda la historia. Los contextos resultan cortos y enfocados, lo que abarata cada llamada. La contracara es que el sistema no aprende a mitad de camino: si algo que se descubre en el paso tres invalida el plan, hay que replanificar.</a:t>
            </a:r>
            <a:endParaRPr lang="en-US" sz="2000" b="0" u="none" strike="noStrike">
              <a:solidFill>
                <a:srgbClr val="000000"/>
              </a:solidFill>
              <a:effectLst/>
              <a:uFillTx/>
              <a:latin typeface="Arial"/>
            </a:endParaRPr>
          </a:p>
          <a:p>
            <a:pPr indent="0" algn="l">
              <a:lnSpc>
                <a:spcPct val="100000"/>
              </a:lnSpc>
              <a:buNone/>
            </a:pP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Sobre la terminación: es la más limpia de todos los arquetipos. Se termina cuando se completaron los pasos del plan; es una condición observable, no una opinión del modelo. Cuando un paso falla se aplica una política. Y es importante ponerle un tope a la replanificación, porque un sistema que replanifica sin límite es, en la práctica, un ReAct con un costo mayor.</a:t>
            </a:r>
            <a:endParaRPr lang="en-US" sz="2000" b="0" u="none" strike="noStrike">
              <a:solidFill>
                <a:srgbClr val="000000"/>
              </a:solidFill>
              <a:effectLst/>
              <a:uFillTx/>
              <a:latin typeface="Arial"/>
            </a:endParaRPr>
          </a:p>
        </p:txBody>
      </p:sp>
      <p:sp>
        <p:nvSpPr>
          <p:cNvPr id="823" name="PlaceHolder 3"/>
          <p:cNvSpPr>
            <a:spLocks noGrp="1"/>
          </p:cNvSpPr>
          <p:nvPr>
            <p:ph type="sldNum" idx="53"/>
          </p:nvPr>
        </p:nvSpPr>
        <p:spPr>
          <a:xfrm>
            <a:off x="3884760" y="8685360"/>
            <a:ext cx="2971440" cy="456840"/>
          </a:xfrm>
          <a:prstGeom prst="rect">
            <a:avLst/>
          </a:prstGeom>
          <a:noFill/>
          <a:ln w="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8638C941-0B7F-4B01-A85A-3AC698EBDA21}" type="slidenum">
              <a:rPr lang="en-US" sz="1200" b="0" u="none" strike="noStrike">
                <a:solidFill>
                  <a:srgbClr val="000000"/>
                </a:solidFill>
                <a:effectLst/>
                <a:uFillTx/>
                <a:latin typeface="Times New Roman"/>
              </a:rPr>
              <a:t>&lt;number&gt;</a:t>
            </a:fld>
            <a:endParaRPr lang="en-US" sz="1200" b="0" u="none" strike="noStrike">
              <a:solidFill>
                <a:srgbClr val="000000"/>
              </a:solidFill>
              <a:effectLst/>
              <a:uFillTx/>
              <a:latin typeface="Times New Roman"/>
            </a:endParaRPr>
          </a:p>
        </p:txBody>
      </p:sp>
    </p:spTree>
  </p:cSld>
</p:notes>
</file>

<file path=ppt/notesSlides/notesSlide1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24" name="PlaceHolder 1"/>
          <p:cNvSpPr>
            <a:spLocks noGrp="1"/>
          </p:cNvSpPr>
          <p:nvPr>
            <p:ph type="sldImg"/>
          </p:nvPr>
        </p:nvSpPr>
        <p:spPr>
          <a:xfrm>
            <a:off x="1143000" y="685800"/>
            <a:ext cx="4571640" cy="3428640"/>
          </a:xfrm>
          <a:prstGeom prst="rect">
            <a:avLst/>
          </a:prstGeom>
          <a:ln w="0">
            <a:noFill/>
          </a:ln>
        </p:spPr>
      </p:sp>
      <p:sp>
        <p:nvSpPr>
          <p:cNvPr id="825" name="PlaceHolder 2"/>
          <p:cNvSpPr>
            <a:spLocks noGrp="1"/>
          </p:cNvSpPr>
          <p:nvPr>
            <p:ph type="body"/>
          </p:nvPr>
        </p:nvSpPr>
        <p:spPr>
          <a:xfrm>
            <a:off x="685800" y="4343400"/>
            <a:ext cx="5486040" cy="411444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La falla característica de Planner-Executor es la rigidez: si el plan está mal, se ejecuta bien un plan equivocado. En un ReAct, el agente corrige el rumbo cuando una observación lo contradice; aquí, salvo que exista replanificación, sigue adelante. Una falla relacionada es que el plan asuma información que todavía no se tenía. Un plan que dice «con el resultado del paso dos, hacer tal cosa» funciona; uno que da por sabido un dato que recién aparecerá en el paso cuatro, no.</a:t>
            </a:r>
            <a:endParaRPr lang="en-US" sz="2000" b="0" u="none" strike="noStrike">
              <a:solidFill>
                <a:srgbClr val="000000"/>
              </a:solidFill>
              <a:effectLst/>
              <a:uFillTx/>
              <a:latin typeface="Arial"/>
            </a:endParaRPr>
          </a:p>
          <a:p>
            <a:pPr indent="0" algn="l">
              <a:lnSpc>
                <a:spcPct val="100000"/>
              </a:lnSpc>
              <a:buNone/>
            </a:pP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Otras fallas: dependencias mal declaradas, que provocan pasos ejecutados antes de tiempo o pasos que nadie invoca; y la replanificación sin tope. Y una más práctica: para tareas de dos o tres pasos, el costo de planificar supera al de hacer.</a:t>
            </a:r>
            <a:endParaRPr lang="en-US" sz="2000" b="0" u="none" strike="noStrike">
              <a:solidFill>
                <a:srgbClr val="000000"/>
              </a:solidFill>
              <a:effectLst/>
              <a:uFillTx/>
              <a:latin typeface="Arial"/>
            </a:endParaRPr>
          </a:p>
          <a:p>
            <a:pPr indent="0" algn="l">
              <a:lnSpc>
                <a:spcPct val="100000"/>
              </a:lnSpc>
              <a:buNone/>
            </a:pP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Para el criterio de uso, la heurística que propongo es esta: si el camino es largo y se conoce, si hay pasos con consecuencias irreversibles, como enviar un correo o modificar una base de datos, o si un tercero, por ejemplo compliance, necesita aprobar lo que va a suceder antes de que suceda, entonces conviene un plan. Si la tarea es exploratoria, si no se sabe qué hay del otro lado hasta mirar, ReAct es más adecuado.</a:t>
            </a:r>
            <a:endParaRPr lang="en-US" sz="2000" b="0" u="none" strike="noStrike">
              <a:solidFill>
                <a:srgbClr val="000000"/>
              </a:solidFill>
              <a:effectLst/>
              <a:uFillTx/>
              <a:latin typeface="Arial"/>
            </a:endParaRPr>
          </a:p>
          <a:p>
            <a:pPr indent="0" algn="l">
              <a:lnSpc>
                <a:spcPct val="100000"/>
              </a:lnSpc>
              <a:buNone/>
            </a:pP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Un punto para discutir: ¿en qué procesos de su organización un plan revisable antes de ejecutar sería un requisito y no una comodidad?</a:t>
            </a:r>
            <a:endParaRPr lang="en-US" sz="2000" b="0" u="none" strike="noStrike">
              <a:solidFill>
                <a:srgbClr val="000000"/>
              </a:solidFill>
              <a:effectLst/>
              <a:uFillTx/>
              <a:latin typeface="Arial"/>
            </a:endParaRPr>
          </a:p>
        </p:txBody>
      </p:sp>
      <p:sp>
        <p:nvSpPr>
          <p:cNvPr id="826" name="PlaceHolder 3"/>
          <p:cNvSpPr>
            <a:spLocks noGrp="1"/>
          </p:cNvSpPr>
          <p:nvPr>
            <p:ph type="sldNum" idx="54"/>
          </p:nvPr>
        </p:nvSpPr>
        <p:spPr>
          <a:xfrm>
            <a:off x="3884760" y="8685360"/>
            <a:ext cx="2971440" cy="456840"/>
          </a:xfrm>
          <a:prstGeom prst="rect">
            <a:avLst/>
          </a:prstGeom>
          <a:noFill/>
          <a:ln w="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1C222308-057D-43EE-8B6E-AEA7BC9C5F52}" type="slidenum">
              <a:rPr lang="en-US" sz="1200" b="0" u="none" strike="noStrike">
                <a:solidFill>
                  <a:srgbClr val="000000"/>
                </a:solidFill>
                <a:effectLst/>
                <a:uFillTx/>
                <a:latin typeface="Times New Roman"/>
              </a:rPr>
              <a:t>&lt;number&gt;</a:t>
            </a:fld>
            <a:endParaRPr lang="en-US" sz="1200" b="0" u="none" strike="noStrike">
              <a:solidFill>
                <a:srgbClr val="000000"/>
              </a:solidFill>
              <a:effectLst/>
              <a:uFillTx/>
              <a:latin typeface="Times New Roman"/>
            </a:endParaRPr>
          </a:p>
        </p:txBody>
      </p:sp>
    </p:spTree>
  </p:cSld>
</p:notes>
</file>

<file path=ppt/notesSlides/notesSlide1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27" name="PlaceHolder 1"/>
          <p:cNvSpPr>
            <a:spLocks noGrp="1"/>
          </p:cNvSpPr>
          <p:nvPr>
            <p:ph type="sldImg"/>
          </p:nvPr>
        </p:nvSpPr>
        <p:spPr>
          <a:xfrm>
            <a:off x="1143000" y="685800"/>
            <a:ext cx="4571640" cy="3428640"/>
          </a:xfrm>
          <a:prstGeom prst="rect">
            <a:avLst/>
          </a:prstGeom>
          <a:ln w="0">
            <a:noFill/>
          </a:ln>
        </p:spPr>
      </p:sp>
      <p:sp>
        <p:nvSpPr>
          <p:cNvPr id="828" name="PlaceHolder 2"/>
          <p:cNvSpPr>
            <a:spLocks noGrp="1"/>
          </p:cNvSpPr>
          <p:nvPr>
            <p:ph type="body"/>
          </p:nvPr>
        </p:nvSpPr>
        <p:spPr>
          <a:xfrm>
            <a:off x="685800" y="4343400"/>
            <a:ext cx="5486040" cy="411444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Un caso típico: la conciliación mensual de un área de finanzas. Es un ejemplo ilustrativo.</a:t>
            </a:r>
            <a:endParaRPr lang="en-US" sz="2000" b="0" u="none" strike="noStrike">
              <a:solidFill>
                <a:srgbClr val="000000"/>
              </a:solidFill>
              <a:effectLst/>
              <a:uFillTx/>
              <a:latin typeface="Arial"/>
            </a:endParaRPr>
          </a:p>
          <a:p>
            <a:pPr indent="0" algn="l">
              <a:lnSpc>
                <a:spcPct val="100000"/>
              </a:lnSpc>
              <a:buNone/>
            </a:pP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El Planner produce un plan de cinco pasos. Extraer movimientos internos; extraer el extracto del banco; cruzar ambos, que depende de los dos primeros; listar diferencias, que depende del cruce; y redactar el informe. Antes de ejecutar, compliance revisa el plan y lo aprueba. Ese punto de control no existía en ReAct.</a:t>
            </a:r>
            <a:endParaRPr lang="en-US" sz="2000" b="0" u="none" strike="noStrike">
              <a:solidFill>
                <a:srgbClr val="000000"/>
              </a:solidFill>
              <a:effectLst/>
              <a:uFillTx/>
              <a:latin typeface="Arial"/>
            </a:endParaRPr>
          </a:p>
          <a:p>
            <a:pPr indent="0" algn="l">
              <a:lnSpc>
                <a:spcPct val="100000"/>
              </a:lnSpc>
              <a:buNone/>
            </a:pP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Al ejecutar, los pasos uno y dos corren en paralelo porque el plan declara que no dependen entre sí. El tercero falla: el extracto llegó en un formato inesperado. Aquí actúa la política de falla: en lugar de tirar todo, se replanifica desde el paso tres, conservando lo que ya salió bien.</a:t>
            </a:r>
            <a:endParaRPr lang="en-US" sz="2000" b="0" u="none" strike="noStrike">
              <a:solidFill>
                <a:srgbClr val="000000"/>
              </a:solidFill>
              <a:effectLst/>
              <a:uFillTx/>
              <a:latin typeface="Arial"/>
            </a:endParaRPr>
          </a:p>
          <a:p>
            <a:pPr indent="0" algn="l">
              <a:lnSpc>
                <a:spcPct val="100000"/>
              </a:lnSpc>
              <a:buNone/>
            </a:pP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En el contexto, noten cuánto más chico es lo que ve cada paso que en ReAct. El paso cinco, el de redactar el informe, solo ve la lista de diferencias; no necesita los movimientos crudos. Y si algo sale mal, hay una pregunta útil que este arquetipo permite responder: ¿falló el plan o falló la ejecución? Esa capacidad de diagnóstico es probablemente su mayor virtud práctica.</a:t>
            </a:r>
            <a:endParaRPr lang="en-US" sz="2000" b="0" u="none" strike="noStrike">
              <a:solidFill>
                <a:srgbClr val="000000"/>
              </a:solidFill>
              <a:effectLst/>
              <a:uFillTx/>
              <a:latin typeface="Arial"/>
            </a:endParaRPr>
          </a:p>
        </p:txBody>
      </p:sp>
      <p:sp>
        <p:nvSpPr>
          <p:cNvPr id="829" name="PlaceHolder 3"/>
          <p:cNvSpPr>
            <a:spLocks noGrp="1"/>
          </p:cNvSpPr>
          <p:nvPr>
            <p:ph type="sldNum" idx="55"/>
          </p:nvPr>
        </p:nvSpPr>
        <p:spPr>
          <a:xfrm>
            <a:off x="3884760" y="8685360"/>
            <a:ext cx="2971440" cy="456840"/>
          </a:xfrm>
          <a:prstGeom prst="rect">
            <a:avLst/>
          </a:prstGeom>
          <a:noFill/>
          <a:ln w="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D55932A9-97B2-4868-A781-61821CB506F8}" type="slidenum">
              <a:rPr lang="en-US" sz="1200" b="0" u="none" strike="noStrike">
                <a:solidFill>
                  <a:srgbClr val="000000"/>
                </a:solidFill>
                <a:effectLst/>
                <a:uFillTx/>
                <a:latin typeface="Times New Roman"/>
              </a:rPr>
              <a:t>&lt;number&gt;</a:t>
            </a:fld>
            <a:endParaRPr lang="en-US" sz="1200" b="0" u="none" strike="noStrike">
              <a:solidFill>
                <a:srgbClr val="000000"/>
              </a:solidFill>
              <a:effectLst/>
              <a:uFillTx/>
              <a:latin typeface="Times New Roman"/>
            </a:endParaRPr>
          </a:p>
        </p:txBody>
      </p:sp>
    </p:spTree>
  </p:cSld>
</p:notes>
</file>

<file path=ppt/notesSlides/notesSlide2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30" name="PlaceHolder 1"/>
          <p:cNvSpPr>
            <a:spLocks noGrp="1"/>
          </p:cNvSpPr>
          <p:nvPr>
            <p:ph type="sldImg"/>
          </p:nvPr>
        </p:nvSpPr>
        <p:spPr>
          <a:xfrm>
            <a:off x="1143000" y="685800"/>
            <a:ext cx="4571640" cy="3428640"/>
          </a:xfrm>
          <a:prstGeom prst="rect">
            <a:avLst/>
          </a:prstGeom>
          <a:ln w="0">
            <a:noFill/>
          </a:ln>
        </p:spPr>
      </p:sp>
      <p:sp>
        <p:nvSpPr>
          <p:cNvPr id="831" name="PlaceHolder 2"/>
          <p:cNvSpPr>
            <a:spLocks noGrp="1"/>
          </p:cNvSpPr>
          <p:nvPr>
            <p:ph type="body"/>
          </p:nvPr>
        </p:nvSpPr>
        <p:spPr>
          <a:xfrm>
            <a:off x="685800" y="4343400"/>
            <a:ext cx="5486040" cy="411444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Query Decomposition parte de una observación empírica. Press y colaboradores la llamaron la brecha de composicionalidad: los modelos suelen responder bien preguntas de un solo salto, pero fallan al componer varias de ellas, y esa brecha no se cierra simplemente con modelos más grandes. Su método, Self-Ask, hace que el modelo formule y responda sub-preguntas intermedias antes de contestar la principal.</a:t>
            </a:r>
            <a:endParaRPr lang="en-US" sz="2000" b="0" u="none" strike="noStrike">
              <a:solidFill>
                <a:srgbClr val="000000"/>
              </a:solidFill>
              <a:effectLst/>
              <a:uFillTx/>
              <a:latin typeface="Arial"/>
            </a:endParaRPr>
          </a:p>
          <a:p>
            <a:pPr indent="0" algn="l">
              <a:lnSpc>
                <a:spcPct val="100000"/>
              </a:lnSpc>
              <a:buNone/>
            </a:pP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Hay dos formas del flujo, y las dos están en la slide. En la variante paralela, arriba, el modelo descompone la pregunta en sub-preguntas independientes, cada una se resuelve por su cuenta y un paso final las sintetiza. En la variante secuencial, abajo, la respuesta de una sub-pregunta alimenta la formulación de la siguiente; es el espíritu de Least-to-Most, de Zhou y colaboradores, que resuelve subproblemas de menor a mayor complejidad. Y en Self-Ask el propio modelo va decidiendo, pregunta a pregunta, si necesita otra pregunta de seguimiento.</a:t>
            </a:r>
            <a:endParaRPr lang="en-US" sz="2000" b="0" u="none" strike="noStrike">
              <a:solidFill>
                <a:srgbClr val="000000"/>
              </a:solidFill>
              <a:effectLst/>
              <a:uFillTx/>
              <a:latin typeface="Arial"/>
            </a:endParaRPr>
          </a:p>
          <a:p>
            <a:pPr indent="0" algn="l">
              <a:lnSpc>
                <a:spcPct val="100000"/>
              </a:lnSpc>
              <a:buNone/>
            </a:pP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Los nodos verdes, con la etiqueta de contexto aislado, muestran la característica que define al arquetipo: cada sub-pregunta se resuelve sin ver a las demás. Y el nodo final de síntesis, naranja, ve la pregunta original y respuestas cortas, no el material recuperado.</a:t>
            </a:r>
            <a:endParaRPr lang="en-US" sz="2000" b="0" u="none" strike="noStrike">
              <a:solidFill>
                <a:srgbClr val="000000"/>
              </a:solidFill>
              <a:effectLst/>
              <a:uFillTx/>
              <a:latin typeface="Arial"/>
            </a:endParaRPr>
          </a:p>
        </p:txBody>
      </p:sp>
      <p:sp>
        <p:nvSpPr>
          <p:cNvPr id="832" name="PlaceHolder 3"/>
          <p:cNvSpPr>
            <a:spLocks noGrp="1"/>
          </p:cNvSpPr>
          <p:nvPr>
            <p:ph type="sldNum" idx="56"/>
          </p:nvPr>
        </p:nvSpPr>
        <p:spPr>
          <a:xfrm>
            <a:off x="3884760" y="8685360"/>
            <a:ext cx="2971440" cy="456840"/>
          </a:xfrm>
          <a:prstGeom prst="rect">
            <a:avLst/>
          </a:prstGeom>
          <a:noFill/>
          <a:ln w="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AF7F5F2A-C34B-4DCF-A484-D1DC5D87AB52}" type="slidenum">
              <a:rPr lang="en-US" sz="1200" b="0" u="none" strike="noStrike">
                <a:solidFill>
                  <a:srgbClr val="000000"/>
                </a:solidFill>
                <a:effectLst/>
                <a:uFillTx/>
                <a:latin typeface="Times New Roman"/>
              </a:rPr>
              <a:t>&lt;number&gt;</a:t>
            </a:fld>
            <a:endParaRPr lang="en-US" sz="1200" b="0" u="none" strike="noStrike">
              <a:solidFill>
                <a:srgbClr val="000000"/>
              </a:solidFill>
              <a:effectLst/>
              <a:uFillTx/>
              <a:latin typeface="Times New Roman"/>
            </a:endParaRPr>
          </a:p>
        </p:txBody>
      </p:sp>
    </p:spTree>
  </p:cSld>
</p:notes>
</file>

<file path=ppt/notesSlides/notesSlide2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33" name="PlaceHolder 1"/>
          <p:cNvSpPr>
            <a:spLocks noGrp="1"/>
          </p:cNvSpPr>
          <p:nvPr>
            <p:ph type="sldImg"/>
          </p:nvPr>
        </p:nvSpPr>
        <p:spPr>
          <a:xfrm>
            <a:off x="1143000" y="685800"/>
            <a:ext cx="4571640" cy="3428640"/>
          </a:xfrm>
          <a:prstGeom prst="rect">
            <a:avLst/>
          </a:prstGeom>
          <a:ln w="0">
            <a:noFill/>
          </a:ln>
        </p:spPr>
      </p:sp>
      <p:sp>
        <p:nvSpPr>
          <p:cNvPr id="834" name="PlaceHolder 2"/>
          <p:cNvSpPr>
            <a:spLocks noGrp="1"/>
          </p:cNvSpPr>
          <p:nvPr>
            <p:ph type="body"/>
          </p:nvPr>
        </p:nvSpPr>
        <p:spPr>
          <a:xfrm>
            <a:off x="685800" y="4343400"/>
            <a:ext cx="5486040" cy="411444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Las tres preguntas para Query Decomposition.</a:t>
            </a:r>
            <a:endParaRPr lang="en-US" sz="2000" b="0" u="none" strike="noStrike">
              <a:solidFill>
                <a:srgbClr val="000000"/>
              </a:solidFill>
              <a:effectLst/>
              <a:uFillTx/>
              <a:latin typeface="Arial"/>
            </a:endParaRPr>
          </a:p>
          <a:p>
            <a:pPr indent="0" algn="l">
              <a:lnSpc>
                <a:spcPct val="100000"/>
              </a:lnSpc>
              <a:buNone/>
            </a:pP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Sobre qué se ejecuta después: el modelo decide una sola vez cómo partir la pregunta, y a partir de ahí el flujo es casi mecánico. Si las sub-preguntas son independientes, se pueden resolver en paralelo. Si una depende de la respuesta de otra, se resuelven en cadena. Y en la variante Self-Ask el número de sub-preguntas no se fija por adelantado: tras cada respuesta, el modelo evalúa si le falta otra pregunta de seguimiento.</a:t>
            </a:r>
            <a:endParaRPr lang="en-US" sz="2000" b="0" u="none" strike="noStrike">
              <a:solidFill>
                <a:srgbClr val="000000"/>
              </a:solidFill>
              <a:effectLst/>
              <a:uFillTx/>
              <a:latin typeface="Arial"/>
            </a:endParaRPr>
          </a:p>
          <a:p>
            <a:pPr indent="0" algn="l">
              <a:lnSpc>
                <a:spcPct val="100000"/>
              </a:lnSpc>
              <a:buNone/>
            </a:pP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Sobre el contexto: aquí el aislamiento es la característica central. Cada sub-pregunta se resuelve con su propia consulta y la evidencia que recuperó; no ve las otras. Y devuelve solo una respuesta corta con su fuente, no todo el material. El paso final, la síntesis, ve la pregunta original y esas respuestas cortas. Esto tiene dos ventajas: las evidencias no se contaminan entre sí y cada búsqueda es específica, lo que mejora la precisión del retrieval. Y una desventaja: los matices que estaban en el material recuperado se pierden en el camino.</a:t>
            </a:r>
            <a:endParaRPr lang="en-US" sz="2000" b="0" u="none" strike="noStrike">
              <a:solidFill>
                <a:srgbClr val="000000"/>
              </a:solidFill>
              <a:effectLst/>
              <a:uFillTx/>
              <a:latin typeface="Arial"/>
            </a:endParaRPr>
          </a:p>
          <a:p>
            <a:pPr indent="0" algn="l">
              <a:lnSpc>
                <a:spcPct val="100000"/>
              </a:lnSpc>
              <a:buNone/>
            </a:pP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Sobre la terminación: se termina cuando todas las partes tienen respuesta y se sintetiza. Es una condición clara, pero conviene un tope de sub-preguntas, porque un modelo entusiasta puede partir una pregunta simple en diez.</a:t>
            </a:r>
            <a:endParaRPr lang="en-US" sz="2000" b="0" u="none" strike="noStrike">
              <a:solidFill>
                <a:srgbClr val="000000"/>
              </a:solidFill>
              <a:effectLst/>
              <a:uFillTx/>
              <a:latin typeface="Arial"/>
            </a:endParaRPr>
          </a:p>
        </p:txBody>
      </p:sp>
      <p:sp>
        <p:nvSpPr>
          <p:cNvPr id="835" name="PlaceHolder 3"/>
          <p:cNvSpPr>
            <a:spLocks noGrp="1"/>
          </p:cNvSpPr>
          <p:nvPr>
            <p:ph type="sldNum" idx="57"/>
          </p:nvPr>
        </p:nvSpPr>
        <p:spPr>
          <a:xfrm>
            <a:off x="3884760" y="8685360"/>
            <a:ext cx="2971440" cy="456840"/>
          </a:xfrm>
          <a:prstGeom prst="rect">
            <a:avLst/>
          </a:prstGeom>
          <a:noFill/>
          <a:ln w="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DC18B383-B63D-4834-A45B-DD11545735BF}" type="slidenum">
              <a:rPr lang="en-US" sz="1200" b="0" u="none" strike="noStrike">
                <a:solidFill>
                  <a:srgbClr val="000000"/>
                </a:solidFill>
                <a:effectLst/>
                <a:uFillTx/>
                <a:latin typeface="Times New Roman"/>
              </a:rPr>
              <a:t>&lt;number&gt;</a:t>
            </a:fld>
            <a:endParaRPr lang="en-US" sz="1200" b="0" u="none" strike="noStrike">
              <a:solidFill>
                <a:srgbClr val="000000"/>
              </a:solidFill>
              <a:effectLst/>
              <a:uFillTx/>
              <a:latin typeface="Times New Roman"/>
            </a:endParaRPr>
          </a:p>
        </p:txBody>
      </p:sp>
    </p:spTree>
  </p:cSld>
</p:notes>
</file>

<file path=ppt/notesSlides/notesSlide2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36" name="PlaceHolder 1"/>
          <p:cNvSpPr>
            <a:spLocks noGrp="1"/>
          </p:cNvSpPr>
          <p:nvPr>
            <p:ph type="sldImg"/>
          </p:nvPr>
        </p:nvSpPr>
        <p:spPr>
          <a:xfrm>
            <a:off x="1143000" y="685800"/>
            <a:ext cx="4571640" cy="3428640"/>
          </a:xfrm>
          <a:prstGeom prst="rect">
            <a:avLst/>
          </a:prstGeom>
          <a:ln w="0">
            <a:noFill/>
          </a:ln>
        </p:spPr>
      </p:sp>
      <p:sp>
        <p:nvSpPr>
          <p:cNvPr id="837" name="PlaceHolder 2"/>
          <p:cNvSpPr>
            <a:spLocks noGrp="1"/>
          </p:cNvSpPr>
          <p:nvPr>
            <p:ph type="body"/>
          </p:nvPr>
        </p:nvSpPr>
        <p:spPr>
          <a:xfrm>
            <a:off x="685800" y="4343400"/>
            <a:ext cx="5486040" cy="411444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Las fallas de este arquetipo nacen casi todas en la descomposición, que es la única decisión del modelo. Si la descomposición omite un salto necesario, ninguna de las sub-preguntas busca lo que falta. Si genera sub-preguntas que se superponen, se paga dos veces la misma búsqueda.</a:t>
            </a:r>
            <a:endParaRPr lang="en-US" sz="2000" b="0" u="none" strike="noStrike">
              <a:solidFill>
                <a:srgbClr val="000000"/>
              </a:solidFill>
              <a:effectLst/>
              <a:uFillTx/>
              <a:latin typeface="Arial"/>
            </a:endParaRPr>
          </a:p>
          <a:p>
            <a:pPr indent="0" algn="l">
              <a:lnSpc>
                <a:spcPct val="100000"/>
              </a:lnSpc>
              <a:buNone/>
            </a:pP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En la variante secuencial hay un riesgo adicional: la propagación. Un error en la primera respuesta alimenta la segunda pregunta, que se formula sobre una premisa falsa. En la paralela, el riesgo es otro: una sub-pregunta sin evidencia suficiente puede terminar con una respuesta inventada que el paso de síntesis mezcla con las correctas, sin manera de distinguirlas. Y la síntesis puede contradecir o ignorar una respuesta parcial.</a:t>
            </a:r>
            <a:endParaRPr lang="en-US" sz="2000" b="0" u="none" strike="noStrike">
              <a:solidFill>
                <a:srgbClr val="000000"/>
              </a:solidFill>
              <a:effectLst/>
              <a:uFillTx/>
              <a:latin typeface="Arial"/>
            </a:endParaRPr>
          </a:p>
          <a:p>
            <a:pPr indent="0" algn="l">
              <a:lnSpc>
                <a:spcPct val="100000"/>
              </a:lnSpc>
              <a:buNone/>
            </a:pP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Para el criterio de uso, es importante distinguir este arquetipo de Planner-Executor, con el que se parece. La diferencia está en la naturaleza de las partes. En Planner-Executor los pasos son acciones sobre el mundo: extraer, enviar, calcular. En Query Decomposition son preguntas de información que se responden buscando. Conviene cuando la pregunta es multi-salto o comparativa, sobre todo en sistemas de recuperación. No conviene cuando una sola fuente alcanza, ni cuando las sub-preguntas no se pueden anticipar antes de empezar a buscar: en ese caso hace falta un modelo que descubra sobre la marcha.</a:t>
            </a:r>
            <a:endParaRPr lang="en-US" sz="2000" b="0" u="none" strike="noStrike">
              <a:solidFill>
                <a:srgbClr val="000000"/>
              </a:solidFill>
              <a:effectLst/>
              <a:uFillTx/>
              <a:latin typeface="Arial"/>
            </a:endParaRPr>
          </a:p>
        </p:txBody>
      </p:sp>
      <p:sp>
        <p:nvSpPr>
          <p:cNvPr id="838" name="PlaceHolder 3"/>
          <p:cNvSpPr>
            <a:spLocks noGrp="1"/>
          </p:cNvSpPr>
          <p:nvPr>
            <p:ph type="sldNum" idx="58"/>
          </p:nvPr>
        </p:nvSpPr>
        <p:spPr>
          <a:xfrm>
            <a:off x="3884760" y="8685360"/>
            <a:ext cx="2971440" cy="456840"/>
          </a:xfrm>
          <a:prstGeom prst="rect">
            <a:avLst/>
          </a:prstGeom>
          <a:noFill/>
          <a:ln w="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B5E74F93-AE62-4BFD-A801-9E585EBD7ADD}" type="slidenum">
              <a:rPr lang="en-US" sz="1200" b="0" u="none" strike="noStrike">
                <a:solidFill>
                  <a:srgbClr val="000000"/>
                </a:solidFill>
                <a:effectLst/>
                <a:uFillTx/>
                <a:latin typeface="Times New Roman"/>
              </a:rPr>
              <a:t>&lt;number&gt;</a:t>
            </a:fld>
            <a:endParaRPr lang="en-US" sz="1200" b="0" u="none" strike="noStrike">
              <a:solidFill>
                <a:srgbClr val="000000"/>
              </a:solidFill>
              <a:effectLst/>
              <a:uFillTx/>
              <a:latin typeface="Times New Roman"/>
            </a:endParaRPr>
          </a:p>
        </p:txBody>
      </p:sp>
    </p:spTree>
  </p:cSld>
</p:notes>
</file>

<file path=ppt/notesSlides/notesSlide2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39" name="PlaceHolder 1"/>
          <p:cNvSpPr>
            <a:spLocks noGrp="1"/>
          </p:cNvSpPr>
          <p:nvPr>
            <p:ph type="sldImg"/>
          </p:nvPr>
        </p:nvSpPr>
        <p:spPr>
          <a:xfrm>
            <a:off x="1143000" y="685800"/>
            <a:ext cx="4571640" cy="3428640"/>
          </a:xfrm>
          <a:prstGeom prst="rect">
            <a:avLst/>
          </a:prstGeom>
          <a:ln w="0">
            <a:noFill/>
          </a:ln>
        </p:spPr>
      </p:sp>
      <p:sp>
        <p:nvSpPr>
          <p:cNvPr id="840" name="PlaceHolder 2"/>
          <p:cNvSpPr>
            <a:spLocks noGrp="1"/>
          </p:cNvSpPr>
          <p:nvPr>
            <p:ph type="body"/>
          </p:nvPr>
        </p:nvSpPr>
        <p:spPr>
          <a:xfrm>
            <a:off x="685800" y="4343400"/>
            <a:ext cx="5486040" cy="411444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Un caso de atención al cliente de un banco, ilustrativo. Un cliente pregunta cuánto pagaría en comisiones si es cliente Premium y quiere enviar dinero al exterior.</a:t>
            </a:r>
            <a:endParaRPr lang="en-US" sz="2000" b="0" u="none" strike="noStrike">
              <a:solidFill>
                <a:srgbClr val="000000"/>
              </a:solidFill>
              <a:effectLst/>
              <a:uFillTx/>
              <a:latin typeface="Arial"/>
            </a:endParaRPr>
          </a:p>
          <a:p>
            <a:pPr indent="0" algn="l">
              <a:lnSpc>
                <a:spcPct val="100000"/>
              </a:lnSpc>
              <a:buNone/>
            </a:pP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Una consulta única al sistema de documentos traería fragmentos difusos: algo de la tarifa, algo del plan, algo de conversión, mezclados. El modelo parte la pregunta en tres sub-preguntas independientes: la tarifa de transferencia internacional, los beneficios del plan Premium sobre esa tarifa, y el costo de la conversión de moneda. Cada una se resuelve por separado, con su propia búsqueda. Cada búsqueda es específica, y por eso más precisa.</a:t>
            </a:r>
            <a:endParaRPr lang="en-US" sz="2000" b="0" u="none" strike="noStrike">
              <a:solidFill>
                <a:srgbClr val="000000"/>
              </a:solidFill>
              <a:effectLst/>
              <a:uFillTx/>
              <a:latin typeface="Arial"/>
            </a:endParaRPr>
          </a:p>
          <a:p>
            <a:pPr indent="0" algn="l">
              <a:lnSpc>
                <a:spcPct val="100000"/>
              </a:lnSpc>
              <a:buNone/>
            </a:pP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Veamos el contexto. La descomposición ve la pregunta original. Cada sub-pregunta ve solo su consulta y los fragmentos que ella misma recuperó, y devuelve una respuesta corta con su fuente. La síntesis ve la pregunta original más esas tres respuestas cortas, y produce la respuesta final citando las fuentes. Nunca vio los documentos.</a:t>
            </a:r>
            <a:endParaRPr lang="en-US" sz="2000" b="0" u="none" strike="noStrike">
              <a:solidFill>
                <a:srgbClr val="000000"/>
              </a:solidFill>
              <a:effectLst/>
              <a:uFillTx/>
              <a:latin typeface="Arial"/>
            </a:endParaRPr>
          </a:p>
          <a:p>
            <a:pPr indent="0" algn="l">
              <a:lnSpc>
                <a:spcPct val="100000"/>
              </a:lnSpc>
              <a:buNone/>
            </a:pP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Si el ejemplo tuviera una dependencia, por ejemplo que la tarifa dependiera del plan, se volvería secuencial y la respuesta previa viajaría como dato a la siguiente pregunta. Quiero que noten la disciplina de este arquetipo: es un intercambio deliberado de matices por precisión y aislamiento.</a:t>
            </a:r>
            <a:endParaRPr lang="en-US" sz="2000" b="0" u="none" strike="noStrike">
              <a:solidFill>
                <a:srgbClr val="000000"/>
              </a:solidFill>
              <a:effectLst/>
              <a:uFillTx/>
              <a:latin typeface="Arial"/>
            </a:endParaRPr>
          </a:p>
        </p:txBody>
      </p:sp>
      <p:sp>
        <p:nvSpPr>
          <p:cNvPr id="841" name="PlaceHolder 3"/>
          <p:cNvSpPr>
            <a:spLocks noGrp="1"/>
          </p:cNvSpPr>
          <p:nvPr>
            <p:ph type="sldNum" idx="59"/>
          </p:nvPr>
        </p:nvSpPr>
        <p:spPr>
          <a:xfrm>
            <a:off x="3884760" y="8685360"/>
            <a:ext cx="2971440" cy="456840"/>
          </a:xfrm>
          <a:prstGeom prst="rect">
            <a:avLst/>
          </a:prstGeom>
          <a:noFill/>
          <a:ln w="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687CBC76-2986-4F73-B6CF-34FE60C46D2E}" type="slidenum">
              <a:rPr lang="en-US" sz="1200" b="0" u="none" strike="noStrike">
                <a:solidFill>
                  <a:srgbClr val="000000"/>
                </a:solidFill>
                <a:effectLst/>
                <a:uFillTx/>
                <a:latin typeface="Times New Roman"/>
              </a:rPr>
              <a:t>&lt;number&gt;</a:t>
            </a:fld>
            <a:endParaRPr lang="en-US" sz="1200" b="0" u="none" strike="noStrike">
              <a:solidFill>
                <a:srgbClr val="000000"/>
              </a:solidFill>
              <a:effectLst/>
              <a:uFillTx/>
              <a:latin typeface="Times New Roman"/>
            </a:endParaRPr>
          </a:p>
        </p:txBody>
      </p:sp>
    </p:spTree>
  </p:cSld>
</p:notes>
</file>

<file path=ppt/notesSlides/notesSlide2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42" name="PlaceHolder 1"/>
          <p:cNvSpPr>
            <a:spLocks noGrp="1"/>
          </p:cNvSpPr>
          <p:nvPr>
            <p:ph type="sldImg"/>
          </p:nvPr>
        </p:nvSpPr>
        <p:spPr>
          <a:xfrm>
            <a:off x="1143000" y="685800"/>
            <a:ext cx="4571640" cy="3428640"/>
          </a:xfrm>
          <a:prstGeom prst="rect">
            <a:avLst/>
          </a:prstGeom>
          <a:ln w="0">
            <a:noFill/>
          </a:ln>
        </p:spPr>
      </p:sp>
      <p:sp>
        <p:nvSpPr>
          <p:cNvPr id="843" name="PlaceHolder 2"/>
          <p:cNvSpPr>
            <a:spLocks noGrp="1"/>
          </p:cNvSpPr>
          <p:nvPr>
            <p:ph type="body"/>
          </p:nvPr>
        </p:nvSpPr>
        <p:spPr>
          <a:xfrm>
            <a:off x="685800" y="4343400"/>
            <a:ext cx="5486040" cy="411444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Reflection agrega a cualquier generación un lazo de verificación. Un generador produce un borrador; un crítico lo evalúa contra criterios; si no pasa, la crítica vuelve al generador, que corrige, y el ciclo se repite.</a:t>
            </a:r>
            <a:endParaRPr lang="en-US" sz="2000" b="0" u="none" strike="noStrike">
              <a:solidFill>
                <a:srgbClr val="000000"/>
              </a:solidFill>
              <a:effectLst/>
              <a:uFillTx/>
              <a:latin typeface="Arial"/>
            </a:endParaRPr>
          </a:p>
          <a:p>
            <a:pPr indent="0" algn="l">
              <a:lnSpc>
                <a:spcPct val="100000"/>
              </a:lnSpc>
              <a:buNone/>
            </a:pP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Hay dos familias que conviene distinguir. Self-Refine, de Madaan y colaboradores, usa el mismo modelo para generar, dar feedback sobre su propio resultado y refinarlo iterativamente, sin entrenamiento adicional. Reflexion, de Shinn y colaboradores, lleva la idea más lejos: el agente reflexiona verbalmente sobre señales de feedback, por ejemplo el resultado de una ejecución, y guarda esas reflexiones en una memoria episódica para mejorar en los intentos siguientes.</a:t>
            </a:r>
            <a:endParaRPr lang="en-US" sz="2000" b="0" u="none" strike="noStrike">
              <a:solidFill>
                <a:srgbClr val="000000"/>
              </a:solidFill>
              <a:effectLst/>
              <a:uFillTx/>
              <a:latin typeface="Arial"/>
            </a:endParaRPr>
          </a:p>
          <a:p>
            <a:pPr indent="0" algn="l">
              <a:lnSpc>
                <a:spcPct val="100000"/>
              </a:lnSpc>
              <a:buNone/>
            </a:pP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En el diagrama, fíjense en tres detalles. El nodo azul, en el que decide el código si se entrega o se reintenta, porque el lazo y su tope son estructura y no juicio. La crítica, en ámbar, es un artefacto: lo que se pasa entre rondas. Y la caja verde superior, la señal externa, es un elemento opcional pero de peso: cuando el crítico puede apoyarse en evidencia real, como resultados de pruebas o reglas de validación, el arquetipo funciona mucho mejor.</a:t>
            </a:r>
            <a:endParaRPr lang="en-US" sz="2000" b="0" u="none" strike="noStrike">
              <a:solidFill>
                <a:srgbClr val="000000"/>
              </a:solidFill>
              <a:effectLst/>
              <a:uFillTx/>
              <a:latin typeface="Arial"/>
            </a:endParaRPr>
          </a:p>
        </p:txBody>
      </p:sp>
      <p:sp>
        <p:nvSpPr>
          <p:cNvPr id="844" name="PlaceHolder 3"/>
          <p:cNvSpPr>
            <a:spLocks noGrp="1"/>
          </p:cNvSpPr>
          <p:nvPr>
            <p:ph type="sldNum" idx="60"/>
          </p:nvPr>
        </p:nvSpPr>
        <p:spPr>
          <a:xfrm>
            <a:off x="3884760" y="8685360"/>
            <a:ext cx="2971440" cy="456840"/>
          </a:xfrm>
          <a:prstGeom prst="rect">
            <a:avLst/>
          </a:prstGeom>
          <a:noFill/>
          <a:ln w="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A0D32857-4E1A-4C43-9023-997AA2495D71}" type="slidenum">
              <a:rPr lang="en-US" sz="1200" b="0" u="none" strike="noStrike">
                <a:solidFill>
                  <a:srgbClr val="000000"/>
                </a:solidFill>
                <a:effectLst/>
                <a:uFillTx/>
                <a:latin typeface="Times New Roman"/>
              </a:rPr>
              <a:t>&lt;number&gt;</a:t>
            </a:fld>
            <a:endParaRPr lang="en-US" sz="1200" b="0" u="none" strike="noStrike">
              <a:solidFill>
                <a:srgbClr val="000000"/>
              </a:solidFill>
              <a:effectLst/>
              <a:uFillTx/>
              <a:latin typeface="Times New Roman"/>
            </a:endParaRPr>
          </a:p>
        </p:txBody>
      </p:sp>
    </p:spTree>
  </p:cSld>
</p:notes>
</file>

<file path=ppt/notesSlides/notesSlide2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45" name="PlaceHolder 1"/>
          <p:cNvSpPr>
            <a:spLocks noGrp="1"/>
          </p:cNvSpPr>
          <p:nvPr>
            <p:ph type="sldImg"/>
          </p:nvPr>
        </p:nvSpPr>
        <p:spPr>
          <a:xfrm>
            <a:off x="1143000" y="685800"/>
            <a:ext cx="4571640" cy="3428640"/>
          </a:xfrm>
          <a:prstGeom prst="rect">
            <a:avLst/>
          </a:prstGeom>
          <a:ln w="0">
            <a:noFill/>
          </a:ln>
        </p:spPr>
      </p:sp>
      <p:sp>
        <p:nvSpPr>
          <p:cNvPr id="846" name="PlaceHolder 2"/>
          <p:cNvSpPr>
            <a:spLocks noGrp="1"/>
          </p:cNvSpPr>
          <p:nvPr>
            <p:ph type="body"/>
          </p:nvPr>
        </p:nvSpPr>
        <p:spPr>
          <a:xfrm>
            <a:off x="685800" y="4343400"/>
            <a:ext cx="5486040" cy="411444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Las tres preguntas para Reflection.</a:t>
            </a:r>
            <a:endParaRPr lang="en-US" sz="2000" b="0" u="none" strike="noStrike">
              <a:solidFill>
                <a:srgbClr val="000000"/>
              </a:solidFill>
              <a:effectLst/>
              <a:uFillTx/>
              <a:latin typeface="Arial"/>
            </a:endParaRPr>
          </a:p>
          <a:p>
            <a:pPr indent="0" algn="l">
              <a:lnSpc>
                <a:spcPct val="100000"/>
              </a:lnSpc>
              <a:buNone/>
            </a:pP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Sobre qué se ejecuta después: el arquetipo tiene un esqueleto fijo, generar, evaluar, corregir, que fija el código. Lo que decide el modelo es cómo juzga y cómo corrige. El código decide el umbral para aceptar y cuántas rondas se permiten. Es el híbrido más claro de los seis.</a:t>
            </a:r>
            <a:endParaRPr lang="en-US" sz="2000" b="0" u="none" strike="noStrike">
              <a:solidFill>
                <a:srgbClr val="000000"/>
              </a:solidFill>
              <a:effectLst/>
              <a:uFillTx/>
              <a:latin typeface="Arial"/>
            </a:endParaRPr>
          </a:p>
          <a:p>
            <a:pPr indent="0" algn="l">
              <a:lnSpc>
                <a:spcPct val="100000"/>
              </a:lnSpc>
              <a:buNone/>
            </a:pP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Sobre el contexto hay una decisión de diseño importante. El generador ve la tarea, su borrador y la crítica. El crítico ve la tarea, el borrador y la rúbrica. Y conviene que el crítico no vea el razonamiento del generador: si lo ve, tiende a validarlo, por un sesgo de confirmación bastante parecido al humano. Lo que se conserva entre rondas es la crítica; en Reflexion, además, las reflexiones se guardan como memoria y sobreviven entre intentos. Como el contexto crece con cada ronda, en la práctica se conserva la última versión y las críticas resumidas.</a:t>
            </a:r>
            <a:endParaRPr lang="en-US" sz="2000" b="0" u="none" strike="noStrike">
              <a:solidFill>
                <a:srgbClr val="000000"/>
              </a:solidFill>
              <a:effectLst/>
              <a:uFillTx/>
              <a:latin typeface="Arial"/>
            </a:endParaRPr>
          </a:p>
          <a:p>
            <a:pPr indent="0" algn="l">
              <a:lnSpc>
                <a:spcPct val="100000"/>
              </a:lnSpc>
              <a:buNone/>
            </a:pP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Sobre la terminación: hay tres salidas, PASS, tope de rondas o falta de mejora. La tercera es un detalle valioso: si dos rondas seguidas no cambian nada, seguir iterando solo cuesta. Y siempre se necesita el tope, porque un crítico puede encontrar algo que objetar por siempre.</a:t>
            </a:r>
            <a:endParaRPr lang="en-US" sz="2000" b="0" u="none" strike="noStrike">
              <a:solidFill>
                <a:srgbClr val="000000"/>
              </a:solidFill>
              <a:effectLst/>
              <a:uFillTx/>
              <a:latin typeface="Arial"/>
            </a:endParaRPr>
          </a:p>
        </p:txBody>
      </p:sp>
      <p:sp>
        <p:nvSpPr>
          <p:cNvPr id="847" name="PlaceHolder 3"/>
          <p:cNvSpPr>
            <a:spLocks noGrp="1"/>
          </p:cNvSpPr>
          <p:nvPr>
            <p:ph type="sldNum" idx="61"/>
          </p:nvPr>
        </p:nvSpPr>
        <p:spPr>
          <a:xfrm>
            <a:off x="3884760" y="8685360"/>
            <a:ext cx="2971440" cy="456840"/>
          </a:xfrm>
          <a:prstGeom prst="rect">
            <a:avLst/>
          </a:prstGeom>
          <a:noFill/>
          <a:ln w="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8BF953D5-5E2C-4908-90D4-D268496250A3}" type="slidenum">
              <a:rPr lang="en-US" sz="1200" b="0" u="none" strike="noStrike">
                <a:solidFill>
                  <a:srgbClr val="000000"/>
                </a:solidFill>
                <a:effectLst/>
                <a:uFillTx/>
                <a:latin typeface="Times New Roman"/>
              </a:rPr>
              <a:t>&lt;number&gt;</a:t>
            </a:fld>
            <a:endParaRPr lang="en-US" sz="1200" b="0" u="none" strike="noStrike">
              <a:solidFill>
                <a:srgbClr val="000000"/>
              </a:solidFill>
              <a:effectLst/>
              <a:uFillTx/>
              <a:latin typeface="Times New Roman"/>
            </a:endParaRPr>
          </a:p>
        </p:txBody>
      </p:sp>
    </p:spTree>
  </p:cSld>
</p:notes>
</file>

<file path=ppt/notesSlides/notesSlide2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48" name="PlaceHolder 1"/>
          <p:cNvSpPr>
            <a:spLocks noGrp="1"/>
          </p:cNvSpPr>
          <p:nvPr>
            <p:ph type="sldImg"/>
          </p:nvPr>
        </p:nvSpPr>
        <p:spPr>
          <a:xfrm>
            <a:off x="1143000" y="685800"/>
            <a:ext cx="4571640" cy="3428640"/>
          </a:xfrm>
          <a:prstGeom prst="rect">
            <a:avLst/>
          </a:prstGeom>
          <a:ln w="0">
            <a:noFill/>
          </a:ln>
        </p:spPr>
      </p:sp>
      <p:sp>
        <p:nvSpPr>
          <p:cNvPr id="849" name="PlaceHolder 2"/>
          <p:cNvSpPr>
            <a:spLocks noGrp="1"/>
          </p:cNvSpPr>
          <p:nvPr>
            <p:ph type="body"/>
          </p:nvPr>
        </p:nvSpPr>
        <p:spPr>
          <a:xfrm>
            <a:off x="685800" y="4343400"/>
            <a:ext cx="5486040" cy="411444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La falla más importante de Reflection y la más estudiada es la del crítico complaciente. Huang y colaboradores mostraron en 2023 que los modelos de lenguaje tienen dificultades para autocorregir su razonamiento sin feedback externo, y que en ocasiones su desempeño incluso empeora después de intentarlo. La lección práctica es clara: un lazo de reflexión sin ninguna señal externa es una apuesta; con evidencia real, como pruebas que pasan o fallan, reglas que se cumplen o citas que se pueden contrastar, es una herramienta sólida.</a:t>
            </a:r>
            <a:endParaRPr lang="en-US" sz="2000" b="0" u="none" strike="noStrike">
              <a:solidFill>
                <a:srgbClr val="000000"/>
              </a:solidFill>
              <a:effectLst/>
              <a:uFillTx/>
              <a:latin typeface="Arial"/>
            </a:endParaRPr>
          </a:p>
          <a:p>
            <a:pPr indent="0" algn="l">
              <a:lnSpc>
                <a:spcPct val="100000"/>
              </a:lnSpc>
              <a:buNone/>
            </a:pP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También existe la falla opuesta: el crítico excesivo, que sobrecorrige y degrada un borrador que ya estaba bien. Y la oscilación, en la que la corrección de un problema reintroduce el anterior. Un rasgo más mundano pero frecuente: las críticas son tan buenas como los criterios. Una rúbrica vaga produce críticas vagas.</a:t>
            </a:r>
            <a:endParaRPr lang="en-US" sz="2000" b="0" u="none" strike="noStrike">
              <a:solidFill>
                <a:srgbClr val="000000"/>
              </a:solidFill>
              <a:effectLst/>
              <a:uFillTx/>
              <a:latin typeface="Arial"/>
            </a:endParaRPr>
          </a:p>
          <a:p>
            <a:pPr indent="0" algn="l">
              <a:lnSpc>
                <a:spcPct val="100000"/>
              </a:lnSpc>
              <a:buNone/>
            </a:pP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El criterio de uso es económico: Reflection multiplica el costo por el número de rondas, así que se justifica cuando un error cuesta más que esas rondas, en dominios como medicina, legal, finanzas o código que va a ejecutarse, y cuando existe algo verificable. Una optimización habitual es usar un modelo más pequeño como crítico, porque para evaluar no hace falta la capacidad de generar.</a:t>
            </a:r>
            <a:endParaRPr lang="en-US" sz="2000" b="0" u="none" strike="noStrike">
              <a:solidFill>
                <a:srgbClr val="000000"/>
              </a:solidFill>
              <a:effectLst/>
              <a:uFillTx/>
              <a:latin typeface="Arial"/>
            </a:endParaRPr>
          </a:p>
        </p:txBody>
      </p:sp>
      <p:sp>
        <p:nvSpPr>
          <p:cNvPr id="850" name="PlaceHolder 3"/>
          <p:cNvSpPr>
            <a:spLocks noGrp="1"/>
          </p:cNvSpPr>
          <p:nvPr>
            <p:ph type="sldNum" idx="62"/>
          </p:nvPr>
        </p:nvSpPr>
        <p:spPr>
          <a:xfrm>
            <a:off x="3884760" y="8685360"/>
            <a:ext cx="2971440" cy="456840"/>
          </a:xfrm>
          <a:prstGeom prst="rect">
            <a:avLst/>
          </a:prstGeom>
          <a:noFill/>
          <a:ln w="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EC491778-0121-49B4-921E-ACD9323A2598}" type="slidenum">
              <a:rPr lang="en-US" sz="1200" b="0" u="none" strike="noStrike">
                <a:solidFill>
                  <a:srgbClr val="000000"/>
                </a:solidFill>
                <a:effectLst/>
                <a:uFillTx/>
                <a:latin typeface="Times New Roman"/>
              </a:rPr>
              <a:t>&lt;number&gt;</a:t>
            </a:fld>
            <a:endParaRPr lang="en-US" sz="1200" b="0" u="none" strike="noStrike">
              <a:solidFill>
                <a:srgbClr val="000000"/>
              </a:solidFill>
              <a:effectLst/>
              <a:uFillTx/>
              <a:latin typeface="Times New Roman"/>
            </a:endParaRPr>
          </a:p>
        </p:txBody>
      </p:sp>
    </p:spTree>
  </p:cSld>
</p:notes>
</file>

<file path=ppt/notesSlides/notesSlide2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51" name="PlaceHolder 1"/>
          <p:cNvSpPr>
            <a:spLocks noGrp="1"/>
          </p:cNvSpPr>
          <p:nvPr>
            <p:ph type="sldImg"/>
          </p:nvPr>
        </p:nvSpPr>
        <p:spPr>
          <a:xfrm>
            <a:off x="1143000" y="685800"/>
            <a:ext cx="4571640" cy="3428640"/>
          </a:xfrm>
          <a:prstGeom prst="rect">
            <a:avLst/>
          </a:prstGeom>
          <a:ln w="0">
            <a:noFill/>
          </a:ln>
        </p:spPr>
      </p:sp>
      <p:sp>
        <p:nvSpPr>
          <p:cNvPr id="852" name="PlaceHolder 2"/>
          <p:cNvSpPr>
            <a:spLocks noGrp="1"/>
          </p:cNvSpPr>
          <p:nvPr>
            <p:ph type="body"/>
          </p:nvPr>
        </p:nvSpPr>
        <p:spPr>
          <a:xfrm>
            <a:off x="685800" y="4343400"/>
            <a:ext cx="5486040" cy="411444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Veamos un caso: la respuesta a un reclamo formal de un cliente. Es ilustrativo.</a:t>
            </a:r>
            <a:endParaRPr lang="en-US" sz="2000" b="0" u="none" strike="noStrike">
              <a:solidFill>
                <a:srgbClr val="000000"/>
              </a:solidFill>
              <a:effectLst/>
              <a:uFillTx/>
              <a:latin typeface="Arial"/>
            </a:endParaRPr>
          </a:p>
          <a:p>
            <a:pPr indent="0" algn="l">
              <a:lnSpc>
                <a:spcPct val="100000"/>
              </a:lnSpc>
              <a:buNone/>
            </a:pP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El generador redacta la respuesta. El crítico la revisa contra una rúbrica con cuatro criterios: que los datos sean correctos, que no prometa lo que la institución no puede prometer, que cite la política aplicable y que el tono sea adecuado. Además, un validador externo confirma que el monto citado coincida con lo que figura en la cuenta. El veredicto es FAIL con una crítica concreta: promete un reembolso inmediato, pero la política dice que está sujeto a verificación.</a:t>
            </a:r>
            <a:endParaRPr lang="en-US" sz="2000" b="0" u="none" strike="noStrike">
              <a:solidFill>
                <a:srgbClr val="000000"/>
              </a:solidFill>
              <a:effectLst/>
              <a:uFillTx/>
              <a:latin typeface="Arial"/>
            </a:endParaRPr>
          </a:p>
          <a:p>
            <a:pPr indent="0" algn="l">
              <a:lnSpc>
                <a:spcPct val="100000"/>
              </a:lnSpc>
              <a:buNone/>
            </a:pP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Esa especificidad es lo que vuelve útil la ronda. Una crítica que dijera solo «el tono podría mejorar» no le daría al generador nada accionable. Con la crítica precisa, el generador reescribe justo esa frase y el crítico vuelve a evaluar: PASS.</a:t>
            </a:r>
            <a:endParaRPr lang="en-US" sz="2000" b="0" u="none" strike="noStrike">
              <a:solidFill>
                <a:srgbClr val="000000"/>
              </a:solidFill>
              <a:effectLst/>
              <a:uFillTx/>
              <a:latin typeface="Arial"/>
            </a:endParaRPr>
          </a:p>
          <a:p>
            <a:pPr indent="0" algn="l">
              <a:lnSpc>
                <a:spcPct val="100000"/>
              </a:lnSpc>
              <a:buNone/>
            </a:pP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En términos de contexto, noten lo que se conserva entre rondas: la crítica, no la historia completa. Y noten que el crítico no ve cómo razonó el generador, solo ve el resultado y la rúbrica; eso lo mantiene independiente. Y, como siempre, el tope de rondas está ahí de fondo para que el proceso termine aunque el crítico siga encontrando objeciones.</a:t>
            </a:r>
            <a:endParaRPr lang="en-US" sz="2000" b="0" u="none" strike="noStrike">
              <a:solidFill>
                <a:srgbClr val="000000"/>
              </a:solidFill>
              <a:effectLst/>
              <a:uFillTx/>
              <a:latin typeface="Arial"/>
            </a:endParaRPr>
          </a:p>
        </p:txBody>
      </p:sp>
      <p:sp>
        <p:nvSpPr>
          <p:cNvPr id="853" name="PlaceHolder 3"/>
          <p:cNvSpPr>
            <a:spLocks noGrp="1"/>
          </p:cNvSpPr>
          <p:nvPr>
            <p:ph type="sldNum" idx="63"/>
          </p:nvPr>
        </p:nvSpPr>
        <p:spPr>
          <a:xfrm>
            <a:off x="3884760" y="8685360"/>
            <a:ext cx="2971440" cy="456840"/>
          </a:xfrm>
          <a:prstGeom prst="rect">
            <a:avLst/>
          </a:prstGeom>
          <a:noFill/>
          <a:ln w="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E67BAB14-9338-4250-9EB7-9436F184EDC9}" type="slidenum">
              <a:rPr lang="en-US" sz="1200" b="0" u="none" strike="noStrike">
                <a:solidFill>
                  <a:srgbClr val="000000"/>
                </a:solidFill>
                <a:effectLst/>
                <a:uFillTx/>
                <a:latin typeface="Times New Roman"/>
              </a:rPr>
              <a:t>&lt;number&gt;</a:t>
            </a:fld>
            <a:endParaRPr lang="en-US" sz="1200" b="0" u="none" strike="noStrike">
              <a:solidFill>
                <a:srgbClr val="000000"/>
              </a:solidFill>
              <a:effectLst/>
              <a:uFillTx/>
              <a:latin typeface="Times New Roman"/>
            </a:endParaRPr>
          </a:p>
        </p:txBody>
      </p:sp>
    </p:spTree>
  </p:cSld>
</p:notes>
</file>

<file path=ppt/notesSlides/notesSlide2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54" name="PlaceHolder 1"/>
          <p:cNvSpPr>
            <a:spLocks noGrp="1"/>
          </p:cNvSpPr>
          <p:nvPr>
            <p:ph type="sldImg"/>
          </p:nvPr>
        </p:nvSpPr>
        <p:spPr>
          <a:xfrm>
            <a:off x="1143000" y="685800"/>
            <a:ext cx="4571640" cy="3428640"/>
          </a:xfrm>
          <a:prstGeom prst="rect">
            <a:avLst/>
          </a:prstGeom>
          <a:ln w="0">
            <a:noFill/>
          </a:ln>
        </p:spPr>
      </p:sp>
      <p:sp>
        <p:nvSpPr>
          <p:cNvPr id="855" name="PlaceHolder 2"/>
          <p:cNvSpPr>
            <a:spLocks noGrp="1"/>
          </p:cNvSpPr>
          <p:nvPr>
            <p:ph type="body"/>
          </p:nvPr>
        </p:nvSpPr>
        <p:spPr>
          <a:xfrm>
            <a:off x="685800" y="4343400"/>
            <a:ext cx="5486040" cy="411444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Deep Research es el arquetipo más ambicioso y también el más costoso. Su objetivo es producir un informe exhaustivo sobre una pregunta abierta, investigando en rondas cuyo número no se conoce de antemano.</a:t>
            </a:r>
            <a:endParaRPr lang="en-US" sz="2000" b="0" u="none" strike="noStrike">
              <a:solidFill>
                <a:srgbClr val="000000"/>
              </a:solidFill>
              <a:effectLst/>
              <a:uFillTx/>
              <a:latin typeface="Arial"/>
            </a:endParaRPr>
          </a:p>
          <a:p>
            <a:pPr indent="0" algn="l">
              <a:lnSpc>
                <a:spcPct val="100000"/>
              </a:lnSpc>
              <a:buNone/>
            </a:pP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El diagrama muestra un ciclo. Un plan de investigación, elaborado por el modelo, define temas y preguntas. Un conjunto de investigadores trabaja en paralelo, cada uno con su propio contexto. Sus hallazgos se acumulan en un bloc de notas compartido, el nodo ámbar. Un evaluador de brechas revisa las notas y decide: si falta cobertura, la flecha punteada vuelve al plan para una nueva ronda; si la cobertura es suficiente, se redacta el informe, y se redacta desde las notas, no desde el material crudo.</a:t>
            </a:r>
            <a:endParaRPr lang="en-US" sz="2000" b="0" u="none" strike="noStrike">
              <a:solidFill>
                <a:srgbClr val="000000"/>
              </a:solidFill>
              <a:effectLst/>
              <a:uFillTx/>
              <a:latin typeface="Arial"/>
            </a:endParaRPr>
          </a:p>
          <a:p>
            <a:pPr indent="0" algn="l">
              <a:lnSpc>
                <a:spcPct val="100000"/>
              </a:lnSpc>
              <a:buNone/>
            </a:pP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Un nodo importante es el azul, el presupuesto. Rondas, tokens y tiempo: es lo que garantiza que el proceso termine incluso si el evaluador nunca queda conforme.</a:t>
            </a:r>
            <a:endParaRPr lang="en-US" sz="2000" b="0" u="none" strike="noStrike">
              <a:solidFill>
                <a:srgbClr val="000000"/>
              </a:solidFill>
              <a:effectLst/>
              <a:uFillTx/>
              <a:latin typeface="Arial"/>
            </a:endParaRPr>
          </a:p>
          <a:p>
            <a:pPr indent="0" algn="l">
              <a:lnSpc>
                <a:spcPct val="100000"/>
              </a:lnSpc>
              <a:buNone/>
            </a:pP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Un trabajo que ilustra bien la lógica de fondo es STORM, de Shao y colaboradores, sobre generación de artículos tipo Wikipedia: modela una etapa previa a la escritura donde se descubren perspectivas diversas y se formulan preguntas a expertos, respaldadas por fuentes en Internet. Los detalles internos de los productos comerciales de investigación profunda no son públicos, así que no los describimos aquí.</a:t>
            </a:r>
            <a:endParaRPr lang="en-US" sz="2000" b="0" u="none" strike="noStrike">
              <a:solidFill>
                <a:srgbClr val="000000"/>
              </a:solidFill>
              <a:effectLst/>
              <a:uFillTx/>
              <a:latin typeface="Arial"/>
            </a:endParaRPr>
          </a:p>
        </p:txBody>
      </p:sp>
      <p:sp>
        <p:nvSpPr>
          <p:cNvPr id="856" name="PlaceHolder 3"/>
          <p:cNvSpPr>
            <a:spLocks noGrp="1"/>
          </p:cNvSpPr>
          <p:nvPr>
            <p:ph type="sldNum" idx="64"/>
          </p:nvPr>
        </p:nvSpPr>
        <p:spPr>
          <a:xfrm>
            <a:off x="3884760" y="8685360"/>
            <a:ext cx="2971440" cy="456840"/>
          </a:xfrm>
          <a:prstGeom prst="rect">
            <a:avLst/>
          </a:prstGeom>
          <a:noFill/>
          <a:ln w="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4483A761-69AA-400A-A05C-795E6BDA7A1C}" type="slidenum">
              <a:rPr lang="en-US" sz="1200" b="0" u="none" strike="noStrike">
                <a:solidFill>
                  <a:srgbClr val="000000"/>
                </a:solidFill>
                <a:effectLst/>
                <a:uFillTx/>
                <a:latin typeface="Times New Roman"/>
              </a:rPr>
              <a:t>&lt;number&gt;</a:t>
            </a:fld>
            <a:endParaRPr lang="en-US" sz="1200" b="0" u="none" strike="noStrike">
              <a:solidFill>
                <a:srgbClr val="000000"/>
              </a:solidFill>
              <a:effectLst/>
              <a:uFillTx/>
              <a:latin typeface="Times New Roman"/>
            </a:endParaRPr>
          </a:p>
        </p:txBody>
      </p:sp>
    </p:spTree>
  </p:cSld>
</p:notes>
</file>

<file path=ppt/notesSlides/notesSlide2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57" name="PlaceHolder 1"/>
          <p:cNvSpPr>
            <a:spLocks noGrp="1"/>
          </p:cNvSpPr>
          <p:nvPr>
            <p:ph type="sldImg"/>
          </p:nvPr>
        </p:nvSpPr>
        <p:spPr>
          <a:xfrm>
            <a:off x="1143000" y="685800"/>
            <a:ext cx="4571640" cy="3428640"/>
          </a:xfrm>
          <a:prstGeom prst="rect">
            <a:avLst/>
          </a:prstGeom>
          <a:ln w="0">
            <a:noFill/>
          </a:ln>
        </p:spPr>
      </p:sp>
      <p:sp>
        <p:nvSpPr>
          <p:cNvPr id="858" name="PlaceHolder 2"/>
          <p:cNvSpPr>
            <a:spLocks noGrp="1"/>
          </p:cNvSpPr>
          <p:nvPr>
            <p:ph type="body"/>
          </p:nvPr>
        </p:nvSpPr>
        <p:spPr>
          <a:xfrm>
            <a:off x="685800" y="4343400"/>
            <a:ext cx="5486040" cy="411444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Las tres preguntas para Deep Research.</a:t>
            </a:r>
            <a:endParaRPr lang="en-US" sz="2000" b="0" u="none" strike="noStrike">
              <a:solidFill>
                <a:srgbClr val="000000"/>
              </a:solidFill>
              <a:effectLst/>
              <a:uFillTx/>
              <a:latin typeface="Arial"/>
            </a:endParaRPr>
          </a:p>
          <a:p>
            <a:pPr indent="0" algn="l">
              <a:lnSpc>
                <a:spcPct val="100000"/>
              </a:lnSpc>
              <a:buNone/>
            </a:pP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Sobre qué se ejecuta después: es un control híbrido y anidado. Un modelo hace de director: decide qué investigar y cuándo hay suficiente. Cada ronda lanza sub-consultas en paralelo, y cada una de ellas puede, a su vez, ser un agente ReAct que busca, observa y ajusta. El código no decide el rumbo, pero hace tres cosas cruciales: reparte el trabajo en paralelo, impone presupuestos y corta.</a:t>
            </a:r>
            <a:endParaRPr lang="en-US" sz="2000" b="0" u="none" strike="noStrike">
              <a:solidFill>
                <a:srgbClr val="000000"/>
              </a:solidFill>
              <a:effectLst/>
              <a:uFillTx/>
              <a:latin typeface="Arial"/>
            </a:endParaRPr>
          </a:p>
          <a:p>
            <a:pPr indent="0" algn="l">
              <a:lnSpc>
                <a:spcPct val="100000"/>
              </a:lnSpc>
              <a:buNone/>
            </a:pP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Sobre el contexto: esta es la pregunta más importante para este arquetipo. Si se acumulara todo en una sola conversación, el contexto se volvería inmanejable en pocas rondas. Por eso los investigadores trabajan aislados y devuelven hallazgos condensados con sus fuentes. El director mantiene un bloc de notas, memoria externa a la conversación, y lo comprime entre rondas. Y el informe final se escribe a partir de esas notas. Es la aplicación más completa de las cuatro formas de compartir contexto que vimos al comienzo.</a:t>
            </a:r>
            <a:endParaRPr lang="en-US" sz="2000" b="0" u="none" strike="noStrike">
              <a:solidFill>
                <a:srgbClr val="000000"/>
              </a:solidFill>
              <a:effectLst/>
              <a:uFillTx/>
              <a:latin typeface="Arial"/>
            </a:endParaRPr>
          </a:p>
          <a:p>
            <a:pPr indent="0" algn="l">
              <a:lnSpc>
                <a:spcPct val="100000"/>
              </a:lnSpc>
              <a:buNone/>
            </a:pP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Sobre la terminación: hay dos condiciones. Una es semántica, el evaluador considera que las brechas están cubiertas. La otra es de recursos, el presupuesto se agotó. La primera es una opinión del modelo; la segunda es la que de verdad garantiza el fin. Un buen sistema entrega, junto al informe, la lista de brechas abiertas, para no aparentar una cobertura que no tiene.</a:t>
            </a:r>
            <a:endParaRPr lang="en-US" sz="2000" b="0" u="none" strike="noStrike">
              <a:solidFill>
                <a:srgbClr val="000000"/>
              </a:solidFill>
              <a:effectLst/>
              <a:uFillTx/>
              <a:latin typeface="Arial"/>
            </a:endParaRPr>
          </a:p>
        </p:txBody>
      </p:sp>
      <p:sp>
        <p:nvSpPr>
          <p:cNvPr id="859" name="PlaceHolder 3"/>
          <p:cNvSpPr>
            <a:spLocks noGrp="1"/>
          </p:cNvSpPr>
          <p:nvPr>
            <p:ph type="sldNum" idx="65"/>
          </p:nvPr>
        </p:nvSpPr>
        <p:spPr>
          <a:xfrm>
            <a:off x="3884760" y="8685360"/>
            <a:ext cx="2971440" cy="456840"/>
          </a:xfrm>
          <a:prstGeom prst="rect">
            <a:avLst/>
          </a:prstGeom>
          <a:noFill/>
          <a:ln w="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F8C0E8D2-DA3D-4DE7-856A-0859D482FDDC}" type="slidenum">
              <a:rPr lang="en-US" sz="1200" b="0" u="none" strike="noStrike">
                <a:solidFill>
                  <a:srgbClr val="000000"/>
                </a:solidFill>
                <a:effectLst/>
                <a:uFillTx/>
                <a:latin typeface="Times New Roman"/>
              </a:rPr>
              <a:t>&lt;number&gt;</a:t>
            </a:fld>
            <a:endParaRPr lang="en-US" sz="1200" b="0" u="none" strike="noStrike">
              <a:solidFill>
                <a:srgbClr val="000000"/>
              </a:solidFill>
              <a:effectLst/>
              <a:uFillTx/>
              <a:latin typeface="Times New Roman"/>
            </a:endParaRPr>
          </a:p>
        </p:txBody>
      </p:sp>
    </p:spTree>
  </p:cSld>
</p:notes>
</file>

<file path=ppt/notesSlides/notesSlide3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60" name="PlaceHolder 1"/>
          <p:cNvSpPr>
            <a:spLocks noGrp="1"/>
          </p:cNvSpPr>
          <p:nvPr>
            <p:ph type="sldImg"/>
          </p:nvPr>
        </p:nvSpPr>
        <p:spPr>
          <a:xfrm>
            <a:off x="1143000" y="685800"/>
            <a:ext cx="4571640" cy="3428640"/>
          </a:xfrm>
          <a:prstGeom prst="rect">
            <a:avLst/>
          </a:prstGeom>
          <a:ln w="0">
            <a:noFill/>
          </a:ln>
        </p:spPr>
      </p:sp>
      <p:sp>
        <p:nvSpPr>
          <p:cNvPr id="861" name="PlaceHolder 2"/>
          <p:cNvSpPr>
            <a:spLocks noGrp="1"/>
          </p:cNvSpPr>
          <p:nvPr>
            <p:ph type="body"/>
          </p:nvPr>
        </p:nvSpPr>
        <p:spPr>
          <a:xfrm>
            <a:off x="685800" y="4343400"/>
            <a:ext cx="5486040" cy="411444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Deep Research concentra las fallas de sus componentes y les suma las propias. Es caro y lento, y con poco control fino sobre ambos. No es determinista: dos corridas con la misma pregunta pueden producir informes distintos. La cobertura puede ser ilusoria si el evaluador se conforma antes de tiempo. Las fuentes de baja calidad o contradictorias se pueden mezclar sin que se note. Y la compresión de notas entre rondas puede descartar justo el dato que después hacía falta.</a:t>
            </a:r>
            <a:endParaRPr lang="en-US" sz="2000" b="0" u="none" strike="noStrike">
              <a:solidFill>
                <a:srgbClr val="000000"/>
              </a:solidFill>
              <a:effectLst/>
              <a:uFillTx/>
              <a:latin typeface="Arial"/>
            </a:endParaRPr>
          </a:p>
          <a:p>
            <a:pPr indent="0" algn="l">
              <a:lnSpc>
                <a:spcPct val="100000"/>
              </a:lnSpc>
              <a:buNone/>
            </a:pP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La falla más peligrosa es la de las citas que no respaldan lo afirmado: un informe extenso y bien redactado, con referencias al pie, transmite una autoridad que no siempre merece. Por eso los informes de este tipo deben verificarse por muestreo.</a:t>
            </a:r>
            <a:endParaRPr lang="en-US" sz="2000" b="0" u="none" strike="noStrike">
              <a:solidFill>
                <a:srgbClr val="000000"/>
              </a:solidFill>
              <a:effectLst/>
              <a:uFillTx/>
              <a:latin typeface="Arial"/>
            </a:endParaRPr>
          </a:p>
          <a:p>
            <a:pPr indent="0" algn="l">
              <a:lnSpc>
                <a:spcPct val="100000"/>
              </a:lnSpc>
              <a:buNone/>
            </a:pP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El criterio de uso se resume así. Sirve para preguntas abiertas, cuyo resultado es un informe que alguien va a leer y cuyo valor justifica el costo: una debida diligencia sobre un proveedor, una revisión de literatura. No sirve si la pregunta tiene una respuesta acotada, y ahí Query Decomposition alcanza; ni si se necesita reproducibilidad.</a:t>
            </a:r>
            <a:endParaRPr lang="en-US" sz="2000" b="0" u="none" strike="noStrike">
              <a:solidFill>
                <a:srgbClr val="000000"/>
              </a:solidFill>
              <a:effectLst/>
              <a:uFillTx/>
              <a:latin typeface="Arial"/>
            </a:endParaRPr>
          </a:p>
          <a:p>
            <a:pPr indent="0" algn="l">
              <a:lnSpc>
                <a:spcPct val="100000"/>
              </a:lnSpc>
              <a:buNone/>
            </a:pP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Y una advertencia práctica: es el arquetipo que más se elige de más. Antes de justificarlo, conviene verificar que uno más simple no resuelva el problema.</a:t>
            </a:r>
            <a:endParaRPr lang="en-US" sz="2000" b="0" u="none" strike="noStrike">
              <a:solidFill>
                <a:srgbClr val="000000"/>
              </a:solidFill>
              <a:effectLst/>
              <a:uFillTx/>
              <a:latin typeface="Arial"/>
            </a:endParaRPr>
          </a:p>
        </p:txBody>
      </p:sp>
      <p:sp>
        <p:nvSpPr>
          <p:cNvPr id="862" name="PlaceHolder 3"/>
          <p:cNvSpPr>
            <a:spLocks noGrp="1"/>
          </p:cNvSpPr>
          <p:nvPr>
            <p:ph type="sldNum" idx="66"/>
          </p:nvPr>
        </p:nvSpPr>
        <p:spPr>
          <a:xfrm>
            <a:off x="3884760" y="8685360"/>
            <a:ext cx="2971440" cy="456840"/>
          </a:xfrm>
          <a:prstGeom prst="rect">
            <a:avLst/>
          </a:prstGeom>
          <a:noFill/>
          <a:ln w="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1B51699F-AF31-4382-B361-2C6EE2093231}" type="slidenum">
              <a:rPr lang="en-US" sz="1200" b="0" u="none" strike="noStrike">
                <a:solidFill>
                  <a:srgbClr val="000000"/>
                </a:solidFill>
                <a:effectLst/>
                <a:uFillTx/>
                <a:latin typeface="Times New Roman"/>
              </a:rPr>
              <a:t>&lt;number&gt;</a:t>
            </a:fld>
            <a:endParaRPr lang="en-US" sz="1200" b="0" u="none" strike="noStrike">
              <a:solidFill>
                <a:srgbClr val="000000"/>
              </a:solidFill>
              <a:effectLst/>
              <a:uFillTx/>
              <a:latin typeface="Times New Roman"/>
            </a:endParaRPr>
          </a:p>
        </p:txBody>
      </p:sp>
    </p:spTree>
  </p:cSld>
</p:notes>
</file>

<file path=ppt/notesSlides/notesSlide3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63" name="PlaceHolder 1"/>
          <p:cNvSpPr>
            <a:spLocks noGrp="1"/>
          </p:cNvSpPr>
          <p:nvPr>
            <p:ph type="sldImg"/>
          </p:nvPr>
        </p:nvSpPr>
        <p:spPr>
          <a:xfrm>
            <a:off x="1143000" y="685800"/>
            <a:ext cx="4571640" cy="3428640"/>
          </a:xfrm>
          <a:prstGeom prst="rect">
            <a:avLst/>
          </a:prstGeom>
          <a:ln w="0">
            <a:noFill/>
          </a:ln>
        </p:spPr>
      </p:sp>
      <p:sp>
        <p:nvSpPr>
          <p:cNvPr id="864" name="PlaceHolder 2"/>
          <p:cNvSpPr>
            <a:spLocks noGrp="1"/>
          </p:cNvSpPr>
          <p:nvPr>
            <p:ph type="body"/>
          </p:nvPr>
        </p:nvSpPr>
        <p:spPr>
          <a:xfrm>
            <a:off x="685800" y="4343400"/>
            <a:ext cx="5486040" cy="411444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Cerramos los seis arquetipos con un caso: la debida diligencia de un proveedor. Es ilustrativo.</a:t>
            </a:r>
            <a:endParaRPr lang="en-US" sz="2000" b="0" u="none" strike="noStrike">
              <a:solidFill>
                <a:srgbClr val="000000"/>
              </a:solidFill>
              <a:effectLst/>
              <a:uFillTx/>
              <a:latin typeface="Arial"/>
            </a:endParaRPr>
          </a:p>
          <a:p>
            <a:pPr indent="0" algn="l">
              <a:lnSpc>
                <a:spcPct val="100000"/>
              </a:lnSpc>
              <a:buNone/>
            </a:pP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El modelo elabora un plan con cinco temas: identidad societaria, litigios, reputación, situación financiera y riesgos regulatorios. En la primera ronda, cinco investigadores trabajan en paralelo, uno por tema, cada uno con su propio contexto, y los hallazgos se registran en las notas con su fuente.</a:t>
            </a:r>
            <a:endParaRPr lang="en-US" sz="2000" b="0" u="none" strike="noStrike">
              <a:solidFill>
                <a:srgbClr val="000000"/>
              </a:solidFill>
              <a:effectLst/>
              <a:uFillTx/>
              <a:latin typeface="Arial"/>
            </a:endParaRPr>
          </a:p>
          <a:p>
            <a:pPr indent="0" algn="l">
              <a:lnSpc>
                <a:spcPct val="100000"/>
              </a:lnSpc>
              <a:buNone/>
            </a:pP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El evaluador de brechas revisa las notas y detecta que faltan datos sobre litigios en uno de los países. Se lanza una segunda ronda, más pequeña: dos investigadores que buscan solo lo que falta. Tras esa ronda, el evaluador considera suficiente la cobertura, salvo una brecha que queda declarada. El informe se redacta desde las notas, con citas y con la brecha abierta explicitada.</a:t>
            </a:r>
            <a:endParaRPr lang="en-US" sz="2000" b="0" u="none" strike="noStrike">
              <a:solidFill>
                <a:srgbClr val="000000"/>
              </a:solidFill>
              <a:effectLst/>
              <a:uFillTx/>
              <a:latin typeface="Arial"/>
            </a:endParaRPr>
          </a:p>
          <a:p>
            <a:pPr indent="0" algn="l">
              <a:lnSpc>
                <a:spcPct val="100000"/>
              </a:lnSpc>
              <a:buNone/>
            </a:pP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Fíjense en el contexto. Ningún investigador vio lo que encontraron los demás. El evaluador no ve las páginas leídas, ve las notas. Y la segunda ronda no arranca de cero ni arrastra todo lo anterior: parte del plan ajustado. Las notas son la memoria del sistema. Sin ese mecanismo, un proceso de varias rondas y varios investigadores no cabría en ningún contexto.</a:t>
            </a:r>
            <a:endParaRPr lang="en-US" sz="2000" b="0" u="none" strike="noStrike">
              <a:solidFill>
                <a:srgbClr val="000000"/>
              </a:solidFill>
              <a:effectLst/>
              <a:uFillTx/>
              <a:latin typeface="Arial"/>
            </a:endParaRPr>
          </a:p>
        </p:txBody>
      </p:sp>
      <p:sp>
        <p:nvSpPr>
          <p:cNvPr id="865" name="PlaceHolder 3"/>
          <p:cNvSpPr>
            <a:spLocks noGrp="1"/>
          </p:cNvSpPr>
          <p:nvPr>
            <p:ph type="sldNum" idx="67"/>
          </p:nvPr>
        </p:nvSpPr>
        <p:spPr>
          <a:xfrm>
            <a:off x="3884760" y="8685360"/>
            <a:ext cx="2971440" cy="456840"/>
          </a:xfrm>
          <a:prstGeom prst="rect">
            <a:avLst/>
          </a:prstGeom>
          <a:noFill/>
          <a:ln w="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6EC0230D-0515-4C40-9016-3DAEACF3828D}" type="slidenum">
              <a:rPr lang="en-US" sz="1200" b="0" u="none" strike="noStrike">
                <a:solidFill>
                  <a:srgbClr val="000000"/>
                </a:solidFill>
                <a:effectLst/>
                <a:uFillTx/>
                <a:latin typeface="Times New Roman"/>
              </a:rPr>
              <a:t>&lt;number&gt;</a:t>
            </a:fld>
            <a:endParaRPr lang="en-US" sz="1200" b="0" u="none" strike="noStrike">
              <a:solidFill>
                <a:srgbClr val="000000"/>
              </a:solidFill>
              <a:effectLst/>
              <a:uFillTx/>
              <a:latin typeface="Times New Roman"/>
            </a:endParaRPr>
          </a:p>
        </p:txBody>
      </p:sp>
    </p:spTree>
  </p:cSld>
</p:notes>
</file>

<file path=ppt/notesSlides/notesSlide3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66" name="PlaceHolder 1"/>
          <p:cNvSpPr>
            <a:spLocks noGrp="1"/>
          </p:cNvSpPr>
          <p:nvPr>
            <p:ph type="sldImg"/>
          </p:nvPr>
        </p:nvSpPr>
        <p:spPr>
          <a:xfrm>
            <a:off x="1143000" y="685800"/>
            <a:ext cx="4571640" cy="3428640"/>
          </a:xfrm>
          <a:prstGeom prst="rect">
            <a:avLst/>
          </a:prstGeom>
          <a:ln w="0">
            <a:noFill/>
          </a:ln>
        </p:spPr>
      </p:sp>
      <p:sp>
        <p:nvSpPr>
          <p:cNvPr id="867" name="PlaceHolder 2"/>
          <p:cNvSpPr>
            <a:spLocks noGrp="1"/>
          </p:cNvSpPr>
          <p:nvPr>
            <p:ph type="body"/>
          </p:nvPr>
        </p:nvSpPr>
        <p:spPr>
          <a:xfrm>
            <a:off x="685800" y="4343400"/>
            <a:ext cx="5486040" cy="411444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En sistemas reales los arquetipos casi nunca aparecen solos. Se componen, y hay dos formas de hacerlo que conviene reconocer.</a:t>
            </a:r>
            <a:endParaRPr lang="en-US" sz="2000" b="0" u="none" strike="noStrike">
              <a:solidFill>
                <a:srgbClr val="000000"/>
              </a:solidFill>
              <a:effectLst/>
              <a:uFillTx/>
              <a:latin typeface="Arial"/>
            </a:endParaRPr>
          </a:p>
          <a:p>
            <a:pPr indent="0" algn="l">
              <a:lnSpc>
                <a:spcPct val="100000"/>
              </a:lnSpc>
              <a:buNone/>
            </a:pP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La primera es el escalamiento, arriba. Un reflex funciona como router de primer nivel: los casos conocidos se resuelven directamente, a bajo costo. Lo ambiguo o nuevo pasa a un agente ReAct, que investiga y resuelve. Y si la acción resultante tiene riesgo alto, pasa por un lazo de Reflection antes de ejecutarse; si el crítico da FAIL, vuelve al agente. Cada nivel filtra lo que el siguiente no necesita ver, y por eso el razonamiento caro se reserva para lo que de verdad lo requiere.</a:t>
            </a:r>
            <a:endParaRPr lang="en-US" sz="2000" b="0" u="none" strike="noStrike">
              <a:solidFill>
                <a:srgbClr val="000000"/>
              </a:solidFill>
              <a:effectLst/>
              <a:uFillTx/>
              <a:latin typeface="Arial"/>
            </a:endParaRPr>
          </a:p>
          <a:p>
            <a:pPr indent="0" algn="l">
              <a:lnSpc>
                <a:spcPct val="100000"/>
              </a:lnSpc>
              <a:buNone/>
            </a:pP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La segunda es el anidamiento, abajo. Deep Research se puede leer como una composición: un plan al estilo Planner-Executor, sub-preguntas en paralelo al estilo de Query Decomposition, investigadores que buscan y ajustan como un ReAct, y una crítica de cobertura que es una Reflection aplicada a la pregunta ¿qué falta?</a:t>
            </a:r>
            <a:endParaRPr lang="en-US" sz="2000" b="0" u="none" strike="noStrike">
              <a:solidFill>
                <a:srgbClr val="000000"/>
              </a:solidFill>
              <a:effectLst/>
              <a:uFillTx/>
              <a:latin typeface="Arial"/>
            </a:endParaRPr>
          </a:p>
          <a:p>
            <a:pPr indent="0" algn="l">
              <a:lnSpc>
                <a:spcPct val="100000"/>
              </a:lnSpc>
              <a:buNone/>
            </a:pP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La consecuencia de diseño es importante: cuando se presenta un sistema complejo, conviene poder descomponerlo en estos bloques y, para cada uno, responder las tres preguntas, quién decide, con qué contexto y cuándo se detiene.</a:t>
            </a:r>
            <a:endParaRPr lang="en-US" sz="2000" b="0" u="none" strike="noStrike">
              <a:solidFill>
                <a:srgbClr val="000000"/>
              </a:solidFill>
              <a:effectLst/>
              <a:uFillTx/>
              <a:latin typeface="Arial"/>
            </a:endParaRPr>
          </a:p>
        </p:txBody>
      </p:sp>
      <p:sp>
        <p:nvSpPr>
          <p:cNvPr id="868" name="PlaceHolder 3"/>
          <p:cNvSpPr>
            <a:spLocks noGrp="1"/>
          </p:cNvSpPr>
          <p:nvPr>
            <p:ph type="sldNum" idx="68"/>
          </p:nvPr>
        </p:nvSpPr>
        <p:spPr>
          <a:xfrm>
            <a:off x="3884760" y="8685360"/>
            <a:ext cx="2971440" cy="456840"/>
          </a:xfrm>
          <a:prstGeom prst="rect">
            <a:avLst/>
          </a:prstGeom>
          <a:noFill/>
          <a:ln w="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11B8E4BB-5133-48A4-B8B5-5F3C229E0B62}" type="slidenum">
              <a:rPr lang="en-US" sz="1200" b="0" u="none" strike="noStrike">
                <a:solidFill>
                  <a:srgbClr val="000000"/>
                </a:solidFill>
                <a:effectLst/>
                <a:uFillTx/>
                <a:latin typeface="Times New Roman"/>
              </a:rPr>
              <a:t>&lt;number&gt;</a:t>
            </a:fld>
            <a:endParaRPr lang="en-US" sz="1200" b="0" u="none" strike="noStrike">
              <a:solidFill>
                <a:srgbClr val="000000"/>
              </a:solidFill>
              <a:effectLst/>
              <a:uFillTx/>
              <a:latin typeface="Times New Roman"/>
            </a:endParaRPr>
          </a:p>
        </p:txBody>
      </p:sp>
    </p:spTree>
  </p:cSld>
</p:notes>
</file>

<file path=ppt/notesSlides/notesSlide3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69" name="PlaceHolder 1"/>
          <p:cNvSpPr>
            <a:spLocks noGrp="1"/>
          </p:cNvSpPr>
          <p:nvPr>
            <p:ph type="sldImg"/>
          </p:nvPr>
        </p:nvSpPr>
        <p:spPr>
          <a:xfrm>
            <a:off x="1143000" y="685800"/>
            <a:ext cx="4571640" cy="3428640"/>
          </a:xfrm>
          <a:prstGeom prst="rect">
            <a:avLst/>
          </a:prstGeom>
          <a:ln w="0">
            <a:noFill/>
          </a:ln>
        </p:spPr>
      </p:sp>
      <p:sp>
        <p:nvSpPr>
          <p:cNvPr id="870" name="PlaceHolder 2"/>
          <p:cNvSpPr>
            <a:spLocks noGrp="1"/>
          </p:cNvSpPr>
          <p:nvPr>
            <p:ph type="body"/>
          </p:nvPr>
        </p:nvSpPr>
        <p:spPr>
          <a:xfrm>
            <a:off x="685800" y="4343400"/>
            <a:ext cx="5486040" cy="411444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Cerremos con un árbol de decisión, que recorre los arquetipos de menor a mayor complejidad. Las preguntas están en azul y los arquetipos en naranja.</a:t>
            </a:r>
            <a:endParaRPr lang="en-US" sz="2000" b="0" u="none" strike="noStrike">
              <a:solidFill>
                <a:srgbClr val="000000"/>
              </a:solidFill>
              <a:effectLst/>
              <a:uFillTx/>
              <a:latin typeface="Arial"/>
            </a:endParaRPr>
          </a:p>
          <a:p>
            <a:pPr indent="0" algn="l">
              <a:lnSpc>
                <a:spcPct val="100000"/>
              </a:lnSpc>
              <a:buNone/>
            </a:pP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Primera pregunta: ¿alcanza una sola pasada de percepción a acción? Si sí, Reflex. Es la opción más barata y no hay razón para complicar lo que no lo necesita.</a:t>
            </a:r>
            <a:endParaRPr lang="en-US" sz="2000" b="0" u="none" strike="noStrike">
              <a:solidFill>
                <a:srgbClr val="000000"/>
              </a:solidFill>
              <a:effectLst/>
              <a:uFillTx/>
              <a:latin typeface="Arial"/>
            </a:endParaRPr>
          </a:p>
          <a:p>
            <a:pPr indent="0" algn="l">
              <a:lnSpc>
                <a:spcPct val="100000"/>
              </a:lnSpc>
              <a:buNone/>
            </a:pP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Segunda: si no alcanza, ¿es un problema de información que se parte en sub-preguntas que se pueden conocer de antemano? Entonces, Query Decomposition.</a:t>
            </a:r>
            <a:endParaRPr lang="en-US" sz="2000" b="0" u="none" strike="noStrike">
              <a:solidFill>
                <a:srgbClr val="000000"/>
              </a:solidFill>
              <a:effectLst/>
              <a:uFillTx/>
              <a:latin typeface="Arial"/>
            </a:endParaRPr>
          </a:p>
          <a:p>
            <a:pPr indent="0" algn="l">
              <a:lnSpc>
                <a:spcPct val="100000"/>
              </a:lnSpc>
              <a:buNone/>
            </a:pP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Tercera: ¿se conocen los pasos de antemano y conviene aprobarlos antes de ejecutar? Entonces, Planner-Executor.</a:t>
            </a:r>
            <a:endParaRPr lang="en-US" sz="2000" b="0" u="none" strike="noStrike">
              <a:solidFill>
                <a:srgbClr val="000000"/>
              </a:solidFill>
              <a:effectLst/>
              <a:uFillTx/>
              <a:latin typeface="Arial"/>
            </a:endParaRPr>
          </a:p>
          <a:p>
            <a:pPr indent="0" algn="l">
              <a:lnSpc>
                <a:spcPct val="100000"/>
              </a:lnSpc>
              <a:buNone/>
            </a:pP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Cuarta: si ninguna de las anteriores aplica, ¿es una pregunta abierta que justifica un costo y una latencia muy altos? Entonces, Deep Research. Si no, ReAct, que es la respuesta cuando el camino se descubre a medida que se avanza.</a:t>
            </a:r>
            <a:endParaRPr lang="en-US" sz="2000" b="0" u="none" strike="noStrike">
              <a:solidFill>
                <a:srgbClr val="000000"/>
              </a:solidFill>
              <a:effectLst/>
              <a:uFillTx/>
              <a:latin typeface="Arial"/>
            </a:endParaRPr>
          </a:p>
          <a:p>
            <a:pPr indent="0" algn="l">
              <a:lnSpc>
                <a:spcPct val="100000"/>
              </a:lnSpc>
              <a:buNone/>
            </a:pP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Y la quinta pregunta es transversal: ¿un error es costoso y hay un criterio verificable? Si es así, se agrega Reflection sobre el arquetipo elegido.</a:t>
            </a:r>
            <a:endParaRPr lang="en-US" sz="2000" b="0" u="none" strike="noStrike">
              <a:solidFill>
                <a:srgbClr val="000000"/>
              </a:solidFill>
              <a:effectLst/>
              <a:uFillTx/>
              <a:latin typeface="Arial"/>
            </a:endParaRPr>
          </a:p>
          <a:p>
            <a:pPr indent="0" algn="l">
              <a:lnSpc>
                <a:spcPct val="100000"/>
              </a:lnSpc>
              <a:buNone/>
            </a:pP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Insisto en el orden: el árbol empieza por lo más simple y sube. Esa es la disciplina de fondo, en línea con el principio de que el punto de partida es el arquetipo más simple que resuelva el problema.</a:t>
            </a:r>
            <a:endParaRPr lang="en-US" sz="2000" b="0" u="none" strike="noStrike">
              <a:solidFill>
                <a:srgbClr val="000000"/>
              </a:solidFill>
              <a:effectLst/>
              <a:uFillTx/>
              <a:latin typeface="Arial"/>
            </a:endParaRPr>
          </a:p>
        </p:txBody>
      </p:sp>
      <p:sp>
        <p:nvSpPr>
          <p:cNvPr id="871" name="PlaceHolder 3"/>
          <p:cNvSpPr>
            <a:spLocks noGrp="1"/>
          </p:cNvSpPr>
          <p:nvPr>
            <p:ph type="sldNum" idx="69"/>
          </p:nvPr>
        </p:nvSpPr>
        <p:spPr>
          <a:xfrm>
            <a:off x="3884760" y="8685360"/>
            <a:ext cx="2971440" cy="456840"/>
          </a:xfrm>
          <a:prstGeom prst="rect">
            <a:avLst/>
          </a:prstGeom>
          <a:noFill/>
          <a:ln w="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0DD56456-E92C-431D-A932-27528105D7D3}" type="slidenum">
              <a:rPr lang="en-US" sz="1200" b="0" u="none" strike="noStrike">
                <a:solidFill>
                  <a:srgbClr val="000000"/>
                </a:solidFill>
                <a:effectLst/>
                <a:uFillTx/>
                <a:latin typeface="Times New Roman"/>
              </a:rPr>
              <a:t>&lt;number&gt;</a:t>
            </a:fld>
            <a:endParaRPr lang="en-US" sz="1200" b="0" u="none" strike="noStrike">
              <a:solidFill>
                <a:srgbClr val="000000"/>
              </a:solidFill>
              <a:effectLst/>
              <a:uFillTx/>
              <a:latin typeface="Times New Roman"/>
            </a:endParaRPr>
          </a:p>
        </p:txBody>
      </p:sp>
    </p:spTree>
  </p:cSld>
</p:notes>
</file>

<file path=ppt/notesSlides/notesSlide3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72" name="PlaceHolder 1"/>
          <p:cNvSpPr>
            <a:spLocks noGrp="1"/>
          </p:cNvSpPr>
          <p:nvPr>
            <p:ph type="sldImg"/>
          </p:nvPr>
        </p:nvSpPr>
        <p:spPr>
          <a:xfrm>
            <a:off x="1143000" y="685800"/>
            <a:ext cx="4571640" cy="3428640"/>
          </a:xfrm>
          <a:prstGeom prst="rect">
            <a:avLst/>
          </a:prstGeom>
          <a:ln w="0">
            <a:noFill/>
          </a:ln>
        </p:spPr>
      </p:sp>
      <p:sp>
        <p:nvSpPr>
          <p:cNvPr id="873" name="PlaceHolder 2"/>
          <p:cNvSpPr>
            <a:spLocks noGrp="1"/>
          </p:cNvSpPr>
          <p:nvPr>
            <p:ph type="body"/>
          </p:nvPr>
        </p:nvSpPr>
        <p:spPr>
          <a:xfrm>
            <a:off x="685800" y="4343400"/>
            <a:ext cx="5486040" cy="411444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Para cerrar, tres ideas.</a:t>
            </a:r>
            <a:endParaRPr lang="en-US" sz="2000" b="0" u="none" strike="noStrike">
              <a:solidFill>
                <a:srgbClr val="000000"/>
              </a:solidFill>
              <a:effectLst/>
              <a:uFillTx/>
              <a:latin typeface="Arial"/>
            </a:endParaRPr>
          </a:p>
          <a:p>
            <a:pPr indent="0" algn="l">
              <a:lnSpc>
                <a:spcPct val="100000"/>
              </a:lnSpc>
              <a:buNone/>
            </a:pP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La primera: tres preguntas alcanzan para leer cualquier arquitectura de agentes. Quién decide qué se ejecuta después, con qué contexto decide, y qué señal lo detiene. Los nombres de los arquetipos son una abreviatura de las respuestas a esas preguntas.</a:t>
            </a:r>
            <a:endParaRPr lang="en-US" sz="2000" b="0" u="none" strike="noStrike">
              <a:solidFill>
                <a:srgbClr val="000000"/>
              </a:solidFill>
              <a:effectLst/>
              <a:uFillTx/>
              <a:latin typeface="Arial"/>
            </a:endParaRPr>
          </a:p>
          <a:p>
            <a:pPr indent="0" algn="l">
              <a:lnSpc>
                <a:spcPct val="100000"/>
              </a:lnSpc>
              <a:buNone/>
            </a:pP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La segunda: control y contexto van de la mano. Cuanto más decide el modelo, más contexto acumula y más cuesta cada decisión. Las técnicas que hacen viable el trabajo largo, aislar contextos, comprimir en notas y pasar artefactos explícitos, son, en el fondo, formas de administrar el contexto. Y un artefacto explícito, como un plan, tiene una virtud adicional: hace inspeccionable lo que el modelo decidió.</a:t>
            </a:r>
            <a:endParaRPr lang="en-US" sz="2000" b="0" u="none" strike="noStrike">
              <a:solidFill>
                <a:srgbClr val="000000"/>
              </a:solidFill>
              <a:effectLst/>
              <a:uFillTx/>
              <a:latin typeface="Arial"/>
            </a:endParaRPr>
          </a:p>
          <a:p>
            <a:pPr indent="0" algn="l">
              <a:lnSpc>
                <a:spcPct val="100000"/>
              </a:lnSpc>
              <a:buNone/>
            </a:pP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La tercera: elegir lo más simple que resuelva el problema, y poner límites. Todo control en manos del modelo debería llevar un tope impuesto desde afuera. Y Reflection se agrega donde un error es caro y existe algo verificable.</a:t>
            </a:r>
            <a:endParaRPr lang="en-US" sz="2000" b="0" u="none" strike="noStrike">
              <a:solidFill>
                <a:srgbClr val="000000"/>
              </a:solidFill>
              <a:effectLst/>
              <a:uFillTx/>
              <a:latin typeface="Arial"/>
            </a:endParaRPr>
          </a:p>
          <a:p>
            <a:pPr indent="0" algn="l">
              <a:lnSpc>
                <a:spcPct val="100000"/>
              </a:lnSpc>
              <a:buNone/>
            </a:pP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Una última aclaración: estas categorías no son una taxonomía cerrada ni mutuamente excluyente. Son herramientas para decidir y para comunicarse con un equipo. Si en el próximo diseño alguien dice que «necesitan un agente», la mejor respuesta es preguntar cuál de estas tres cosas quieren decir.</a:t>
            </a:r>
            <a:endParaRPr lang="en-US" sz="2000" b="0" u="none" strike="noStrike">
              <a:solidFill>
                <a:srgbClr val="000000"/>
              </a:solidFill>
              <a:effectLst/>
              <a:uFillTx/>
              <a:latin typeface="Arial"/>
            </a:endParaRPr>
          </a:p>
        </p:txBody>
      </p:sp>
      <p:sp>
        <p:nvSpPr>
          <p:cNvPr id="874" name="PlaceHolder 3"/>
          <p:cNvSpPr>
            <a:spLocks noGrp="1"/>
          </p:cNvSpPr>
          <p:nvPr>
            <p:ph type="sldNum" idx="70"/>
          </p:nvPr>
        </p:nvSpPr>
        <p:spPr>
          <a:xfrm>
            <a:off x="3884760" y="8685360"/>
            <a:ext cx="2971440" cy="456840"/>
          </a:xfrm>
          <a:prstGeom prst="rect">
            <a:avLst/>
          </a:prstGeom>
          <a:noFill/>
          <a:ln w="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0366D07F-1D72-4543-A335-507A255956AB}" type="slidenum">
              <a:rPr lang="en-US" sz="1200" b="0" u="none" strike="noStrike">
                <a:solidFill>
                  <a:srgbClr val="000000"/>
                </a:solidFill>
                <a:effectLst/>
                <a:uFillTx/>
                <a:latin typeface="Times New Roman"/>
              </a:rPr>
              <a:t>&lt;number&gt;</a:t>
            </a:fld>
            <a:endParaRPr lang="en-US" sz="1200" b="0" u="none" strike="noStrike">
              <a:solidFill>
                <a:srgbClr val="000000"/>
              </a:solidFill>
              <a:effectLst/>
              <a:uFillTx/>
              <a:latin typeface="Times New Roman"/>
            </a:endParaRPr>
          </a:p>
        </p:txBody>
      </p:sp>
    </p:spTree>
  </p:cSld>
</p:notes>
</file>

<file path=ppt/notesSlides/notesSlide3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75" name="PlaceHolder 1"/>
          <p:cNvSpPr>
            <a:spLocks noGrp="1"/>
          </p:cNvSpPr>
          <p:nvPr>
            <p:ph type="sldImg"/>
          </p:nvPr>
        </p:nvSpPr>
        <p:spPr>
          <a:xfrm>
            <a:off x="1143000" y="685800"/>
            <a:ext cx="4571640" cy="3428640"/>
          </a:xfrm>
          <a:prstGeom prst="rect">
            <a:avLst/>
          </a:prstGeom>
          <a:ln w="0">
            <a:noFill/>
          </a:ln>
        </p:spPr>
      </p:sp>
      <p:sp>
        <p:nvSpPr>
          <p:cNvPr id="876" name="PlaceHolder 2"/>
          <p:cNvSpPr>
            <a:spLocks noGrp="1"/>
          </p:cNvSpPr>
          <p:nvPr>
            <p:ph type="body"/>
          </p:nvPr>
        </p:nvSpPr>
        <p:spPr>
          <a:xfrm>
            <a:off x="685800" y="4343400"/>
            <a:ext cx="5486040" cy="411444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Estas son las fuentes primarias de cada arquetipo. Todas las referencias de artículos se verificaron contra su página de arXiv al armar el material: título, autores y aporte principal.</a:t>
            </a:r>
            <a:endParaRPr lang="en-US" sz="2000" b="0" u="none" strike="noStrike">
              <a:solidFill>
                <a:srgbClr val="000000"/>
              </a:solidFill>
              <a:effectLst/>
              <a:uFillTx/>
              <a:latin typeface="Arial"/>
            </a:endParaRPr>
          </a:p>
          <a:p>
            <a:pPr indent="0" algn="l">
              <a:lnSpc>
                <a:spcPct val="100000"/>
              </a:lnSpc>
              <a:buNone/>
            </a:pP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Un par de aclaraciones sobre el uso. Para Reflex, la fuente es el texto clásico de Russell y Norvig, que define los agentes de reflejo simple; la definición operativa que usamos aquí, una sola pasada de percepción a acción, es una lectura de esa idea. Para Planner-Executor, ReWOO y LLMCompiler son dos variantes concretas: una reduce el consumo de tokens al separar el razonamiento de las observaciones, y la otra expresa el plan como un grafo para ejecutar llamadas en paralelo. Para Reflection, conviene leer juntos a Self-Refine y Reflexion, que muestran dos versiones del lazo, y el trabajo de Huang, que marca sus límites cuando no hay feedback externo.</a:t>
            </a:r>
            <a:endParaRPr lang="en-US" sz="2000" b="0" u="none" strike="noStrike">
              <a:solidFill>
                <a:srgbClr val="000000"/>
              </a:solidFill>
              <a:effectLst/>
              <a:uFillTx/>
              <a:latin typeface="Arial"/>
            </a:endParaRPr>
          </a:p>
          <a:p>
            <a:pPr indent="0" algn="l">
              <a:lnSpc>
                <a:spcPct val="100000"/>
              </a:lnSpc>
              <a:buNone/>
            </a:pP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Para Deep Research citamos STORM como ejemplo publicado de investigación previa a la escritura. Sobre los productos comerciales de investigación profunda, no se publican sus detalles internos, por lo que no los citamos como fuente.</a:t>
            </a:r>
            <a:endParaRPr lang="en-US" sz="2000" b="0" u="none" strike="noStrike">
              <a:solidFill>
                <a:srgbClr val="000000"/>
              </a:solidFill>
              <a:effectLst/>
              <a:uFillTx/>
              <a:latin typeface="Arial"/>
            </a:endParaRPr>
          </a:p>
          <a:p>
            <a:pPr indent="0" algn="l">
              <a:lnSpc>
                <a:spcPct val="100000"/>
              </a:lnSpc>
              <a:buNone/>
            </a:pP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El artículo de Decoding AI sobre planificación en agentes inspiró el encuadre de separar razonar y actuar. Los diagramas de este material se dibujaron desde cero, y hay una versión editable de cada uno en la carpeta de diagramas, en formato draw.io.</a:t>
            </a:r>
            <a:endParaRPr lang="en-US" sz="2000" b="0" u="none" strike="noStrike">
              <a:solidFill>
                <a:srgbClr val="000000"/>
              </a:solidFill>
              <a:effectLst/>
              <a:uFillTx/>
              <a:latin typeface="Arial"/>
            </a:endParaRPr>
          </a:p>
        </p:txBody>
      </p:sp>
      <p:sp>
        <p:nvSpPr>
          <p:cNvPr id="877" name="PlaceHolder 3"/>
          <p:cNvSpPr>
            <a:spLocks noGrp="1"/>
          </p:cNvSpPr>
          <p:nvPr>
            <p:ph type="sldNum" idx="71"/>
          </p:nvPr>
        </p:nvSpPr>
        <p:spPr>
          <a:xfrm>
            <a:off x="3884760" y="8685360"/>
            <a:ext cx="2971440" cy="456840"/>
          </a:xfrm>
          <a:prstGeom prst="rect">
            <a:avLst/>
          </a:prstGeom>
          <a:noFill/>
          <a:ln w="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51A52248-9FD3-4E45-8B3F-EF7FBE0E3C67}" type="slidenum">
              <a:rPr lang="en-US" sz="1200" b="0" u="none" strike="noStrike">
                <a:solidFill>
                  <a:srgbClr val="000000"/>
                </a:solidFill>
                <a:effectLst/>
                <a:uFillTx/>
                <a:latin typeface="Times New Roman"/>
              </a:rPr>
              <a:t>&lt;number&gt;</a:t>
            </a:fld>
            <a:endParaRPr lang="en-US" sz="1200" b="0" u="none" strike="noStrike">
              <a:solidFill>
                <a:srgbClr val="000000"/>
              </a:solidFill>
              <a:effectLst/>
              <a:uFillTx/>
              <a:latin typeface="Times New Roman"/>
            </a:endParaRPr>
          </a:p>
        </p:txBody>
      </p:sp>
    </p:spTree>
  </p:cSld>
</p:note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0.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1.xml.rels><?xml version="1.0" encoding="UTF-8"?>
<Relationships xmlns="http://schemas.openxmlformats.org/package/2006/relationships"><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 preserve="1">
  <p:cSld name="Title Slide">
    <p:bg>
      <p:bgPr>
        <a:solidFill>
          <a:srgbClr val="FFFFFF"/>
        </a:solidFill>
      </p:bgPr>
    </p:bg>
    <p:spTree>
      <p:nvGrpSpPr>
        <p:cNvPr id="1" name=""/>
        <p:cNvGrpSpPr/>
        <p:nvPr/>
      </p:nvGrpSpPr>
      <p:grpSpPr>
        <a:xfrm>
          <a:off x="0" y="0"/>
          <a:ext cx="0" cy="0"/>
          <a:chOff x="0" y="0"/>
          <a:chExt cx="0" cy="0"/>
        </a:xfrm>
      </p:grpSpPr>
      <p:sp>
        <p:nvSpPr>
          <p:cNvPr id="2" name="PlaceHolder 1"/>
          <p:cNvSpPr>
            <a:spLocks noGrp="1"/>
          </p:cNvSpPr>
          <p:nvPr>
            <p:ph type="title"/>
          </p:nvPr>
        </p:nvSpPr>
        <p:spPr>
          <a:xfrm>
            <a:off x="685800" y="2130480"/>
            <a:ext cx="7772040" cy="1469520"/>
          </a:xfrm>
          <a:prstGeom prst="rect">
            <a:avLst/>
          </a:prstGeom>
          <a:noFill/>
          <a:ln w="0">
            <a:noFill/>
          </a:ln>
        </p:spPr>
        <p:txBody>
          <a:bodyPr lIns="91440" tIns="45720" rIns="91440" bIns="45720" anchor="ctr">
            <a:noAutofit/>
          </a:bodyPr>
          <a:lstStyle>
            <a:lvl1pPr indent="0" algn="ctr" defTabSz="457200">
              <a:lnSpc>
                <a:spcPct val="100000"/>
              </a:lnSpc>
              <a:buNone/>
              <a:defRPr lang="en-US" sz="4400" b="0" u="none" strike="noStrike">
                <a:solidFill>
                  <a:schemeClr val="dk1"/>
                </a:solidFill>
                <a:effectLst/>
                <a:uFillTx/>
                <a:latin typeface="Calibri"/>
              </a:defRPr>
            </a:lvl1pPr>
          </a:lstStyle>
          <a:p>
            <a:pPr indent="0" algn="ctr" defTabSz="457200">
              <a:lnSpc>
                <a:spcPct val="100000"/>
              </a:lnSpc>
              <a:buNone/>
            </a:pPr>
            <a:r>
              <a:rPr lang="en-US" sz="4400" b="0" u="none" strike="noStrike">
                <a:solidFill>
                  <a:schemeClr val="dk1"/>
                </a:solidFill>
                <a:effectLst/>
                <a:uFillTx/>
                <a:latin typeface="Calibri"/>
              </a:rPr>
              <a:t>Cl</a:t>
            </a:r>
            <a:r>
              <a:rPr lang="en-US" sz="4400" b="0" u="none" strike="noStrike">
                <a:solidFill>
                  <a:schemeClr val="dk1"/>
                </a:solidFill>
                <a:effectLst/>
                <a:uFillTx/>
                <a:latin typeface="Calibri"/>
              </a:rPr>
              <a:t>ic</a:t>
            </a:r>
            <a:r>
              <a:rPr lang="en-US" sz="4400" b="0" u="none" strike="noStrike">
                <a:solidFill>
                  <a:schemeClr val="dk1"/>
                </a:solidFill>
                <a:effectLst/>
                <a:uFillTx/>
                <a:latin typeface="Calibri"/>
              </a:rPr>
              <a:t>k </a:t>
            </a:r>
            <a:r>
              <a:rPr lang="en-US" sz="4400" b="0" u="none" strike="noStrike">
                <a:solidFill>
                  <a:schemeClr val="dk1"/>
                </a:solidFill>
                <a:effectLst/>
                <a:uFillTx/>
                <a:latin typeface="Calibri"/>
              </a:rPr>
              <a:t>to </a:t>
            </a:r>
            <a:r>
              <a:rPr lang="en-US" sz="4400" b="0" u="none" strike="noStrike">
                <a:solidFill>
                  <a:schemeClr val="dk1"/>
                </a:solidFill>
                <a:effectLst/>
                <a:uFillTx/>
                <a:latin typeface="Calibri"/>
              </a:rPr>
              <a:t>e</a:t>
            </a:r>
            <a:r>
              <a:rPr lang="en-US" sz="4400" b="0" u="none" strike="noStrike">
                <a:solidFill>
                  <a:schemeClr val="dk1"/>
                </a:solidFill>
                <a:effectLst/>
                <a:uFillTx/>
                <a:latin typeface="Calibri"/>
              </a:rPr>
              <a:t>di</a:t>
            </a:r>
            <a:r>
              <a:rPr lang="en-US" sz="4400" b="0" u="none" strike="noStrike">
                <a:solidFill>
                  <a:schemeClr val="dk1"/>
                </a:solidFill>
                <a:effectLst/>
                <a:uFillTx/>
                <a:latin typeface="Calibri"/>
              </a:rPr>
              <a:t>t </a:t>
            </a:r>
            <a:r>
              <a:rPr lang="en-US" sz="4400" b="0" u="none" strike="noStrike">
                <a:solidFill>
                  <a:schemeClr val="dk1"/>
                </a:solidFill>
                <a:effectLst/>
                <a:uFillTx/>
                <a:latin typeface="Calibri"/>
              </a:rPr>
              <a:t>M</a:t>
            </a:r>
            <a:r>
              <a:rPr lang="en-US" sz="4400" b="0" u="none" strike="noStrike">
                <a:solidFill>
                  <a:schemeClr val="dk1"/>
                </a:solidFill>
                <a:effectLst/>
                <a:uFillTx/>
                <a:latin typeface="Calibri"/>
              </a:rPr>
              <a:t>as</a:t>
            </a:r>
            <a:r>
              <a:rPr lang="en-US" sz="4400" b="0" u="none" strike="noStrike">
                <a:solidFill>
                  <a:schemeClr val="dk1"/>
                </a:solidFill>
                <a:effectLst/>
                <a:uFillTx/>
                <a:latin typeface="Calibri"/>
              </a:rPr>
              <a:t>te</a:t>
            </a:r>
            <a:r>
              <a:rPr lang="en-US" sz="4400" b="0" u="none" strike="noStrike">
                <a:solidFill>
                  <a:schemeClr val="dk1"/>
                </a:solidFill>
                <a:effectLst/>
                <a:uFillTx/>
                <a:latin typeface="Calibri"/>
              </a:rPr>
              <a:t>r </a:t>
            </a:r>
            <a:r>
              <a:rPr lang="en-US" sz="4400" b="0" u="none" strike="noStrike">
                <a:solidFill>
                  <a:schemeClr val="dk1"/>
                </a:solidFill>
                <a:effectLst/>
                <a:uFillTx/>
                <a:latin typeface="Calibri"/>
              </a:rPr>
              <a:t>tit</a:t>
            </a:r>
            <a:r>
              <a:rPr lang="en-US" sz="4400" b="0" u="none" strike="noStrike">
                <a:solidFill>
                  <a:schemeClr val="dk1"/>
                </a:solidFill>
                <a:effectLst/>
                <a:uFillTx/>
                <a:latin typeface="Calibri"/>
              </a:rPr>
              <a:t>le </a:t>
            </a:r>
            <a:r>
              <a:rPr lang="en-US" sz="4400" b="0" u="none" strike="noStrike">
                <a:solidFill>
                  <a:schemeClr val="dk1"/>
                </a:solidFill>
                <a:effectLst/>
                <a:uFillTx/>
                <a:latin typeface="Calibri"/>
              </a:rPr>
              <a:t>st</a:t>
            </a:r>
            <a:r>
              <a:rPr lang="en-US" sz="4400" b="0" u="none" strike="noStrike">
                <a:solidFill>
                  <a:schemeClr val="dk1"/>
                </a:solidFill>
                <a:effectLst/>
                <a:uFillTx/>
                <a:latin typeface="Calibri"/>
              </a:rPr>
              <a:t>yl</a:t>
            </a:r>
            <a:r>
              <a:rPr lang="en-US" sz="4400" b="0" u="none" strike="noStrike">
                <a:solidFill>
                  <a:schemeClr val="dk1"/>
                </a:solidFill>
                <a:effectLst/>
                <a:uFillTx/>
                <a:latin typeface="Calibri"/>
              </a:rPr>
              <a:t>e</a:t>
            </a:r>
            <a:endParaRPr lang="en-US" sz="4400" b="0" u="none" strike="noStrike">
              <a:solidFill>
                <a:schemeClr val="dk1"/>
              </a:solidFill>
              <a:effectLst/>
              <a:uFillTx/>
              <a:latin typeface="Calibri"/>
            </a:endParaRPr>
          </a:p>
        </p:txBody>
      </p:sp>
      <p:sp>
        <p:nvSpPr>
          <p:cNvPr id="3" name="PlaceHolder 2"/>
          <p:cNvSpPr>
            <a:spLocks noGrp="1"/>
          </p:cNvSpPr>
          <p:nvPr>
            <p:ph type="dt" idx="1"/>
          </p:nvPr>
        </p:nvSpPr>
        <p:spPr>
          <a:xfrm>
            <a:off x="457200" y="6356520"/>
            <a:ext cx="2133360" cy="364680"/>
          </a:xfrm>
          <a:prstGeom prst="rect">
            <a:avLst/>
          </a:prstGeom>
          <a:noFill/>
          <a:ln w="0">
            <a:noFill/>
          </a:ln>
        </p:spPr>
        <p:txBody>
          <a:bodyPr lIns="91440" tIns="45720" rIns="91440" bIns="45720" anchor="ctr">
            <a:noAutofit/>
          </a:bodyPr>
          <a:lstStyle>
            <a:lvl1pPr indent="0" algn="l" defTabSz="457200">
              <a:lnSpc>
                <a:spcPct val="100000"/>
              </a:lnSpc>
              <a:buNone/>
              <a:defRPr lang="en-US" sz="1200" b="0" u="none" strike="noStrike">
                <a:solidFill>
                  <a:schemeClr val="dk1">
                    <a:tint val="75000"/>
                  </a:schemeClr>
                </a:solidFill>
                <a:effectLst/>
                <a:uFillTx/>
                <a:latin typeface="Calibri"/>
              </a:defRPr>
            </a:lvl1pPr>
          </a:lstStyle>
          <a:p>
            <a:pPr indent="0" algn="l" defTabSz="457200">
              <a:lnSpc>
                <a:spcPct val="100000"/>
              </a:lnSpc>
              <a:buNone/>
            </a:pPr>
            <a:r>
              <a:rPr lang="en-US" sz="1200" b="0" u="none" strike="noStrike">
                <a:solidFill>
                  <a:schemeClr val="dk1">
                    <a:tint val="75000"/>
                  </a:schemeClr>
                </a:solidFill>
                <a:effectLst/>
                <a:uFillTx/>
                <a:latin typeface="Calibri"/>
              </a:rPr>
              <a:t>&lt;date/time&gt;</a:t>
            </a:r>
            <a:endParaRPr lang="en-US" sz="1200" b="0" u="none" strike="noStrike">
              <a:solidFill>
                <a:srgbClr val="000000"/>
              </a:solidFill>
              <a:effectLst/>
              <a:uFillTx/>
              <a:latin typeface="Times New Roman"/>
            </a:endParaRPr>
          </a:p>
        </p:txBody>
      </p:sp>
      <p:sp>
        <p:nvSpPr>
          <p:cNvPr id="4" name="PlaceHolder 3"/>
          <p:cNvSpPr>
            <a:spLocks noGrp="1"/>
          </p:cNvSpPr>
          <p:nvPr>
            <p:ph type="ftr" idx="2"/>
          </p:nvPr>
        </p:nvSpPr>
        <p:spPr>
          <a:xfrm>
            <a:off x="3124080" y="6356520"/>
            <a:ext cx="2895120" cy="364680"/>
          </a:xfrm>
          <a:prstGeom prst="rect">
            <a:avLst/>
          </a:prstGeom>
          <a:noFill/>
          <a:ln w="0">
            <a:noFill/>
          </a:ln>
        </p:spPr>
        <p:txBody>
          <a:bodyPr lIns="91440" tIns="45720" rIns="91440" bIns="45720" anchor="ctr">
            <a:noAutofit/>
          </a:bodyPr>
          <a:lstStyle>
            <a:lvl1pPr indent="0" algn="ctr">
              <a:buNone/>
              <a:defRPr lang="en-US" sz="1400" b="0" u="none" strike="noStrike">
                <a:solidFill>
                  <a:srgbClr val="000000"/>
                </a:solidFill>
                <a:effectLst/>
                <a:uFillTx/>
                <a:latin typeface="Times New Roman"/>
              </a:defRPr>
            </a:lvl1pPr>
          </a:lstStyle>
          <a:p>
            <a:pPr indent="0" algn="ctr">
              <a:buNone/>
            </a:pPr>
            <a:r>
              <a:rPr lang="en-US" sz="1400" b="0" u="none" strike="noStrike">
                <a:solidFill>
                  <a:srgbClr val="000000"/>
                </a:solidFill>
                <a:effectLst/>
                <a:uFillTx/>
                <a:latin typeface="Times New Roman"/>
              </a:rPr>
              <a:t>&lt;footer&gt;</a:t>
            </a:r>
            <a:endParaRPr lang="en-US" sz="1400" b="0" u="none" strike="noStrike">
              <a:solidFill>
                <a:srgbClr val="000000"/>
              </a:solidFill>
              <a:effectLst/>
              <a:uFillTx/>
              <a:latin typeface="Times New Roman"/>
            </a:endParaRPr>
          </a:p>
        </p:txBody>
      </p:sp>
      <p:sp>
        <p:nvSpPr>
          <p:cNvPr id="5" name="PlaceHolder 4"/>
          <p:cNvSpPr>
            <a:spLocks noGrp="1"/>
          </p:cNvSpPr>
          <p:nvPr>
            <p:ph type="sldNum" idx="3"/>
          </p:nvPr>
        </p:nvSpPr>
        <p:spPr>
          <a:xfrm>
            <a:off x="6553080" y="6356520"/>
            <a:ext cx="2133360" cy="364680"/>
          </a:xfrm>
          <a:prstGeom prst="rect">
            <a:avLst/>
          </a:prstGeom>
          <a:noFill/>
          <a:ln w="0">
            <a:noFill/>
          </a:ln>
        </p:spPr>
        <p:txBody>
          <a:bodyPr lIns="91440" tIns="45720" rIns="91440" bIns="45720" anchor="ctr">
            <a:noAutofit/>
          </a:bodyPr>
          <a:lstStyle>
            <a:lvl1pPr indent="0" algn="r" defTabSz="457200">
              <a:lnSpc>
                <a:spcPct val="100000"/>
              </a:lnSpc>
              <a:buNone/>
              <a:defRPr lang="en-US" sz="1200" b="0" u="none" strike="noStrike">
                <a:solidFill>
                  <a:schemeClr val="dk1">
                    <a:tint val="75000"/>
                  </a:schemeClr>
                </a:solidFill>
                <a:effectLst/>
                <a:uFillTx/>
                <a:latin typeface="Calibri"/>
              </a:defRPr>
            </a:lvl1pPr>
          </a:lstStyle>
          <a:p>
            <a:pPr indent="0" algn="r" defTabSz="457200">
              <a:lnSpc>
                <a:spcPct val="100000"/>
              </a:lnSpc>
              <a:buNone/>
            </a:pPr>
            <a:fld id="{FDE4F1E7-2A38-4734-92BA-0A2C1BF3D30B}" type="slidenum">
              <a:rPr lang="en-US" sz="1200" b="0" u="none" strike="noStrike">
                <a:solidFill>
                  <a:schemeClr val="dk1">
                    <a:tint val="75000"/>
                  </a:schemeClr>
                </a:solidFill>
                <a:effectLst/>
                <a:uFillTx/>
                <a:latin typeface="Calibri"/>
              </a:rPr>
              <a:t>&lt;number&gt;</a:t>
            </a:fld>
            <a:endParaRPr lang="en-US" sz="1200" b="0" u="none" strike="noStrike">
              <a:solidFill>
                <a:srgbClr val="000000"/>
              </a:solidFill>
              <a:effectLst/>
              <a:uFillTx/>
              <a:latin typeface="Times New Roman"/>
            </a:endParaRPr>
          </a:p>
        </p:txBody>
      </p:sp>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vertTx" preserve="1">
  <p:cSld name="Title and Vertical Text">
    <p:bg>
      <p:bgPr>
        <a:solidFill>
          <a:srgbClr val="FFFFFF"/>
        </a:solidFill>
      </p:bgPr>
    </p:bg>
    <p:spTree>
      <p:nvGrpSpPr>
        <p:cNvPr id="1" name=""/>
        <p:cNvGrpSpPr/>
        <p:nvPr/>
      </p:nvGrpSpPr>
      <p:grpSpPr>
        <a:xfrm>
          <a:off x="0" y="0"/>
          <a:ext cx="0" cy="0"/>
          <a:chOff x="0" y="0"/>
          <a:chExt cx="0" cy="0"/>
        </a:xfrm>
      </p:grpSpPr>
      <p:sp>
        <p:nvSpPr>
          <p:cNvPr id="6" name="PlaceHolder 1"/>
          <p:cNvSpPr>
            <a:spLocks noGrp="1"/>
          </p:cNvSpPr>
          <p:nvPr>
            <p:ph type="title"/>
          </p:nvPr>
        </p:nvSpPr>
        <p:spPr>
          <a:xfrm>
            <a:off x="457200" y="274680"/>
            <a:ext cx="8229240" cy="1142640"/>
          </a:xfrm>
          <a:prstGeom prst="rect">
            <a:avLst/>
          </a:prstGeom>
          <a:noFill/>
          <a:ln w="0">
            <a:noFill/>
          </a:ln>
        </p:spPr>
        <p:txBody>
          <a:bodyPr lIns="91440" tIns="45720" rIns="91440" bIns="45720" anchor="ctr">
            <a:noAutofit/>
          </a:bodyPr>
          <a:lstStyle>
            <a:lvl1pPr indent="0" algn="ctr" defTabSz="457200">
              <a:lnSpc>
                <a:spcPct val="100000"/>
              </a:lnSpc>
              <a:buNone/>
              <a:defRPr lang="en-US" sz="4400" b="0" u="none" strike="noStrike">
                <a:solidFill>
                  <a:schemeClr val="dk1"/>
                </a:solidFill>
                <a:effectLst/>
                <a:uFillTx/>
                <a:latin typeface="Calibri"/>
              </a:defRPr>
            </a:lvl1pPr>
          </a:lstStyle>
          <a:p>
            <a:pPr indent="0" algn="ctr" defTabSz="457200">
              <a:lnSpc>
                <a:spcPct val="100000"/>
              </a:lnSpc>
              <a:buNone/>
            </a:pPr>
            <a:r>
              <a:rPr lang="en-US" sz="4400" b="0" u="none" strike="noStrike">
                <a:solidFill>
                  <a:schemeClr val="dk1"/>
                </a:solidFill>
                <a:effectLst/>
                <a:uFillTx/>
                <a:latin typeface="Calibri"/>
              </a:rPr>
              <a:t>Click to </a:t>
            </a:r>
            <a:r>
              <a:rPr lang="en-US" sz="4400" b="0" u="none" strike="noStrike">
                <a:solidFill>
                  <a:schemeClr val="dk1"/>
                </a:solidFill>
                <a:effectLst/>
                <a:uFillTx/>
                <a:latin typeface="Calibri"/>
              </a:rPr>
              <a:t>edit </a:t>
            </a:r>
            <a:r>
              <a:rPr lang="en-US" sz="4400" b="0" u="none" strike="noStrike">
                <a:solidFill>
                  <a:schemeClr val="dk1"/>
                </a:solidFill>
                <a:effectLst/>
                <a:uFillTx/>
                <a:latin typeface="Calibri"/>
              </a:rPr>
              <a:t>Master </a:t>
            </a:r>
            <a:r>
              <a:rPr lang="en-US" sz="4400" b="0" u="none" strike="noStrike">
                <a:solidFill>
                  <a:schemeClr val="dk1"/>
                </a:solidFill>
                <a:effectLst/>
                <a:uFillTx/>
                <a:latin typeface="Calibri"/>
              </a:rPr>
              <a:t>title style</a:t>
            </a:r>
            <a:endParaRPr lang="en-US" sz="4400" b="0" u="none" strike="noStrike">
              <a:solidFill>
                <a:schemeClr val="dk1"/>
              </a:solidFill>
              <a:effectLst/>
              <a:uFillTx/>
              <a:latin typeface="Calibri"/>
            </a:endParaRPr>
          </a:p>
        </p:txBody>
      </p:sp>
      <p:sp>
        <p:nvSpPr>
          <p:cNvPr id="7" name="PlaceHolder 2"/>
          <p:cNvSpPr>
            <a:spLocks noGrp="1"/>
          </p:cNvSpPr>
          <p:nvPr>
            <p:ph type="body"/>
          </p:nvPr>
        </p:nvSpPr>
        <p:spPr>
          <a:xfrm>
            <a:off x="457200" y="1600200"/>
            <a:ext cx="8229240" cy="4525560"/>
          </a:xfrm>
          <a:prstGeom prst="rect">
            <a:avLst/>
          </a:prstGeom>
          <a:noFill/>
          <a:ln w="0">
            <a:noFill/>
          </a:ln>
        </p:spPr>
        <p:txBody>
          <a:bodyPr lIns="91440" tIns="45720" rIns="91440" bIns="45720" anchor="t" vert="eaVert">
            <a:noAutofit/>
          </a:bodyPr>
          <a:lstStyle>
            <a:lvl1pPr algn="l" defTabSz="457200">
              <a:lnSpc>
                <a:spcPct val="100000"/>
              </a:lnSpc>
              <a:spcBef>
                <a:spcPts val="641"/>
              </a:spcBef>
              <a:buClr>
                <a:srgbClr val="000000"/>
              </a:buClr>
              <a:buFont typeface="Arial"/>
              <a:buChar char="•"/>
              <a:defRPr lang="en-US" sz="3200" b="0" u="none" strike="noStrike">
                <a:solidFill>
                  <a:schemeClr val="dk1"/>
                </a:solidFill>
                <a:effectLst/>
                <a:uFillTx/>
                <a:latin typeface="Calibri"/>
              </a:defRPr>
            </a:lvl1pPr>
            <a:lvl2pPr lvl="1" algn="l" defTabSz="457200">
              <a:lnSpc>
                <a:spcPct val="100000"/>
              </a:lnSpc>
              <a:spcBef>
                <a:spcPts val="561"/>
              </a:spcBef>
              <a:buClr>
                <a:srgbClr val="000000"/>
              </a:buClr>
              <a:buFont typeface="Arial"/>
              <a:buChar char="–"/>
              <a:defRPr lang="en-US" sz="2800" b="0" u="none" strike="noStrike">
                <a:solidFill>
                  <a:schemeClr val="dk1"/>
                </a:solidFill>
                <a:effectLst/>
                <a:uFillTx/>
                <a:latin typeface="Calibri"/>
              </a:defRPr>
            </a:lvl2pPr>
            <a:lvl3pPr lvl="2" algn="l" defTabSz="457200">
              <a:lnSpc>
                <a:spcPct val="100000"/>
              </a:lnSpc>
              <a:spcBef>
                <a:spcPts val="479"/>
              </a:spcBef>
              <a:buClr>
                <a:srgbClr val="000000"/>
              </a:buClr>
              <a:buFont typeface="Arial"/>
              <a:buChar char="•"/>
              <a:defRPr lang="en-US" sz="2400" b="0" u="none" strike="noStrike">
                <a:solidFill>
                  <a:schemeClr val="dk1"/>
                </a:solidFill>
                <a:effectLst/>
                <a:uFillTx/>
                <a:latin typeface="Calibri"/>
              </a:defRPr>
            </a:lvl3pPr>
            <a:lvl4pPr lvl="3" algn="l" defTabSz="457200">
              <a:lnSpc>
                <a:spcPct val="100000"/>
              </a:lnSpc>
              <a:spcBef>
                <a:spcPts val="400"/>
              </a:spcBef>
              <a:buClr>
                <a:srgbClr val="000000"/>
              </a:buClr>
              <a:buFont typeface="Arial"/>
              <a:buChar char="–"/>
              <a:defRPr lang="en-US" sz="2000" b="0" u="none" strike="noStrike">
                <a:solidFill>
                  <a:schemeClr val="dk1"/>
                </a:solidFill>
                <a:effectLst/>
                <a:uFillTx/>
                <a:latin typeface="Calibri"/>
              </a:defRPr>
            </a:lvl4pPr>
            <a:lvl5pPr lvl="4" algn="l" defTabSz="457200">
              <a:lnSpc>
                <a:spcPct val="100000"/>
              </a:lnSpc>
              <a:spcBef>
                <a:spcPts val="400"/>
              </a:spcBef>
              <a:buClr>
                <a:srgbClr val="000000"/>
              </a:buClr>
              <a:buFont typeface="Arial"/>
              <a:buChar char="»"/>
              <a:defRPr lang="en-US" sz="2000" b="0" u="none" strike="noStrike">
                <a:solidFill>
                  <a:schemeClr val="dk1"/>
                </a:solidFill>
                <a:effectLst/>
                <a:uFillTx/>
                <a:latin typeface="Calibri"/>
              </a:defRPr>
            </a:lvl5pPr>
          </a:lstStyle>
          <a:p>
            <a:pPr marL="343080" indent="-343080" algn="l" defTabSz="457200">
              <a:lnSpc>
                <a:spcPct val="100000"/>
              </a:lnSpc>
              <a:spcBef>
                <a:spcPts val="641"/>
              </a:spcBef>
              <a:buClr>
                <a:srgbClr val="000000"/>
              </a:buClr>
              <a:buFont typeface="Arial"/>
              <a:buChar char="•"/>
            </a:pPr>
            <a:r>
              <a:rPr lang="en-US" sz="3200" b="0" u="none" strike="noStrike">
                <a:solidFill>
                  <a:schemeClr val="dk1"/>
                </a:solidFill>
                <a:effectLst/>
                <a:uFillTx/>
                <a:latin typeface="Calibri"/>
              </a:rPr>
              <a:t>Click to edit Master text styles</a:t>
            </a:r>
            <a:endParaRPr lang="en-US" sz="3200" b="0" u="none" strike="noStrike">
              <a:solidFill>
                <a:schemeClr val="dk1"/>
              </a:solidFill>
              <a:effectLst/>
              <a:uFillTx/>
              <a:latin typeface="Calibri"/>
            </a:endParaRPr>
          </a:p>
          <a:p>
            <a:pPr marL="743040" lvl="1" indent="-285840" algn="l" defTabSz="457200">
              <a:lnSpc>
                <a:spcPct val="100000"/>
              </a:lnSpc>
              <a:spcBef>
                <a:spcPts val="561"/>
              </a:spcBef>
              <a:buClr>
                <a:srgbClr val="000000"/>
              </a:buClr>
              <a:buFont typeface="Arial"/>
              <a:buChar char="–"/>
            </a:pPr>
            <a:r>
              <a:rPr lang="en-US" sz="2800" b="0" u="none" strike="noStrike">
                <a:solidFill>
                  <a:schemeClr val="dk1"/>
                </a:solidFill>
                <a:effectLst/>
                <a:uFillTx/>
                <a:latin typeface="Calibri"/>
              </a:rPr>
              <a:t>Second level</a:t>
            </a:r>
            <a:endParaRPr lang="en-US" sz="2800" b="0" u="none" strike="noStrike">
              <a:solidFill>
                <a:schemeClr val="dk1"/>
              </a:solidFill>
              <a:effectLst/>
              <a:uFillTx/>
              <a:latin typeface="Calibri"/>
            </a:endParaRPr>
          </a:p>
          <a:p>
            <a:pPr marL="1143000" lvl="2" indent="-228600" algn="l" defTabSz="457200">
              <a:lnSpc>
                <a:spcPct val="100000"/>
              </a:lnSpc>
              <a:spcBef>
                <a:spcPts val="479"/>
              </a:spcBef>
              <a:buClr>
                <a:srgbClr val="000000"/>
              </a:buClr>
              <a:buFont typeface="Arial"/>
              <a:buChar char="•"/>
            </a:pPr>
            <a:r>
              <a:rPr lang="en-US" sz="2400" b="0" u="none" strike="noStrike">
                <a:solidFill>
                  <a:schemeClr val="dk1"/>
                </a:solidFill>
                <a:effectLst/>
                <a:uFillTx/>
                <a:latin typeface="Calibri"/>
              </a:rPr>
              <a:t>Third level</a:t>
            </a:r>
            <a:endParaRPr lang="en-US" sz="2400" b="0" u="none" strike="noStrike">
              <a:solidFill>
                <a:schemeClr val="dk1"/>
              </a:solidFill>
              <a:effectLst/>
              <a:uFillTx/>
              <a:latin typeface="Calibri"/>
            </a:endParaRPr>
          </a:p>
          <a:p>
            <a:pPr marL="1600200" lvl="3" indent="-228600" algn="l" defTabSz="457200">
              <a:lnSpc>
                <a:spcPct val="100000"/>
              </a:lnSpc>
              <a:spcBef>
                <a:spcPts val="400"/>
              </a:spcBef>
              <a:buClr>
                <a:srgbClr val="000000"/>
              </a:buClr>
              <a:buFont typeface="Arial"/>
              <a:buChar char="–"/>
            </a:pPr>
            <a:r>
              <a:rPr lang="en-US" sz="2000" b="0" u="none" strike="noStrike">
                <a:solidFill>
                  <a:schemeClr val="dk1"/>
                </a:solidFill>
                <a:effectLst/>
                <a:uFillTx/>
                <a:latin typeface="Calibri"/>
              </a:rPr>
              <a:t>Fourth level</a:t>
            </a:r>
            <a:endParaRPr lang="en-US" sz="2000" b="0" u="none" strike="noStrike">
              <a:solidFill>
                <a:schemeClr val="dk1"/>
              </a:solidFill>
              <a:effectLst/>
              <a:uFillTx/>
              <a:latin typeface="Calibri"/>
            </a:endParaRPr>
          </a:p>
          <a:p>
            <a:pPr marL="2057400" lvl="4" indent="-228600" algn="l" defTabSz="457200">
              <a:lnSpc>
                <a:spcPct val="100000"/>
              </a:lnSpc>
              <a:spcBef>
                <a:spcPts val="400"/>
              </a:spcBef>
              <a:buClr>
                <a:srgbClr val="000000"/>
              </a:buClr>
              <a:buFont typeface="Arial"/>
              <a:buChar char="»"/>
            </a:pPr>
            <a:r>
              <a:rPr lang="en-US" sz="2000" b="0" u="none" strike="noStrike">
                <a:solidFill>
                  <a:schemeClr val="dk1"/>
                </a:solidFill>
                <a:effectLst/>
                <a:uFillTx/>
                <a:latin typeface="Calibri"/>
              </a:rPr>
              <a:t>Fifth level</a:t>
            </a:r>
            <a:endParaRPr lang="en-US" sz="2000" b="0" u="none" strike="noStrike">
              <a:solidFill>
                <a:schemeClr val="dk1"/>
              </a:solidFill>
              <a:effectLst/>
              <a:uFillTx/>
              <a:latin typeface="Calibri"/>
            </a:endParaRPr>
          </a:p>
        </p:txBody>
      </p:sp>
      <p:sp>
        <p:nvSpPr>
          <p:cNvPr id="8" name="PlaceHolder 3"/>
          <p:cNvSpPr>
            <a:spLocks noGrp="1"/>
          </p:cNvSpPr>
          <p:nvPr>
            <p:ph type="dt" idx="4"/>
          </p:nvPr>
        </p:nvSpPr>
        <p:spPr>
          <a:xfrm>
            <a:off x="457200" y="6356520"/>
            <a:ext cx="2133360" cy="364680"/>
          </a:xfrm>
          <a:prstGeom prst="rect">
            <a:avLst/>
          </a:prstGeom>
          <a:noFill/>
          <a:ln w="0">
            <a:noFill/>
          </a:ln>
        </p:spPr>
        <p:txBody>
          <a:bodyPr lIns="91440" tIns="45720" rIns="91440" bIns="45720" anchor="ctr">
            <a:noAutofit/>
          </a:bodyPr>
          <a:lstStyle>
            <a:lvl1pPr indent="0" algn="l" defTabSz="457200">
              <a:lnSpc>
                <a:spcPct val="100000"/>
              </a:lnSpc>
              <a:buNone/>
              <a:defRPr lang="en-US" sz="1200" b="0" u="none" strike="noStrike">
                <a:solidFill>
                  <a:schemeClr val="dk1">
                    <a:tint val="75000"/>
                  </a:schemeClr>
                </a:solidFill>
                <a:effectLst/>
                <a:uFillTx/>
                <a:latin typeface="Calibri"/>
              </a:defRPr>
            </a:lvl1pPr>
          </a:lstStyle>
          <a:p>
            <a:pPr indent="0" algn="l" defTabSz="457200">
              <a:lnSpc>
                <a:spcPct val="100000"/>
              </a:lnSpc>
              <a:buNone/>
            </a:pPr>
            <a:r>
              <a:rPr lang="en-US" sz="1200" b="0" u="none" strike="noStrike">
                <a:solidFill>
                  <a:schemeClr val="dk1">
                    <a:tint val="75000"/>
                  </a:schemeClr>
                </a:solidFill>
                <a:effectLst/>
                <a:uFillTx/>
                <a:latin typeface="Calibri"/>
              </a:rPr>
              <a:t>&lt;date/time&gt;</a:t>
            </a:r>
            <a:endParaRPr lang="en-US" sz="1200" b="0" u="none" strike="noStrike">
              <a:solidFill>
                <a:srgbClr val="000000"/>
              </a:solidFill>
              <a:effectLst/>
              <a:uFillTx/>
              <a:latin typeface="Times New Roman"/>
            </a:endParaRPr>
          </a:p>
        </p:txBody>
      </p:sp>
      <p:sp>
        <p:nvSpPr>
          <p:cNvPr id="9" name="PlaceHolder 4"/>
          <p:cNvSpPr>
            <a:spLocks noGrp="1"/>
          </p:cNvSpPr>
          <p:nvPr>
            <p:ph type="ftr" idx="5"/>
          </p:nvPr>
        </p:nvSpPr>
        <p:spPr>
          <a:xfrm>
            <a:off x="3124080" y="6356520"/>
            <a:ext cx="2895120" cy="364680"/>
          </a:xfrm>
          <a:prstGeom prst="rect">
            <a:avLst/>
          </a:prstGeom>
          <a:noFill/>
          <a:ln w="0">
            <a:noFill/>
          </a:ln>
        </p:spPr>
        <p:txBody>
          <a:bodyPr lIns="91440" tIns="45720" rIns="91440" bIns="45720" anchor="ctr">
            <a:noAutofit/>
          </a:bodyPr>
          <a:lstStyle>
            <a:lvl1pPr indent="0" algn="ctr">
              <a:buNone/>
              <a:defRPr lang="en-US" sz="1400" b="0" u="none" strike="noStrike">
                <a:solidFill>
                  <a:srgbClr val="000000"/>
                </a:solidFill>
                <a:effectLst/>
                <a:uFillTx/>
                <a:latin typeface="Times New Roman"/>
              </a:defRPr>
            </a:lvl1pPr>
          </a:lstStyle>
          <a:p>
            <a:pPr indent="0" algn="ctr">
              <a:buNone/>
            </a:pPr>
            <a:r>
              <a:rPr lang="en-US" sz="1400" b="0" u="none" strike="noStrike">
                <a:solidFill>
                  <a:srgbClr val="000000"/>
                </a:solidFill>
                <a:effectLst/>
                <a:uFillTx/>
                <a:latin typeface="Times New Roman"/>
              </a:rPr>
              <a:t>&lt;footer&gt;</a:t>
            </a:r>
            <a:endParaRPr lang="en-US" sz="1400" b="0" u="none" strike="noStrike">
              <a:solidFill>
                <a:srgbClr val="000000"/>
              </a:solidFill>
              <a:effectLst/>
              <a:uFillTx/>
              <a:latin typeface="Times New Roman"/>
            </a:endParaRPr>
          </a:p>
        </p:txBody>
      </p:sp>
      <p:sp>
        <p:nvSpPr>
          <p:cNvPr id="10" name="PlaceHolder 5"/>
          <p:cNvSpPr>
            <a:spLocks noGrp="1"/>
          </p:cNvSpPr>
          <p:nvPr>
            <p:ph type="sldNum" idx="6"/>
          </p:nvPr>
        </p:nvSpPr>
        <p:spPr>
          <a:xfrm>
            <a:off x="6553080" y="6356520"/>
            <a:ext cx="2133360" cy="364680"/>
          </a:xfrm>
          <a:prstGeom prst="rect">
            <a:avLst/>
          </a:prstGeom>
          <a:noFill/>
          <a:ln w="0">
            <a:noFill/>
          </a:ln>
        </p:spPr>
        <p:txBody>
          <a:bodyPr lIns="91440" tIns="45720" rIns="91440" bIns="45720" anchor="ctr">
            <a:noAutofit/>
          </a:bodyPr>
          <a:lstStyle>
            <a:lvl1pPr indent="0" algn="r" defTabSz="457200">
              <a:lnSpc>
                <a:spcPct val="100000"/>
              </a:lnSpc>
              <a:buNone/>
              <a:defRPr lang="en-US" sz="1200" b="0" u="none" strike="noStrike">
                <a:solidFill>
                  <a:schemeClr val="dk1">
                    <a:tint val="75000"/>
                  </a:schemeClr>
                </a:solidFill>
                <a:effectLst/>
                <a:uFillTx/>
                <a:latin typeface="Calibri"/>
              </a:defRPr>
            </a:lvl1pPr>
          </a:lstStyle>
          <a:p>
            <a:pPr indent="0" algn="r" defTabSz="457200">
              <a:lnSpc>
                <a:spcPct val="100000"/>
              </a:lnSpc>
              <a:buNone/>
            </a:pPr>
            <a:fld id="{646146B6-25CB-438F-83A5-AD4017FD7223}" type="slidenum">
              <a:rPr lang="en-US" sz="1200" b="0" u="none" strike="noStrike">
                <a:solidFill>
                  <a:schemeClr val="dk1">
                    <a:tint val="75000"/>
                  </a:schemeClr>
                </a:solidFill>
                <a:effectLst/>
                <a:uFillTx/>
                <a:latin typeface="Calibri"/>
              </a:rPr>
              <a:t>&lt;number&gt;</a:t>
            </a:fld>
            <a:endParaRPr lang="en-US" sz="1200" b="0" u="none" strike="noStrike">
              <a:solidFill>
                <a:srgbClr val="000000"/>
              </a:solidFill>
              <a:effectLst/>
              <a:uFillTx/>
              <a:latin typeface="Times New Roman"/>
            </a:endParaRPr>
          </a:p>
        </p:txBody>
      </p:sp>
    </p:spTree>
  </p:cSld>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vertTitleAndTx" preserve="1">
  <p:cSld name="Vertical Title and Text">
    <p:bg>
      <p:bgPr>
        <a:solidFill>
          <a:srgbClr val="FFFFFF"/>
        </a:solidFill>
      </p:bgPr>
    </p:bg>
    <p:spTree>
      <p:nvGrpSpPr>
        <p:cNvPr id="1" name=""/>
        <p:cNvGrpSpPr/>
        <p:nvPr/>
      </p:nvGrpSpPr>
      <p:grpSpPr>
        <a:xfrm>
          <a:off x="0" y="0"/>
          <a:ext cx="0" cy="0"/>
          <a:chOff x="0" y="0"/>
          <a:chExt cx="0" cy="0"/>
        </a:xfrm>
      </p:grpSpPr>
      <p:sp>
        <p:nvSpPr>
          <p:cNvPr id="11" name="PlaceHolder 1"/>
          <p:cNvSpPr>
            <a:spLocks noGrp="1"/>
          </p:cNvSpPr>
          <p:nvPr>
            <p:ph type="title"/>
          </p:nvPr>
        </p:nvSpPr>
        <p:spPr>
          <a:xfrm>
            <a:off x="6629400" y="274680"/>
            <a:ext cx="2057040" cy="5851080"/>
          </a:xfrm>
          <a:prstGeom prst="rect">
            <a:avLst/>
          </a:prstGeom>
          <a:noFill/>
          <a:ln w="0">
            <a:noFill/>
          </a:ln>
        </p:spPr>
        <p:txBody>
          <a:bodyPr lIns="91440" tIns="45720" rIns="91440" bIns="45720" anchor="ctr" vert="eaVert">
            <a:noAutofit/>
          </a:bodyPr>
          <a:lstStyle>
            <a:lvl1pPr indent="0" algn="ctr" defTabSz="457200">
              <a:lnSpc>
                <a:spcPct val="100000"/>
              </a:lnSpc>
              <a:buNone/>
              <a:defRPr lang="en-US" sz="4400" b="0" u="none" strike="noStrike">
                <a:solidFill>
                  <a:schemeClr val="dk1"/>
                </a:solidFill>
                <a:effectLst/>
                <a:uFillTx/>
                <a:latin typeface="Calibri"/>
              </a:defRPr>
            </a:lvl1pPr>
          </a:lstStyle>
          <a:p>
            <a:pPr indent="0" algn="ctr" defTabSz="457200">
              <a:lnSpc>
                <a:spcPct val="100000"/>
              </a:lnSpc>
              <a:buNone/>
            </a:pPr>
            <a:r>
              <a:rPr lang="en-US" sz="4400" b="0" u="none" strike="noStrike">
                <a:solidFill>
                  <a:schemeClr val="dk1"/>
                </a:solidFill>
                <a:effectLst/>
                <a:uFillTx/>
                <a:latin typeface="Calibri"/>
              </a:rPr>
              <a:t>C</a:t>
            </a:r>
            <a:r>
              <a:rPr lang="en-US" sz="4400" b="0" u="none" strike="noStrike">
                <a:solidFill>
                  <a:schemeClr val="dk1"/>
                </a:solidFill>
                <a:effectLst/>
                <a:uFillTx/>
                <a:latin typeface="Calibri"/>
              </a:rPr>
              <a:t>li</a:t>
            </a:r>
            <a:r>
              <a:rPr lang="en-US" sz="4400" b="0" u="none" strike="noStrike">
                <a:solidFill>
                  <a:schemeClr val="dk1"/>
                </a:solidFill>
                <a:effectLst/>
                <a:uFillTx/>
                <a:latin typeface="Calibri"/>
              </a:rPr>
              <a:t>c</a:t>
            </a:r>
            <a:r>
              <a:rPr lang="en-US" sz="4400" b="0" u="none" strike="noStrike">
                <a:solidFill>
                  <a:schemeClr val="dk1"/>
                </a:solidFill>
                <a:effectLst/>
                <a:uFillTx/>
                <a:latin typeface="Calibri"/>
              </a:rPr>
              <a:t>k </a:t>
            </a:r>
            <a:r>
              <a:rPr lang="en-US" sz="4400" b="0" u="none" strike="noStrike">
                <a:solidFill>
                  <a:schemeClr val="dk1"/>
                </a:solidFill>
                <a:effectLst/>
                <a:uFillTx/>
                <a:latin typeface="Calibri"/>
              </a:rPr>
              <a:t>t</a:t>
            </a:r>
            <a:r>
              <a:rPr lang="en-US" sz="4400" b="0" u="none" strike="noStrike">
                <a:solidFill>
                  <a:schemeClr val="dk1"/>
                </a:solidFill>
                <a:effectLst/>
                <a:uFillTx/>
                <a:latin typeface="Calibri"/>
              </a:rPr>
              <a:t>o </a:t>
            </a:r>
            <a:r>
              <a:rPr lang="en-US" sz="4400" b="0" u="none" strike="noStrike">
                <a:solidFill>
                  <a:schemeClr val="dk1"/>
                </a:solidFill>
                <a:effectLst/>
                <a:uFillTx/>
                <a:latin typeface="Calibri"/>
              </a:rPr>
              <a:t>e</a:t>
            </a:r>
            <a:r>
              <a:rPr lang="en-US" sz="4400" b="0" u="none" strike="noStrike">
                <a:solidFill>
                  <a:schemeClr val="dk1"/>
                </a:solidFill>
                <a:effectLst/>
                <a:uFillTx/>
                <a:latin typeface="Calibri"/>
              </a:rPr>
              <a:t>d</a:t>
            </a:r>
            <a:r>
              <a:rPr lang="en-US" sz="4400" b="0" u="none" strike="noStrike">
                <a:solidFill>
                  <a:schemeClr val="dk1"/>
                </a:solidFill>
                <a:effectLst/>
                <a:uFillTx/>
                <a:latin typeface="Calibri"/>
              </a:rPr>
              <a:t>it </a:t>
            </a:r>
            <a:r>
              <a:rPr lang="en-US" sz="4400" b="0" u="none" strike="noStrike">
                <a:solidFill>
                  <a:schemeClr val="dk1"/>
                </a:solidFill>
                <a:effectLst/>
                <a:uFillTx/>
                <a:latin typeface="Calibri"/>
              </a:rPr>
              <a:t>M</a:t>
            </a:r>
            <a:r>
              <a:rPr lang="en-US" sz="4400" b="0" u="none" strike="noStrike">
                <a:solidFill>
                  <a:schemeClr val="dk1"/>
                </a:solidFill>
                <a:effectLst/>
                <a:uFillTx/>
                <a:latin typeface="Calibri"/>
              </a:rPr>
              <a:t>a</a:t>
            </a:r>
            <a:r>
              <a:rPr lang="en-US" sz="4400" b="0" u="none" strike="noStrike">
                <a:solidFill>
                  <a:schemeClr val="dk1"/>
                </a:solidFill>
                <a:effectLst/>
                <a:uFillTx/>
                <a:latin typeface="Calibri"/>
              </a:rPr>
              <a:t>s</a:t>
            </a:r>
            <a:r>
              <a:rPr lang="en-US" sz="4400" b="0" u="none" strike="noStrike">
                <a:solidFill>
                  <a:schemeClr val="dk1"/>
                </a:solidFill>
                <a:effectLst/>
                <a:uFillTx/>
                <a:latin typeface="Calibri"/>
              </a:rPr>
              <a:t>t</a:t>
            </a:r>
            <a:r>
              <a:rPr lang="en-US" sz="4400" b="0" u="none" strike="noStrike">
                <a:solidFill>
                  <a:schemeClr val="dk1"/>
                </a:solidFill>
                <a:effectLst/>
                <a:uFillTx/>
                <a:latin typeface="Calibri"/>
              </a:rPr>
              <a:t>e</a:t>
            </a:r>
            <a:r>
              <a:rPr lang="en-US" sz="4400" b="0" u="none" strike="noStrike">
                <a:solidFill>
                  <a:schemeClr val="dk1"/>
                </a:solidFill>
                <a:effectLst/>
                <a:uFillTx/>
                <a:latin typeface="Calibri"/>
              </a:rPr>
              <a:t>r </a:t>
            </a:r>
            <a:r>
              <a:rPr lang="en-US" sz="4400" b="0" u="none" strike="noStrike">
                <a:solidFill>
                  <a:schemeClr val="dk1"/>
                </a:solidFill>
                <a:effectLst/>
                <a:uFillTx/>
                <a:latin typeface="Calibri"/>
              </a:rPr>
              <a:t>ti</a:t>
            </a:r>
            <a:r>
              <a:rPr lang="en-US" sz="4400" b="0" u="none" strike="noStrike">
                <a:solidFill>
                  <a:schemeClr val="dk1"/>
                </a:solidFill>
                <a:effectLst/>
                <a:uFillTx/>
                <a:latin typeface="Calibri"/>
              </a:rPr>
              <a:t>tl</a:t>
            </a:r>
            <a:r>
              <a:rPr lang="en-US" sz="4400" b="0" u="none" strike="noStrike">
                <a:solidFill>
                  <a:schemeClr val="dk1"/>
                </a:solidFill>
                <a:effectLst/>
                <a:uFillTx/>
                <a:latin typeface="Calibri"/>
              </a:rPr>
              <a:t>e </a:t>
            </a:r>
            <a:r>
              <a:rPr lang="en-US" sz="4400" b="0" u="none" strike="noStrike">
                <a:solidFill>
                  <a:schemeClr val="dk1"/>
                </a:solidFill>
                <a:effectLst/>
                <a:uFillTx/>
                <a:latin typeface="Calibri"/>
              </a:rPr>
              <a:t>s</a:t>
            </a:r>
            <a:r>
              <a:rPr lang="en-US" sz="4400" b="0" u="none" strike="noStrike">
                <a:solidFill>
                  <a:schemeClr val="dk1"/>
                </a:solidFill>
                <a:effectLst/>
                <a:uFillTx/>
                <a:latin typeface="Calibri"/>
              </a:rPr>
              <a:t>t</a:t>
            </a:r>
            <a:r>
              <a:rPr lang="en-US" sz="4400" b="0" u="none" strike="noStrike">
                <a:solidFill>
                  <a:schemeClr val="dk1"/>
                </a:solidFill>
                <a:effectLst/>
                <a:uFillTx/>
                <a:latin typeface="Calibri"/>
              </a:rPr>
              <a:t>y</a:t>
            </a:r>
            <a:r>
              <a:rPr lang="en-US" sz="4400" b="0" u="none" strike="noStrike">
                <a:solidFill>
                  <a:schemeClr val="dk1"/>
                </a:solidFill>
                <a:effectLst/>
                <a:uFillTx/>
                <a:latin typeface="Calibri"/>
              </a:rPr>
              <a:t>l</a:t>
            </a:r>
            <a:r>
              <a:rPr lang="en-US" sz="4400" b="0" u="none" strike="noStrike">
                <a:solidFill>
                  <a:schemeClr val="dk1"/>
                </a:solidFill>
                <a:effectLst/>
                <a:uFillTx/>
                <a:latin typeface="Calibri"/>
              </a:rPr>
              <a:t>e</a:t>
            </a:r>
            <a:endParaRPr lang="en-US" sz="4400" b="0" u="none" strike="noStrike">
              <a:solidFill>
                <a:schemeClr val="dk1"/>
              </a:solidFill>
              <a:effectLst/>
              <a:uFillTx/>
              <a:latin typeface="Calibri"/>
            </a:endParaRPr>
          </a:p>
        </p:txBody>
      </p:sp>
      <p:sp>
        <p:nvSpPr>
          <p:cNvPr id="12" name="PlaceHolder 2"/>
          <p:cNvSpPr>
            <a:spLocks noGrp="1"/>
          </p:cNvSpPr>
          <p:nvPr>
            <p:ph type="body"/>
          </p:nvPr>
        </p:nvSpPr>
        <p:spPr>
          <a:xfrm>
            <a:off x="457200" y="274680"/>
            <a:ext cx="6019560" cy="5851080"/>
          </a:xfrm>
          <a:prstGeom prst="rect">
            <a:avLst/>
          </a:prstGeom>
          <a:noFill/>
          <a:ln w="0">
            <a:noFill/>
          </a:ln>
        </p:spPr>
        <p:txBody>
          <a:bodyPr lIns="91440" tIns="45720" rIns="91440" bIns="45720" anchor="t" vert="eaVert">
            <a:noAutofit/>
          </a:bodyPr>
          <a:lstStyle>
            <a:lvl1pPr algn="l" defTabSz="457200">
              <a:lnSpc>
                <a:spcPct val="100000"/>
              </a:lnSpc>
              <a:spcBef>
                <a:spcPts val="641"/>
              </a:spcBef>
              <a:buClr>
                <a:srgbClr val="000000"/>
              </a:buClr>
              <a:buFont typeface="Arial"/>
              <a:buChar char="•"/>
              <a:defRPr lang="en-US" sz="3200" b="0" u="none" strike="noStrike">
                <a:solidFill>
                  <a:schemeClr val="dk1"/>
                </a:solidFill>
                <a:effectLst/>
                <a:uFillTx/>
                <a:latin typeface="Calibri"/>
              </a:defRPr>
            </a:lvl1pPr>
            <a:lvl2pPr lvl="1" algn="l" defTabSz="457200">
              <a:lnSpc>
                <a:spcPct val="100000"/>
              </a:lnSpc>
              <a:spcBef>
                <a:spcPts val="561"/>
              </a:spcBef>
              <a:buClr>
                <a:srgbClr val="000000"/>
              </a:buClr>
              <a:buFont typeface="Arial"/>
              <a:buChar char="–"/>
              <a:defRPr lang="en-US" sz="2800" b="0" u="none" strike="noStrike">
                <a:solidFill>
                  <a:schemeClr val="dk1"/>
                </a:solidFill>
                <a:effectLst/>
                <a:uFillTx/>
                <a:latin typeface="Calibri"/>
              </a:defRPr>
            </a:lvl2pPr>
            <a:lvl3pPr lvl="2" algn="l" defTabSz="457200">
              <a:lnSpc>
                <a:spcPct val="100000"/>
              </a:lnSpc>
              <a:spcBef>
                <a:spcPts val="479"/>
              </a:spcBef>
              <a:buClr>
                <a:srgbClr val="000000"/>
              </a:buClr>
              <a:buFont typeface="Arial"/>
              <a:buChar char="•"/>
              <a:defRPr lang="en-US" sz="2400" b="0" u="none" strike="noStrike">
                <a:solidFill>
                  <a:schemeClr val="dk1"/>
                </a:solidFill>
                <a:effectLst/>
                <a:uFillTx/>
                <a:latin typeface="Calibri"/>
              </a:defRPr>
            </a:lvl3pPr>
            <a:lvl4pPr lvl="3" algn="l" defTabSz="457200">
              <a:lnSpc>
                <a:spcPct val="100000"/>
              </a:lnSpc>
              <a:spcBef>
                <a:spcPts val="400"/>
              </a:spcBef>
              <a:buClr>
                <a:srgbClr val="000000"/>
              </a:buClr>
              <a:buFont typeface="Arial"/>
              <a:buChar char="–"/>
              <a:defRPr lang="en-US" sz="2000" b="0" u="none" strike="noStrike">
                <a:solidFill>
                  <a:schemeClr val="dk1"/>
                </a:solidFill>
                <a:effectLst/>
                <a:uFillTx/>
                <a:latin typeface="Calibri"/>
              </a:defRPr>
            </a:lvl4pPr>
            <a:lvl5pPr lvl="4" algn="l" defTabSz="457200">
              <a:lnSpc>
                <a:spcPct val="100000"/>
              </a:lnSpc>
              <a:spcBef>
                <a:spcPts val="400"/>
              </a:spcBef>
              <a:buClr>
                <a:srgbClr val="000000"/>
              </a:buClr>
              <a:buFont typeface="Arial"/>
              <a:buChar char="»"/>
              <a:defRPr lang="en-US" sz="2000" b="0" u="none" strike="noStrike">
                <a:solidFill>
                  <a:schemeClr val="dk1"/>
                </a:solidFill>
                <a:effectLst/>
                <a:uFillTx/>
                <a:latin typeface="Calibri"/>
              </a:defRPr>
            </a:lvl5pPr>
          </a:lstStyle>
          <a:p>
            <a:pPr marL="343080" indent="-343080" algn="l" defTabSz="457200">
              <a:lnSpc>
                <a:spcPct val="100000"/>
              </a:lnSpc>
              <a:spcBef>
                <a:spcPts val="641"/>
              </a:spcBef>
              <a:buClr>
                <a:srgbClr val="000000"/>
              </a:buClr>
              <a:buFont typeface="Arial"/>
              <a:buChar char="•"/>
            </a:pPr>
            <a:r>
              <a:rPr lang="en-US" sz="3200" b="0" u="none" strike="noStrike">
                <a:solidFill>
                  <a:schemeClr val="dk1"/>
                </a:solidFill>
                <a:effectLst/>
                <a:uFillTx/>
                <a:latin typeface="Calibri"/>
              </a:rPr>
              <a:t>Click to edit Master text styles</a:t>
            </a:r>
            <a:endParaRPr lang="en-US" sz="3200" b="0" u="none" strike="noStrike">
              <a:solidFill>
                <a:schemeClr val="dk1"/>
              </a:solidFill>
              <a:effectLst/>
              <a:uFillTx/>
              <a:latin typeface="Calibri"/>
            </a:endParaRPr>
          </a:p>
          <a:p>
            <a:pPr marL="743040" lvl="1" indent="-285840" algn="l" defTabSz="457200">
              <a:lnSpc>
                <a:spcPct val="100000"/>
              </a:lnSpc>
              <a:spcBef>
                <a:spcPts val="561"/>
              </a:spcBef>
              <a:buClr>
                <a:srgbClr val="000000"/>
              </a:buClr>
              <a:buFont typeface="Arial"/>
              <a:buChar char="–"/>
            </a:pPr>
            <a:r>
              <a:rPr lang="en-US" sz="2800" b="0" u="none" strike="noStrike">
                <a:solidFill>
                  <a:schemeClr val="dk1"/>
                </a:solidFill>
                <a:effectLst/>
                <a:uFillTx/>
                <a:latin typeface="Calibri"/>
              </a:rPr>
              <a:t>Second level</a:t>
            </a:r>
            <a:endParaRPr lang="en-US" sz="2800" b="0" u="none" strike="noStrike">
              <a:solidFill>
                <a:schemeClr val="dk1"/>
              </a:solidFill>
              <a:effectLst/>
              <a:uFillTx/>
              <a:latin typeface="Calibri"/>
            </a:endParaRPr>
          </a:p>
          <a:p>
            <a:pPr marL="1143000" lvl="2" indent="-228600" algn="l" defTabSz="457200">
              <a:lnSpc>
                <a:spcPct val="100000"/>
              </a:lnSpc>
              <a:spcBef>
                <a:spcPts val="479"/>
              </a:spcBef>
              <a:buClr>
                <a:srgbClr val="000000"/>
              </a:buClr>
              <a:buFont typeface="Arial"/>
              <a:buChar char="•"/>
            </a:pPr>
            <a:r>
              <a:rPr lang="en-US" sz="2400" b="0" u="none" strike="noStrike">
                <a:solidFill>
                  <a:schemeClr val="dk1"/>
                </a:solidFill>
                <a:effectLst/>
                <a:uFillTx/>
                <a:latin typeface="Calibri"/>
              </a:rPr>
              <a:t>Third level</a:t>
            </a:r>
            <a:endParaRPr lang="en-US" sz="2400" b="0" u="none" strike="noStrike">
              <a:solidFill>
                <a:schemeClr val="dk1"/>
              </a:solidFill>
              <a:effectLst/>
              <a:uFillTx/>
              <a:latin typeface="Calibri"/>
            </a:endParaRPr>
          </a:p>
          <a:p>
            <a:pPr marL="1600200" lvl="3" indent="-228600" algn="l" defTabSz="457200">
              <a:lnSpc>
                <a:spcPct val="100000"/>
              </a:lnSpc>
              <a:spcBef>
                <a:spcPts val="400"/>
              </a:spcBef>
              <a:buClr>
                <a:srgbClr val="000000"/>
              </a:buClr>
              <a:buFont typeface="Arial"/>
              <a:buChar char="–"/>
            </a:pPr>
            <a:r>
              <a:rPr lang="en-US" sz="2000" b="0" u="none" strike="noStrike">
                <a:solidFill>
                  <a:schemeClr val="dk1"/>
                </a:solidFill>
                <a:effectLst/>
                <a:uFillTx/>
                <a:latin typeface="Calibri"/>
              </a:rPr>
              <a:t>Fourth level</a:t>
            </a:r>
            <a:endParaRPr lang="en-US" sz="2000" b="0" u="none" strike="noStrike">
              <a:solidFill>
                <a:schemeClr val="dk1"/>
              </a:solidFill>
              <a:effectLst/>
              <a:uFillTx/>
              <a:latin typeface="Calibri"/>
            </a:endParaRPr>
          </a:p>
          <a:p>
            <a:pPr marL="2057400" lvl="4" indent="-228600" algn="l" defTabSz="457200">
              <a:lnSpc>
                <a:spcPct val="100000"/>
              </a:lnSpc>
              <a:spcBef>
                <a:spcPts val="400"/>
              </a:spcBef>
              <a:buClr>
                <a:srgbClr val="000000"/>
              </a:buClr>
              <a:buFont typeface="Arial"/>
              <a:buChar char="»"/>
            </a:pPr>
            <a:r>
              <a:rPr lang="en-US" sz="2000" b="0" u="none" strike="noStrike">
                <a:solidFill>
                  <a:schemeClr val="dk1"/>
                </a:solidFill>
                <a:effectLst/>
                <a:uFillTx/>
                <a:latin typeface="Calibri"/>
              </a:rPr>
              <a:t>Fifth level</a:t>
            </a:r>
            <a:endParaRPr lang="en-US" sz="2000" b="0" u="none" strike="noStrike">
              <a:solidFill>
                <a:schemeClr val="dk1"/>
              </a:solidFill>
              <a:effectLst/>
              <a:uFillTx/>
              <a:latin typeface="Calibri"/>
            </a:endParaRPr>
          </a:p>
        </p:txBody>
      </p:sp>
      <p:sp>
        <p:nvSpPr>
          <p:cNvPr id="13" name="PlaceHolder 3"/>
          <p:cNvSpPr>
            <a:spLocks noGrp="1"/>
          </p:cNvSpPr>
          <p:nvPr>
            <p:ph type="dt" idx="7"/>
          </p:nvPr>
        </p:nvSpPr>
        <p:spPr>
          <a:xfrm>
            <a:off x="457200" y="6356520"/>
            <a:ext cx="2133360" cy="364680"/>
          </a:xfrm>
          <a:prstGeom prst="rect">
            <a:avLst/>
          </a:prstGeom>
          <a:noFill/>
          <a:ln w="0">
            <a:noFill/>
          </a:ln>
        </p:spPr>
        <p:txBody>
          <a:bodyPr lIns="91440" tIns="45720" rIns="91440" bIns="45720" anchor="ctr">
            <a:noAutofit/>
          </a:bodyPr>
          <a:lstStyle>
            <a:lvl1pPr indent="0" algn="l" defTabSz="457200">
              <a:lnSpc>
                <a:spcPct val="100000"/>
              </a:lnSpc>
              <a:buNone/>
              <a:defRPr lang="en-US" sz="1200" b="0" u="none" strike="noStrike">
                <a:solidFill>
                  <a:schemeClr val="dk1">
                    <a:tint val="75000"/>
                  </a:schemeClr>
                </a:solidFill>
                <a:effectLst/>
                <a:uFillTx/>
                <a:latin typeface="Calibri"/>
              </a:defRPr>
            </a:lvl1pPr>
          </a:lstStyle>
          <a:p>
            <a:pPr indent="0" algn="l" defTabSz="457200">
              <a:lnSpc>
                <a:spcPct val="100000"/>
              </a:lnSpc>
              <a:buNone/>
            </a:pPr>
            <a:r>
              <a:rPr lang="en-US" sz="1200" b="0" u="none" strike="noStrike">
                <a:solidFill>
                  <a:schemeClr val="dk1">
                    <a:tint val="75000"/>
                  </a:schemeClr>
                </a:solidFill>
                <a:effectLst/>
                <a:uFillTx/>
                <a:latin typeface="Calibri"/>
              </a:rPr>
              <a:t>&lt;date/time&gt;</a:t>
            </a:r>
            <a:endParaRPr lang="en-US" sz="1200" b="0" u="none" strike="noStrike">
              <a:solidFill>
                <a:srgbClr val="000000"/>
              </a:solidFill>
              <a:effectLst/>
              <a:uFillTx/>
              <a:latin typeface="Times New Roman"/>
            </a:endParaRPr>
          </a:p>
        </p:txBody>
      </p:sp>
      <p:sp>
        <p:nvSpPr>
          <p:cNvPr id="14" name="PlaceHolder 4"/>
          <p:cNvSpPr>
            <a:spLocks noGrp="1"/>
          </p:cNvSpPr>
          <p:nvPr>
            <p:ph type="ftr" idx="8"/>
          </p:nvPr>
        </p:nvSpPr>
        <p:spPr>
          <a:xfrm>
            <a:off x="3124080" y="6356520"/>
            <a:ext cx="2895120" cy="364680"/>
          </a:xfrm>
          <a:prstGeom prst="rect">
            <a:avLst/>
          </a:prstGeom>
          <a:noFill/>
          <a:ln w="0">
            <a:noFill/>
          </a:ln>
        </p:spPr>
        <p:txBody>
          <a:bodyPr lIns="91440" tIns="45720" rIns="91440" bIns="45720" anchor="ctr">
            <a:noAutofit/>
          </a:bodyPr>
          <a:lstStyle>
            <a:lvl1pPr indent="0" algn="ctr">
              <a:buNone/>
              <a:defRPr lang="en-US" sz="1400" b="0" u="none" strike="noStrike">
                <a:solidFill>
                  <a:srgbClr val="000000"/>
                </a:solidFill>
                <a:effectLst/>
                <a:uFillTx/>
                <a:latin typeface="Times New Roman"/>
              </a:defRPr>
            </a:lvl1pPr>
          </a:lstStyle>
          <a:p>
            <a:pPr indent="0" algn="ctr">
              <a:buNone/>
            </a:pPr>
            <a:r>
              <a:rPr lang="en-US" sz="1400" b="0" u="none" strike="noStrike">
                <a:solidFill>
                  <a:srgbClr val="000000"/>
                </a:solidFill>
                <a:effectLst/>
                <a:uFillTx/>
                <a:latin typeface="Times New Roman"/>
              </a:rPr>
              <a:t>&lt;footer&gt;</a:t>
            </a:r>
            <a:endParaRPr lang="en-US" sz="1400" b="0" u="none" strike="noStrike">
              <a:solidFill>
                <a:srgbClr val="000000"/>
              </a:solidFill>
              <a:effectLst/>
              <a:uFillTx/>
              <a:latin typeface="Times New Roman"/>
            </a:endParaRPr>
          </a:p>
        </p:txBody>
      </p:sp>
      <p:sp>
        <p:nvSpPr>
          <p:cNvPr id="15" name="PlaceHolder 5"/>
          <p:cNvSpPr>
            <a:spLocks noGrp="1"/>
          </p:cNvSpPr>
          <p:nvPr>
            <p:ph type="sldNum" idx="9"/>
          </p:nvPr>
        </p:nvSpPr>
        <p:spPr>
          <a:xfrm>
            <a:off x="6553080" y="6356520"/>
            <a:ext cx="2133360" cy="364680"/>
          </a:xfrm>
          <a:prstGeom prst="rect">
            <a:avLst/>
          </a:prstGeom>
          <a:noFill/>
          <a:ln w="0">
            <a:noFill/>
          </a:ln>
        </p:spPr>
        <p:txBody>
          <a:bodyPr lIns="91440" tIns="45720" rIns="91440" bIns="45720" anchor="ctr">
            <a:noAutofit/>
          </a:bodyPr>
          <a:lstStyle>
            <a:lvl1pPr indent="0" algn="r" defTabSz="457200">
              <a:lnSpc>
                <a:spcPct val="100000"/>
              </a:lnSpc>
              <a:buNone/>
              <a:defRPr lang="en-US" sz="1200" b="0" u="none" strike="noStrike">
                <a:solidFill>
                  <a:schemeClr val="dk1">
                    <a:tint val="75000"/>
                  </a:schemeClr>
                </a:solidFill>
                <a:effectLst/>
                <a:uFillTx/>
                <a:latin typeface="Calibri"/>
              </a:defRPr>
            </a:lvl1pPr>
          </a:lstStyle>
          <a:p>
            <a:pPr indent="0" algn="r" defTabSz="457200">
              <a:lnSpc>
                <a:spcPct val="100000"/>
              </a:lnSpc>
              <a:buNone/>
            </a:pPr>
            <a:fld id="{72E18C94-A0BE-40D4-B622-ADAF366BF448}" type="slidenum">
              <a:rPr lang="en-US" sz="1200" b="0" u="none" strike="noStrike">
                <a:solidFill>
                  <a:schemeClr val="dk1">
                    <a:tint val="75000"/>
                  </a:schemeClr>
                </a:solidFill>
                <a:effectLst/>
                <a:uFillTx/>
                <a:latin typeface="Calibri"/>
              </a:rPr>
              <a:t>&lt;number&gt;</a:t>
            </a:fld>
            <a:endParaRPr lang="en-US" sz="1200" b="0" u="none" strike="noStrike">
              <a:solidFill>
                <a:srgbClr val="000000"/>
              </a:solidFill>
              <a:effectLst/>
              <a:uFillTx/>
              <a:latin typeface="Times New Roman"/>
            </a:endParaRPr>
          </a:p>
        </p:txBody>
      </p:sp>
    </p:spTree>
  </p:cSld>
</p:sldLayout>
</file>

<file path=ppt/slideLayouts/slideLayout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and Content">
    <p:bg>
      <p:bgPr>
        <a:solidFill>
          <a:srgbClr val="FFFFFF"/>
        </a:solidFill>
      </p:bgPr>
    </p:bg>
    <p:spTree>
      <p:nvGrpSpPr>
        <p:cNvPr id="1" name=""/>
        <p:cNvGrpSpPr/>
        <p:nvPr/>
      </p:nvGrpSpPr>
      <p:grpSpPr>
        <a:xfrm>
          <a:off x="0" y="0"/>
          <a:ext cx="0" cy="0"/>
          <a:chOff x="0" y="0"/>
          <a:chExt cx="0" cy="0"/>
        </a:xfrm>
      </p:grpSpPr>
      <p:sp>
        <p:nvSpPr>
          <p:cNvPr id="16" name="PlaceHolder 1"/>
          <p:cNvSpPr>
            <a:spLocks noGrp="1"/>
          </p:cNvSpPr>
          <p:nvPr>
            <p:ph type="title"/>
          </p:nvPr>
        </p:nvSpPr>
        <p:spPr>
          <a:xfrm>
            <a:off x="457200" y="274680"/>
            <a:ext cx="8229240" cy="1142640"/>
          </a:xfrm>
          <a:prstGeom prst="rect">
            <a:avLst/>
          </a:prstGeom>
          <a:noFill/>
          <a:ln w="0">
            <a:noFill/>
          </a:ln>
        </p:spPr>
        <p:txBody>
          <a:bodyPr lIns="91440" tIns="45720" rIns="91440" bIns="45720" anchor="ctr">
            <a:noAutofit/>
          </a:bodyPr>
          <a:lstStyle>
            <a:lvl1pPr indent="0" algn="ctr" defTabSz="457200">
              <a:lnSpc>
                <a:spcPct val="100000"/>
              </a:lnSpc>
              <a:buNone/>
              <a:defRPr lang="en-US" sz="4400" b="0" u="none" strike="noStrike">
                <a:solidFill>
                  <a:schemeClr val="dk1"/>
                </a:solidFill>
                <a:effectLst/>
                <a:uFillTx/>
                <a:latin typeface="Calibri"/>
              </a:defRPr>
            </a:lvl1pPr>
          </a:lstStyle>
          <a:p>
            <a:pPr indent="0" algn="ctr" defTabSz="457200">
              <a:lnSpc>
                <a:spcPct val="100000"/>
              </a:lnSpc>
              <a:buNone/>
            </a:pPr>
            <a:r>
              <a:rPr lang="en-US" sz="4400" b="0" u="none" strike="noStrike">
                <a:solidFill>
                  <a:schemeClr val="dk1"/>
                </a:solidFill>
                <a:effectLst/>
                <a:uFillTx/>
                <a:latin typeface="Calibri"/>
              </a:rPr>
              <a:t>C</a:t>
            </a:r>
            <a:r>
              <a:rPr lang="en-US" sz="4400" b="0" u="none" strike="noStrike">
                <a:solidFill>
                  <a:schemeClr val="dk1"/>
                </a:solidFill>
                <a:effectLst/>
                <a:uFillTx/>
                <a:latin typeface="Calibri"/>
              </a:rPr>
              <a:t>l</a:t>
            </a:r>
            <a:r>
              <a:rPr lang="en-US" sz="4400" b="0" u="none" strike="noStrike">
                <a:solidFill>
                  <a:schemeClr val="dk1"/>
                </a:solidFill>
                <a:effectLst/>
                <a:uFillTx/>
                <a:latin typeface="Calibri"/>
              </a:rPr>
              <a:t>i</a:t>
            </a:r>
            <a:r>
              <a:rPr lang="en-US" sz="4400" b="0" u="none" strike="noStrike">
                <a:solidFill>
                  <a:schemeClr val="dk1"/>
                </a:solidFill>
                <a:effectLst/>
                <a:uFillTx/>
                <a:latin typeface="Calibri"/>
              </a:rPr>
              <a:t>c</a:t>
            </a:r>
            <a:r>
              <a:rPr lang="en-US" sz="4400" b="0" u="none" strike="noStrike">
                <a:solidFill>
                  <a:schemeClr val="dk1"/>
                </a:solidFill>
                <a:effectLst/>
                <a:uFillTx/>
                <a:latin typeface="Calibri"/>
              </a:rPr>
              <a:t>k</a:t>
            </a:r>
            <a:r>
              <a:rPr lang="en-US" sz="4400" b="0" u="none" strike="noStrike">
                <a:solidFill>
                  <a:schemeClr val="dk1"/>
                </a:solidFill>
                <a:effectLst/>
                <a:uFillTx/>
                <a:latin typeface="Calibri"/>
              </a:rPr>
              <a:t> </a:t>
            </a:r>
            <a:r>
              <a:rPr lang="en-US" sz="4400" b="0" u="none" strike="noStrike">
                <a:solidFill>
                  <a:schemeClr val="dk1"/>
                </a:solidFill>
                <a:effectLst/>
                <a:uFillTx/>
                <a:latin typeface="Calibri"/>
              </a:rPr>
              <a:t>t</a:t>
            </a:r>
            <a:r>
              <a:rPr lang="en-US" sz="4400" b="0" u="none" strike="noStrike">
                <a:solidFill>
                  <a:schemeClr val="dk1"/>
                </a:solidFill>
                <a:effectLst/>
                <a:uFillTx/>
                <a:latin typeface="Calibri"/>
              </a:rPr>
              <a:t>o</a:t>
            </a:r>
            <a:r>
              <a:rPr lang="en-US" sz="4400" b="0" u="none" strike="noStrike">
                <a:solidFill>
                  <a:schemeClr val="dk1"/>
                </a:solidFill>
                <a:effectLst/>
                <a:uFillTx/>
                <a:latin typeface="Calibri"/>
              </a:rPr>
              <a:t> </a:t>
            </a:r>
            <a:r>
              <a:rPr lang="en-US" sz="4400" b="0" u="none" strike="noStrike">
                <a:solidFill>
                  <a:schemeClr val="dk1"/>
                </a:solidFill>
                <a:effectLst/>
                <a:uFillTx/>
                <a:latin typeface="Calibri"/>
              </a:rPr>
              <a:t>e</a:t>
            </a:r>
            <a:r>
              <a:rPr lang="en-US" sz="4400" b="0" u="none" strike="noStrike">
                <a:solidFill>
                  <a:schemeClr val="dk1"/>
                </a:solidFill>
                <a:effectLst/>
                <a:uFillTx/>
                <a:latin typeface="Calibri"/>
              </a:rPr>
              <a:t>d</a:t>
            </a:r>
            <a:r>
              <a:rPr lang="en-US" sz="4400" b="0" u="none" strike="noStrike">
                <a:solidFill>
                  <a:schemeClr val="dk1"/>
                </a:solidFill>
                <a:effectLst/>
                <a:uFillTx/>
                <a:latin typeface="Calibri"/>
              </a:rPr>
              <a:t>i</a:t>
            </a:r>
            <a:r>
              <a:rPr lang="en-US" sz="4400" b="0" u="none" strike="noStrike">
                <a:solidFill>
                  <a:schemeClr val="dk1"/>
                </a:solidFill>
                <a:effectLst/>
                <a:uFillTx/>
                <a:latin typeface="Calibri"/>
              </a:rPr>
              <a:t>t </a:t>
            </a:r>
            <a:r>
              <a:rPr lang="en-US" sz="4400" b="0" u="none" strike="noStrike">
                <a:solidFill>
                  <a:schemeClr val="dk1"/>
                </a:solidFill>
                <a:effectLst/>
                <a:uFillTx/>
                <a:latin typeface="Calibri"/>
              </a:rPr>
              <a:t>M</a:t>
            </a:r>
            <a:r>
              <a:rPr lang="en-US" sz="4400" b="0" u="none" strike="noStrike">
                <a:solidFill>
                  <a:schemeClr val="dk1"/>
                </a:solidFill>
                <a:effectLst/>
                <a:uFillTx/>
                <a:latin typeface="Calibri"/>
              </a:rPr>
              <a:t>a</a:t>
            </a:r>
            <a:r>
              <a:rPr lang="en-US" sz="4400" b="0" u="none" strike="noStrike">
                <a:solidFill>
                  <a:schemeClr val="dk1"/>
                </a:solidFill>
                <a:effectLst/>
                <a:uFillTx/>
                <a:latin typeface="Calibri"/>
              </a:rPr>
              <a:t>s</a:t>
            </a:r>
            <a:r>
              <a:rPr lang="en-US" sz="4400" b="0" u="none" strike="noStrike">
                <a:solidFill>
                  <a:schemeClr val="dk1"/>
                </a:solidFill>
                <a:effectLst/>
                <a:uFillTx/>
                <a:latin typeface="Calibri"/>
              </a:rPr>
              <a:t>t</a:t>
            </a:r>
            <a:r>
              <a:rPr lang="en-US" sz="4400" b="0" u="none" strike="noStrike">
                <a:solidFill>
                  <a:schemeClr val="dk1"/>
                </a:solidFill>
                <a:effectLst/>
                <a:uFillTx/>
                <a:latin typeface="Calibri"/>
              </a:rPr>
              <a:t>e</a:t>
            </a:r>
            <a:r>
              <a:rPr lang="en-US" sz="4400" b="0" u="none" strike="noStrike">
                <a:solidFill>
                  <a:schemeClr val="dk1"/>
                </a:solidFill>
                <a:effectLst/>
                <a:uFillTx/>
                <a:latin typeface="Calibri"/>
              </a:rPr>
              <a:t>r</a:t>
            </a:r>
            <a:r>
              <a:rPr lang="en-US" sz="4400" b="0" u="none" strike="noStrike">
                <a:solidFill>
                  <a:schemeClr val="dk1"/>
                </a:solidFill>
                <a:effectLst/>
                <a:uFillTx/>
                <a:latin typeface="Calibri"/>
              </a:rPr>
              <a:t> </a:t>
            </a:r>
            <a:r>
              <a:rPr lang="en-US" sz="4400" b="0" u="none" strike="noStrike">
                <a:solidFill>
                  <a:schemeClr val="dk1"/>
                </a:solidFill>
                <a:effectLst/>
                <a:uFillTx/>
                <a:latin typeface="Calibri"/>
              </a:rPr>
              <a:t>t</a:t>
            </a:r>
            <a:r>
              <a:rPr lang="en-US" sz="4400" b="0" u="none" strike="noStrike">
                <a:solidFill>
                  <a:schemeClr val="dk1"/>
                </a:solidFill>
                <a:effectLst/>
                <a:uFillTx/>
                <a:latin typeface="Calibri"/>
              </a:rPr>
              <a:t>i</a:t>
            </a:r>
            <a:r>
              <a:rPr lang="en-US" sz="4400" b="0" u="none" strike="noStrike">
                <a:solidFill>
                  <a:schemeClr val="dk1"/>
                </a:solidFill>
                <a:effectLst/>
                <a:uFillTx/>
                <a:latin typeface="Calibri"/>
              </a:rPr>
              <a:t>t</a:t>
            </a:r>
            <a:r>
              <a:rPr lang="en-US" sz="4400" b="0" u="none" strike="noStrike">
                <a:solidFill>
                  <a:schemeClr val="dk1"/>
                </a:solidFill>
                <a:effectLst/>
                <a:uFillTx/>
                <a:latin typeface="Calibri"/>
              </a:rPr>
              <a:t>l</a:t>
            </a:r>
            <a:r>
              <a:rPr lang="en-US" sz="4400" b="0" u="none" strike="noStrike">
                <a:solidFill>
                  <a:schemeClr val="dk1"/>
                </a:solidFill>
                <a:effectLst/>
                <a:uFillTx/>
                <a:latin typeface="Calibri"/>
              </a:rPr>
              <a:t>e</a:t>
            </a:r>
            <a:r>
              <a:rPr lang="en-US" sz="4400" b="0" u="none" strike="noStrike">
                <a:solidFill>
                  <a:schemeClr val="dk1"/>
                </a:solidFill>
                <a:effectLst/>
                <a:uFillTx/>
                <a:latin typeface="Calibri"/>
              </a:rPr>
              <a:t> </a:t>
            </a:r>
            <a:r>
              <a:rPr lang="en-US" sz="4400" b="0" u="none" strike="noStrike">
                <a:solidFill>
                  <a:schemeClr val="dk1"/>
                </a:solidFill>
                <a:effectLst/>
                <a:uFillTx/>
                <a:latin typeface="Calibri"/>
              </a:rPr>
              <a:t>s</a:t>
            </a:r>
            <a:r>
              <a:rPr lang="en-US" sz="4400" b="0" u="none" strike="noStrike">
                <a:solidFill>
                  <a:schemeClr val="dk1"/>
                </a:solidFill>
                <a:effectLst/>
                <a:uFillTx/>
                <a:latin typeface="Calibri"/>
              </a:rPr>
              <a:t>t</a:t>
            </a:r>
            <a:r>
              <a:rPr lang="en-US" sz="4400" b="0" u="none" strike="noStrike">
                <a:solidFill>
                  <a:schemeClr val="dk1"/>
                </a:solidFill>
                <a:effectLst/>
                <a:uFillTx/>
                <a:latin typeface="Calibri"/>
              </a:rPr>
              <a:t>y</a:t>
            </a:r>
            <a:r>
              <a:rPr lang="en-US" sz="4400" b="0" u="none" strike="noStrike">
                <a:solidFill>
                  <a:schemeClr val="dk1"/>
                </a:solidFill>
                <a:effectLst/>
                <a:uFillTx/>
                <a:latin typeface="Calibri"/>
              </a:rPr>
              <a:t>l</a:t>
            </a:r>
            <a:r>
              <a:rPr lang="en-US" sz="4400" b="0" u="none" strike="noStrike">
                <a:solidFill>
                  <a:schemeClr val="dk1"/>
                </a:solidFill>
                <a:effectLst/>
                <a:uFillTx/>
                <a:latin typeface="Calibri"/>
              </a:rPr>
              <a:t>e</a:t>
            </a:r>
            <a:endParaRPr lang="en-US" sz="4400" b="0" u="none" strike="noStrike">
              <a:solidFill>
                <a:schemeClr val="dk1"/>
              </a:solidFill>
              <a:effectLst/>
              <a:uFillTx/>
              <a:latin typeface="Calibri"/>
            </a:endParaRPr>
          </a:p>
        </p:txBody>
      </p:sp>
      <p:sp>
        <p:nvSpPr>
          <p:cNvPr id="17" name="PlaceHolder 2"/>
          <p:cNvSpPr>
            <a:spLocks noGrp="1"/>
          </p:cNvSpPr>
          <p:nvPr>
            <p:ph type="body"/>
          </p:nvPr>
        </p:nvSpPr>
        <p:spPr>
          <a:xfrm>
            <a:off x="457200" y="1600200"/>
            <a:ext cx="8229240" cy="4525560"/>
          </a:xfrm>
          <a:prstGeom prst="rect">
            <a:avLst/>
          </a:prstGeom>
          <a:noFill/>
          <a:ln w="0">
            <a:noFill/>
          </a:ln>
        </p:spPr>
        <p:txBody>
          <a:bodyPr lIns="91440" tIns="45720" rIns="91440" bIns="45720" anchor="t">
            <a:noAutofit/>
          </a:bodyPr>
          <a:lstStyle>
            <a:lvl1pPr algn="l" defTabSz="457200">
              <a:lnSpc>
                <a:spcPct val="100000"/>
              </a:lnSpc>
              <a:spcBef>
                <a:spcPts val="641"/>
              </a:spcBef>
              <a:buClr>
                <a:srgbClr val="000000"/>
              </a:buClr>
              <a:buFont typeface="Arial"/>
              <a:buChar char="•"/>
              <a:defRPr lang="en-US" sz="3200" b="0" u="none" strike="noStrike">
                <a:solidFill>
                  <a:schemeClr val="dk1"/>
                </a:solidFill>
                <a:effectLst/>
                <a:uFillTx/>
                <a:latin typeface="Calibri"/>
              </a:defRPr>
            </a:lvl1pPr>
            <a:lvl2pPr lvl="1" algn="l" defTabSz="457200">
              <a:lnSpc>
                <a:spcPct val="100000"/>
              </a:lnSpc>
              <a:spcBef>
                <a:spcPts val="561"/>
              </a:spcBef>
              <a:buClr>
                <a:srgbClr val="000000"/>
              </a:buClr>
              <a:buFont typeface="Arial"/>
              <a:buChar char="–"/>
              <a:defRPr lang="en-US" sz="2800" b="0" u="none" strike="noStrike">
                <a:solidFill>
                  <a:schemeClr val="dk1"/>
                </a:solidFill>
                <a:effectLst/>
                <a:uFillTx/>
                <a:latin typeface="Calibri"/>
              </a:defRPr>
            </a:lvl2pPr>
            <a:lvl3pPr lvl="2" algn="l" defTabSz="457200">
              <a:lnSpc>
                <a:spcPct val="100000"/>
              </a:lnSpc>
              <a:spcBef>
                <a:spcPts val="479"/>
              </a:spcBef>
              <a:buClr>
                <a:srgbClr val="000000"/>
              </a:buClr>
              <a:buFont typeface="Arial"/>
              <a:buChar char="•"/>
              <a:defRPr lang="en-US" sz="2400" b="0" u="none" strike="noStrike">
                <a:solidFill>
                  <a:schemeClr val="dk1"/>
                </a:solidFill>
                <a:effectLst/>
                <a:uFillTx/>
                <a:latin typeface="Calibri"/>
              </a:defRPr>
            </a:lvl3pPr>
            <a:lvl4pPr lvl="3" algn="l" defTabSz="457200">
              <a:lnSpc>
                <a:spcPct val="100000"/>
              </a:lnSpc>
              <a:spcBef>
                <a:spcPts val="400"/>
              </a:spcBef>
              <a:buClr>
                <a:srgbClr val="000000"/>
              </a:buClr>
              <a:buFont typeface="Arial"/>
              <a:buChar char="–"/>
              <a:defRPr lang="en-US" sz="2000" b="0" u="none" strike="noStrike">
                <a:solidFill>
                  <a:schemeClr val="dk1"/>
                </a:solidFill>
                <a:effectLst/>
                <a:uFillTx/>
                <a:latin typeface="Calibri"/>
              </a:defRPr>
            </a:lvl4pPr>
            <a:lvl5pPr lvl="4" algn="l" defTabSz="457200">
              <a:lnSpc>
                <a:spcPct val="100000"/>
              </a:lnSpc>
              <a:spcBef>
                <a:spcPts val="400"/>
              </a:spcBef>
              <a:buClr>
                <a:srgbClr val="000000"/>
              </a:buClr>
              <a:buFont typeface="Arial"/>
              <a:buChar char="»"/>
              <a:defRPr lang="en-US" sz="2000" b="0" u="none" strike="noStrike">
                <a:solidFill>
                  <a:schemeClr val="dk1"/>
                </a:solidFill>
                <a:effectLst/>
                <a:uFillTx/>
                <a:latin typeface="Calibri"/>
              </a:defRPr>
            </a:lvl5pPr>
          </a:lstStyle>
          <a:p>
            <a:pPr marL="343080" indent="-343080" algn="l" defTabSz="457200">
              <a:lnSpc>
                <a:spcPct val="100000"/>
              </a:lnSpc>
              <a:spcBef>
                <a:spcPts val="641"/>
              </a:spcBef>
              <a:buClr>
                <a:srgbClr val="000000"/>
              </a:buClr>
              <a:buFont typeface="Arial"/>
              <a:buChar char="•"/>
            </a:pPr>
            <a:r>
              <a:rPr lang="en-US" sz="3200" b="0" u="none" strike="noStrike">
                <a:solidFill>
                  <a:schemeClr val="dk1"/>
                </a:solidFill>
                <a:effectLst/>
                <a:uFillTx/>
                <a:latin typeface="Calibri"/>
              </a:rPr>
              <a:t>Click to edit Master text styles</a:t>
            </a:r>
            <a:endParaRPr lang="en-US" sz="3200" b="0" u="none" strike="noStrike">
              <a:solidFill>
                <a:schemeClr val="dk1"/>
              </a:solidFill>
              <a:effectLst/>
              <a:uFillTx/>
              <a:latin typeface="Calibri"/>
            </a:endParaRPr>
          </a:p>
          <a:p>
            <a:pPr marL="743040" lvl="1" indent="-285840" algn="l" defTabSz="457200">
              <a:lnSpc>
                <a:spcPct val="100000"/>
              </a:lnSpc>
              <a:spcBef>
                <a:spcPts val="561"/>
              </a:spcBef>
              <a:buClr>
                <a:srgbClr val="000000"/>
              </a:buClr>
              <a:buFont typeface="Arial"/>
              <a:buChar char="–"/>
            </a:pPr>
            <a:r>
              <a:rPr lang="en-US" sz="2800" b="0" u="none" strike="noStrike">
                <a:solidFill>
                  <a:schemeClr val="dk1"/>
                </a:solidFill>
                <a:effectLst/>
                <a:uFillTx/>
                <a:latin typeface="Calibri"/>
              </a:rPr>
              <a:t>Second level</a:t>
            </a:r>
            <a:endParaRPr lang="en-US" sz="2800" b="0" u="none" strike="noStrike">
              <a:solidFill>
                <a:schemeClr val="dk1"/>
              </a:solidFill>
              <a:effectLst/>
              <a:uFillTx/>
              <a:latin typeface="Calibri"/>
            </a:endParaRPr>
          </a:p>
          <a:p>
            <a:pPr marL="1143000" lvl="2" indent="-228600" algn="l" defTabSz="457200">
              <a:lnSpc>
                <a:spcPct val="100000"/>
              </a:lnSpc>
              <a:spcBef>
                <a:spcPts val="479"/>
              </a:spcBef>
              <a:buClr>
                <a:srgbClr val="000000"/>
              </a:buClr>
              <a:buFont typeface="Arial"/>
              <a:buChar char="•"/>
            </a:pPr>
            <a:r>
              <a:rPr lang="en-US" sz="2400" b="0" u="none" strike="noStrike">
                <a:solidFill>
                  <a:schemeClr val="dk1"/>
                </a:solidFill>
                <a:effectLst/>
                <a:uFillTx/>
                <a:latin typeface="Calibri"/>
              </a:rPr>
              <a:t>Third level</a:t>
            </a:r>
            <a:endParaRPr lang="en-US" sz="2400" b="0" u="none" strike="noStrike">
              <a:solidFill>
                <a:schemeClr val="dk1"/>
              </a:solidFill>
              <a:effectLst/>
              <a:uFillTx/>
              <a:latin typeface="Calibri"/>
            </a:endParaRPr>
          </a:p>
          <a:p>
            <a:pPr marL="1600200" lvl="3" indent="-228600" algn="l" defTabSz="457200">
              <a:lnSpc>
                <a:spcPct val="100000"/>
              </a:lnSpc>
              <a:spcBef>
                <a:spcPts val="400"/>
              </a:spcBef>
              <a:buClr>
                <a:srgbClr val="000000"/>
              </a:buClr>
              <a:buFont typeface="Arial"/>
              <a:buChar char="–"/>
            </a:pPr>
            <a:r>
              <a:rPr lang="en-US" sz="2000" b="0" u="none" strike="noStrike">
                <a:solidFill>
                  <a:schemeClr val="dk1"/>
                </a:solidFill>
                <a:effectLst/>
                <a:uFillTx/>
                <a:latin typeface="Calibri"/>
              </a:rPr>
              <a:t>Fourth level</a:t>
            </a:r>
            <a:endParaRPr lang="en-US" sz="2000" b="0" u="none" strike="noStrike">
              <a:solidFill>
                <a:schemeClr val="dk1"/>
              </a:solidFill>
              <a:effectLst/>
              <a:uFillTx/>
              <a:latin typeface="Calibri"/>
            </a:endParaRPr>
          </a:p>
          <a:p>
            <a:pPr marL="2057400" lvl="4" indent="-228600" algn="l" defTabSz="457200">
              <a:lnSpc>
                <a:spcPct val="100000"/>
              </a:lnSpc>
              <a:spcBef>
                <a:spcPts val="400"/>
              </a:spcBef>
              <a:buClr>
                <a:srgbClr val="000000"/>
              </a:buClr>
              <a:buFont typeface="Arial"/>
              <a:buChar char="»"/>
            </a:pPr>
            <a:r>
              <a:rPr lang="en-US" sz="2000" b="0" u="none" strike="noStrike">
                <a:solidFill>
                  <a:schemeClr val="dk1"/>
                </a:solidFill>
                <a:effectLst/>
                <a:uFillTx/>
                <a:latin typeface="Calibri"/>
              </a:rPr>
              <a:t>Fifth level</a:t>
            </a:r>
            <a:endParaRPr lang="en-US" sz="2000" b="0" u="none" strike="noStrike">
              <a:solidFill>
                <a:schemeClr val="dk1"/>
              </a:solidFill>
              <a:effectLst/>
              <a:uFillTx/>
              <a:latin typeface="Calibri"/>
            </a:endParaRPr>
          </a:p>
        </p:txBody>
      </p:sp>
      <p:sp>
        <p:nvSpPr>
          <p:cNvPr id="18" name="PlaceHolder 3"/>
          <p:cNvSpPr>
            <a:spLocks noGrp="1"/>
          </p:cNvSpPr>
          <p:nvPr>
            <p:ph type="dt" idx="10"/>
          </p:nvPr>
        </p:nvSpPr>
        <p:spPr>
          <a:xfrm>
            <a:off x="457200" y="6356520"/>
            <a:ext cx="2133360" cy="364680"/>
          </a:xfrm>
          <a:prstGeom prst="rect">
            <a:avLst/>
          </a:prstGeom>
          <a:noFill/>
          <a:ln w="0">
            <a:noFill/>
          </a:ln>
        </p:spPr>
        <p:txBody>
          <a:bodyPr lIns="91440" tIns="45720" rIns="91440" bIns="45720" anchor="ctr">
            <a:noAutofit/>
          </a:bodyPr>
          <a:lstStyle>
            <a:lvl1pPr indent="0" algn="l" defTabSz="457200">
              <a:lnSpc>
                <a:spcPct val="100000"/>
              </a:lnSpc>
              <a:buNone/>
              <a:defRPr lang="en-US" sz="1200" b="0" u="none" strike="noStrike">
                <a:solidFill>
                  <a:schemeClr val="dk1">
                    <a:tint val="75000"/>
                  </a:schemeClr>
                </a:solidFill>
                <a:effectLst/>
                <a:uFillTx/>
                <a:latin typeface="Calibri"/>
              </a:defRPr>
            </a:lvl1pPr>
          </a:lstStyle>
          <a:p>
            <a:pPr indent="0" algn="l" defTabSz="457200">
              <a:lnSpc>
                <a:spcPct val="100000"/>
              </a:lnSpc>
              <a:buNone/>
            </a:pPr>
            <a:r>
              <a:rPr lang="en-US" sz="1200" b="0" u="none" strike="noStrike">
                <a:solidFill>
                  <a:schemeClr val="dk1">
                    <a:tint val="75000"/>
                  </a:schemeClr>
                </a:solidFill>
                <a:effectLst/>
                <a:uFillTx/>
                <a:latin typeface="Calibri"/>
              </a:rPr>
              <a:t>&lt;date/time&gt;</a:t>
            </a:r>
            <a:endParaRPr lang="en-US" sz="1200" b="0" u="none" strike="noStrike">
              <a:solidFill>
                <a:srgbClr val="000000"/>
              </a:solidFill>
              <a:effectLst/>
              <a:uFillTx/>
              <a:latin typeface="Times New Roman"/>
            </a:endParaRPr>
          </a:p>
        </p:txBody>
      </p:sp>
      <p:sp>
        <p:nvSpPr>
          <p:cNvPr id="19" name="PlaceHolder 4"/>
          <p:cNvSpPr>
            <a:spLocks noGrp="1"/>
          </p:cNvSpPr>
          <p:nvPr>
            <p:ph type="ftr" idx="11"/>
          </p:nvPr>
        </p:nvSpPr>
        <p:spPr>
          <a:xfrm>
            <a:off x="3124080" y="6356520"/>
            <a:ext cx="2895120" cy="364680"/>
          </a:xfrm>
          <a:prstGeom prst="rect">
            <a:avLst/>
          </a:prstGeom>
          <a:noFill/>
          <a:ln w="0">
            <a:noFill/>
          </a:ln>
        </p:spPr>
        <p:txBody>
          <a:bodyPr lIns="91440" tIns="45720" rIns="91440" bIns="45720" anchor="ctr">
            <a:noAutofit/>
          </a:bodyPr>
          <a:lstStyle>
            <a:lvl1pPr indent="0" algn="ctr">
              <a:buNone/>
              <a:defRPr lang="en-US" sz="1400" b="0" u="none" strike="noStrike">
                <a:solidFill>
                  <a:srgbClr val="000000"/>
                </a:solidFill>
                <a:effectLst/>
                <a:uFillTx/>
                <a:latin typeface="Times New Roman"/>
              </a:defRPr>
            </a:lvl1pPr>
          </a:lstStyle>
          <a:p>
            <a:pPr indent="0" algn="ctr">
              <a:buNone/>
            </a:pPr>
            <a:r>
              <a:rPr lang="en-US" sz="1400" b="0" u="none" strike="noStrike">
                <a:solidFill>
                  <a:srgbClr val="000000"/>
                </a:solidFill>
                <a:effectLst/>
                <a:uFillTx/>
                <a:latin typeface="Times New Roman"/>
              </a:rPr>
              <a:t>&lt;footer&gt;</a:t>
            </a:r>
            <a:endParaRPr lang="en-US" sz="1400" b="0" u="none" strike="noStrike">
              <a:solidFill>
                <a:srgbClr val="000000"/>
              </a:solidFill>
              <a:effectLst/>
              <a:uFillTx/>
              <a:latin typeface="Times New Roman"/>
            </a:endParaRPr>
          </a:p>
        </p:txBody>
      </p:sp>
      <p:sp>
        <p:nvSpPr>
          <p:cNvPr id="20" name="PlaceHolder 5"/>
          <p:cNvSpPr>
            <a:spLocks noGrp="1"/>
          </p:cNvSpPr>
          <p:nvPr>
            <p:ph type="sldNum" idx="12"/>
          </p:nvPr>
        </p:nvSpPr>
        <p:spPr>
          <a:xfrm>
            <a:off x="6553080" y="6356520"/>
            <a:ext cx="2133360" cy="364680"/>
          </a:xfrm>
          <a:prstGeom prst="rect">
            <a:avLst/>
          </a:prstGeom>
          <a:noFill/>
          <a:ln w="0">
            <a:noFill/>
          </a:ln>
        </p:spPr>
        <p:txBody>
          <a:bodyPr lIns="91440" tIns="45720" rIns="91440" bIns="45720" anchor="ctr">
            <a:noAutofit/>
          </a:bodyPr>
          <a:lstStyle>
            <a:lvl1pPr indent="0" algn="r" defTabSz="457200">
              <a:lnSpc>
                <a:spcPct val="100000"/>
              </a:lnSpc>
              <a:buNone/>
              <a:defRPr lang="en-US" sz="1200" b="0" u="none" strike="noStrike">
                <a:solidFill>
                  <a:schemeClr val="dk1">
                    <a:tint val="75000"/>
                  </a:schemeClr>
                </a:solidFill>
                <a:effectLst/>
                <a:uFillTx/>
                <a:latin typeface="Calibri"/>
              </a:defRPr>
            </a:lvl1pPr>
          </a:lstStyle>
          <a:p>
            <a:pPr indent="0" algn="r" defTabSz="457200">
              <a:lnSpc>
                <a:spcPct val="100000"/>
              </a:lnSpc>
              <a:buNone/>
            </a:pPr>
            <a:fld id="{EC5AE47B-9DF4-48A7-AD7F-461C0CAD2EAE}" type="slidenum">
              <a:rPr lang="en-US" sz="1200" b="0" u="none" strike="noStrike">
                <a:solidFill>
                  <a:schemeClr val="dk1">
                    <a:tint val="75000"/>
                  </a:schemeClr>
                </a:solidFill>
                <a:effectLst/>
                <a:uFillTx/>
                <a:latin typeface="Calibri"/>
              </a:rPr>
              <a:t>&lt;number&gt;</a:t>
            </a:fld>
            <a:endParaRPr lang="en-US" sz="1200" b="0" u="none" strike="noStrike">
              <a:solidFill>
                <a:srgbClr val="000000"/>
              </a:solidFill>
              <a:effectLst/>
              <a:uFillTx/>
              <a:latin typeface="Times New Roman"/>
            </a:endParaRPr>
          </a:p>
        </p:txBody>
      </p:sp>
    </p:spTree>
  </p:cSld>
</p:sldLayout>
</file>

<file path=ppt/slideLayouts/slideLayout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Section Header">
    <p:bg>
      <p:bgPr>
        <a:solidFill>
          <a:srgbClr val="FFFFFF"/>
        </a:solidFill>
      </p:bgPr>
    </p:bg>
    <p:spTree>
      <p:nvGrpSpPr>
        <p:cNvPr id="1" name=""/>
        <p:cNvGrpSpPr/>
        <p:nvPr/>
      </p:nvGrpSpPr>
      <p:grpSpPr>
        <a:xfrm>
          <a:off x="0" y="0"/>
          <a:ext cx="0" cy="0"/>
          <a:chOff x="0" y="0"/>
          <a:chExt cx="0" cy="0"/>
        </a:xfrm>
      </p:grpSpPr>
      <p:sp>
        <p:nvSpPr>
          <p:cNvPr id="21" name="PlaceHolder 1"/>
          <p:cNvSpPr>
            <a:spLocks noGrp="1"/>
          </p:cNvSpPr>
          <p:nvPr>
            <p:ph type="title"/>
          </p:nvPr>
        </p:nvSpPr>
        <p:spPr>
          <a:xfrm>
            <a:off x="722160" y="4406760"/>
            <a:ext cx="7772040" cy="1361880"/>
          </a:xfrm>
          <a:prstGeom prst="rect">
            <a:avLst/>
          </a:prstGeom>
          <a:noFill/>
          <a:ln w="0">
            <a:noFill/>
          </a:ln>
        </p:spPr>
        <p:txBody>
          <a:bodyPr lIns="91440" tIns="45720" rIns="91440" bIns="45720" anchor="t">
            <a:noAutofit/>
          </a:bodyPr>
          <a:lstStyle>
            <a:lvl1pPr indent="0" algn="l" defTabSz="457200">
              <a:lnSpc>
                <a:spcPct val="100000"/>
              </a:lnSpc>
              <a:buNone/>
              <a:defRPr lang="en-US" sz="4000" b="1" u="none" strike="noStrike" cap="all">
                <a:solidFill>
                  <a:schemeClr val="dk1"/>
                </a:solidFill>
                <a:effectLst/>
                <a:uFillTx/>
                <a:latin typeface="Calibri"/>
              </a:defRPr>
            </a:lvl1pPr>
          </a:lstStyle>
          <a:p>
            <a:pPr indent="0" algn="l" defTabSz="457200">
              <a:lnSpc>
                <a:spcPct val="100000"/>
              </a:lnSpc>
              <a:buNone/>
            </a:pPr>
            <a:r>
              <a:rPr lang="en-US" sz="4000" b="1" u="none" strike="noStrike" cap="all">
                <a:solidFill>
                  <a:schemeClr val="dk1"/>
                </a:solidFill>
                <a:effectLst/>
                <a:uFillTx/>
                <a:latin typeface="Calibri"/>
              </a:rPr>
              <a:t>C</a:t>
            </a:r>
            <a:r>
              <a:rPr lang="en-US" sz="4000" b="1" u="none" strike="noStrike" cap="all">
                <a:solidFill>
                  <a:schemeClr val="dk1"/>
                </a:solidFill>
                <a:effectLst/>
                <a:uFillTx/>
                <a:latin typeface="Calibri"/>
              </a:rPr>
              <a:t>l</a:t>
            </a:r>
            <a:r>
              <a:rPr lang="en-US" sz="4000" b="1" u="none" strike="noStrike" cap="all">
                <a:solidFill>
                  <a:schemeClr val="dk1"/>
                </a:solidFill>
                <a:effectLst/>
                <a:uFillTx/>
                <a:latin typeface="Calibri"/>
              </a:rPr>
              <a:t>i</a:t>
            </a:r>
            <a:r>
              <a:rPr lang="en-US" sz="4000" b="1" u="none" strike="noStrike" cap="all">
                <a:solidFill>
                  <a:schemeClr val="dk1"/>
                </a:solidFill>
                <a:effectLst/>
                <a:uFillTx/>
                <a:latin typeface="Calibri"/>
              </a:rPr>
              <a:t>c</a:t>
            </a:r>
            <a:r>
              <a:rPr lang="en-US" sz="4000" b="1" u="none" strike="noStrike" cap="all">
                <a:solidFill>
                  <a:schemeClr val="dk1"/>
                </a:solidFill>
                <a:effectLst/>
                <a:uFillTx/>
                <a:latin typeface="Calibri"/>
              </a:rPr>
              <a:t>k</a:t>
            </a:r>
            <a:r>
              <a:rPr lang="en-US" sz="4000" b="1" u="none" strike="noStrike" cap="all">
                <a:solidFill>
                  <a:schemeClr val="dk1"/>
                </a:solidFill>
                <a:effectLst/>
                <a:uFillTx/>
                <a:latin typeface="Calibri"/>
              </a:rPr>
              <a:t> </a:t>
            </a:r>
            <a:r>
              <a:rPr lang="en-US" sz="4000" b="1" u="none" strike="noStrike" cap="all">
                <a:solidFill>
                  <a:schemeClr val="dk1"/>
                </a:solidFill>
                <a:effectLst/>
                <a:uFillTx/>
                <a:latin typeface="Calibri"/>
              </a:rPr>
              <a:t>t</a:t>
            </a:r>
            <a:r>
              <a:rPr lang="en-US" sz="4000" b="1" u="none" strike="noStrike" cap="all">
                <a:solidFill>
                  <a:schemeClr val="dk1"/>
                </a:solidFill>
                <a:effectLst/>
                <a:uFillTx/>
                <a:latin typeface="Calibri"/>
              </a:rPr>
              <a:t>o</a:t>
            </a:r>
            <a:r>
              <a:rPr lang="en-US" sz="4000" b="1" u="none" strike="noStrike" cap="all">
                <a:solidFill>
                  <a:schemeClr val="dk1"/>
                </a:solidFill>
                <a:effectLst/>
                <a:uFillTx/>
                <a:latin typeface="Calibri"/>
              </a:rPr>
              <a:t> </a:t>
            </a:r>
            <a:r>
              <a:rPr lang="en-US" sz="4000" b="1" u="none" strike="noStrike" cap="all">
                <a:solidFill>
                  <a:schemeClr val="dk1"/>
                </a:solidFill>
                <a:effectLst/>
                <a:uFillTx/>
                <a:latin typeface="Calibri"/>
              </a:rPr>
              <a:t>e</a:t>
            </a:r>
            <a:r>
              <a:rPr lang="en-US" sz="4000" b="1" u="none" strike="noStrike" cap="all">
                <a:solidFill>
                  <a:schemeClr val="dk1"/>
                </a:solidFill>
                <a:effectLst/>
                <a:uFillTx/>
                <a:latin typeface="Calibri"/>
              </a:rPr>
              <a:t>d</a:t>
            </a:r>
            <a:r>
              <a:rPr lang="en-US" sz="4000" b="1" u="none" strike="noStrike" cap="all">
                <a:solidFill>
                  <a:schemeClr val="dk1"/>
                </a:solidFill>
                <a:effectLst/>
                <a:uFillTx/>
                <a:latin typeface="Calibri"/>
              </a:rPr>
              <a:t>i</a:t>
            </a:r>
            <a:r>
              <a:rPr lang="en-US" sz="4000" b="1" u="none" strike="noStrike" cap="all">
                <a:solidFill>
                  <a:schemeClr val="dk1"/>
                </a:solidFill>
                <a:effectLst/>
                <a:uFillTx/>
                <a:latin typeface="Calibri"/>
              </a:rPr>
              <a:t>t</a:t>
            </a:r>
            <a:r>
              <a:rPr lang="en-US" sz="4000" b="1" u="none" strike="noStrike" cap="all">
                <a:solidFill>
                  <a:schemeClr val="dk1"/>
                </a:solidFill>
                <a:effectLst/>
                <a:uFillTx/>
                <a:latin typeface="Calibri"/>
              </a:rPr>
              <a:t> </a:t>
            </a:r>
            <a:r>
              <a:rPr lang="en-US" sz="4000" b="1" u="none" strike="noStrike" cap="all">
                <a:solidFill>
                  <a:schemeClr val="dk1"/>
                </a:solidFill>
                <a:effectLst/>
                <a:uFillTx/>
                <a:latin typeface="Calibri"/>
              </a:rPr>
              <a:t>M</a:t>
            </a:r>
            <a:r>
              <a:rPr lang="en-US" sz="4000" b="1" u="none" strike="noStrike" cap="all">
                <a:solidFill>
                  <a:schemeClr val="dk1"/>
                </a:solidFill>
                <a:effectLst/>
                <a:uFillTx/>
                <a:latin typeface="Calibri"/>
              </a:rPr>
              <a:t>a</a:t>
            </a:r>
            <a:r>
              <a:rPr lang="en-US" sz="4000" b="1" u="none" strike="noStrike" cap="all">
                <a:solidFill>
                  <a:schemeClr val="dk1"/>
                </a:solidFill>
                <a:effectLst/>
                <a:uFillTx/>
                <a:latin typeface="Calibri"/>
              </a:rPr>
              <a:t>s</a:t>
            </a:r>
            <a:r>
              <a:rPr lang="en-US" sz="4000" b="1" u="none" strike="noStrike" cap="all">
                <a:solidFill>
                  <a:schemeClr val="dk1"/>
                </a:solidFill>
                <a:effectLst/>
                <a:uFillTx/>
                <a:latin typeface="Calibri"/>
              </a:rPr>
              <a:t>t</a:t>
            </a:r>
            <a:r>
              <a:rPr lang="en-US" sz="4000" b="1" u="none" strike="noStrike" cap="all">
                <a:solidFill>
                  <a:schemeClr val="dk1"/>
                </a:solidFill>
                <a:effectLst/>
                <a:uFillTx/>
                <a:latin typeface="Calibri"/>
              </a:rPr>
              <a:t>e</a:t>
            </a:r>
            <a:r>
              <a:rPr lang="en-US" sz="4000" b="1" u="none" strike="noStrike" cap="all">
                <a:solidFill>
                  <a:schemeClr val="dk1"/>
                </a:solidFill>
                <a:effectLst/>
                <a:uFillTx/>
                <a:latin typeface="Calibri"/>
              </a:rPr>
              <a:t>r</a:t>
            </a:r>
            <a:r>
              <a:rPr lang="en-US" sz="4000" b="1" u="none" strike="noStrike" cap="all">
                <a:solidFill>
                  <a:schemeClr val="dk1"/>
                </a:solidFill>
                <a:effectLst/>
                <a:uFillTx/>
                <a:latin typeface="Calibri"/>
              </a:rPr>
              <a:t> </a:t>
            </a:r>
            <a:r>
              <a:rPr lang="en-US" sz="4000" b="1" u="none" strike="noStrike" cap="all">
                <a:solidFill>
                  <a:schemeClr val="dk1"/>
                </a:solidFill>
                <a:effectLst/>
                <a:uFillTx/>
                <a:latin typeface="Calibri"/>
              </a:rPr>
              <a:t>t</a:t>
            </a:r>
            <a:r>
              <a:rPr lang="en-US" sz="4000" b="1" u="none" strike="noStrike" cap="all">
                <a:solidFill>
                  <a:schemeClr val="dk1"/>
                </a:solidFill>
                <a:effectLst/>
                <a:uFillTx/>
                <a:latin typeface="Calibri"/>
              </a:rPr>
              <a:t>i</a:t>
            </a:r>
            <a:r>
              <a:rPr lang="en-US" sz="4000" b="1" u="none" strike="noStrike" cap="all">
                <a:solidFill>
                  <a:schemeClr val="dk1"/>
                </a:solidFill>
                <a:effectLst/>
                <a:uFillTx/>
                <a:latin typeface="Calibri"/>
              </a:rPr>
              <a:t>t</a:t>
            </a:r>
            <a:r>
              <a:rPr lang="en-US" sz="4000" b="1" u="none" strike="noStrike" cap="all">
                <a:solidFill>
                  <a:schemeClr val="dk1"/>
                </a:solidFill>
                <a:effectLst/>
                <a:uFillTx/>
                <a:latin typeface="Calibri"/>
              </a:rPr>
              <a:t>l</a:t>
            </a:r>
            <a:r>
              <a:rPr lang="en-US" sz="4000" b="1" u="none" strike="noStrike" cap="all">
                <a:solidFill>
                  <a:schemeClr val="dk1"/>
                </a:solidFill>
                <a:effectLst/>
                <a:uFillTx/>
                <a:latin typeface="Calibri"/>
              </a:rPr>
              <a:t>e</a:t>
            </a:r>
            <a:r>
              <a:rPr lang="en-US" sz="4000" b="1" u="none" strike="noStrike" cap="all">
                <a:solidFill>
                  <a:schemeClr val="dk1"/>
                </a:solidFill>
                <a:effectLst/>
                <a:uFillTx/>
                <a:latin typeface="Calibri"/>
              </a:rPr>
              <a:t> </a:t>
            </a:r>
            <a:r>
              <a:rPr lang="en-US" sz="4000" b="1" u="none" strike="noStrike" cap="all">
                <a:solidFill>
                  <a:schemeClr val="dk1"/>
                </a:solidFill>
                <a:effectLst/>
                <a:uFillTx/>
                <a:latin typeface="Calibri"/>
              </a:rPr>
              <a:t>s</a:t>
            </a:r>
            <a:r>
              <a:rPr lang="en-US" sz="4000" b="1" u="none" strike="noStrike" cap="all">
                <a:solidFill>
                  <a:schemeClr val="dk1"/>
                </a:solidFill>
                <a:effectLst/>
                <a:uFillTx/>
                <a:latin typeface="Calibri"/>
              </a:rPr>
              <a:t>t</a:t>
            </a:r>
            <a:r>
              <a:rPr lang="en-US" sz="4000" b="1" u="none" strike="noStrike" cap="all">
                <a:solidFill>
                  <a:schemeClr val="dk1"/>
                </a:solidFill>
                <a:effectLst/>
                <a:uFillTx/>
                <a:latin typeface="Calibri"/>
              </a:rPr>
              <a:t>y</a:t>
            </a:r>
            <a:r>
              <a:rPr lang="en-US" sz="4000" b="1" u="none" strike="noStrike" cap="all">
                <a:solidFill>
                  <a:schemeClr val="dk1"/>
                </a:solidFill>
                <a:effectLst/>
                <a:uFillTx/>
                <a:latin typeface="Calibri"/>
              </a:rPr>
              <a:t>l</a:t>
            </a:r>
            <a:r>
              <a:rPr lang="en-US" sz="4000" b="1" u="none" strike="noStrike" cap="all">
                <a:solidFill>
                  <a:schemeClr val="dk1"/>
                </a:solidFill>
                <a:effectLst/>
                <a:uFillTx/>
                <a:latin typeface="Calibri"/>
              </a:rPr>
              <a:t>e</a:t>
            </a:r>
            <a:endParaRPr lang="en-US" sz="4000" b="1" u="none" strike="noStrike" cap="all">
              <a:solidFill>
                <a:schemeClr val="dk1"/>
              </a:solidFill>
              <a:effectLst/>
              <a:uFillTx/>
              <a:latin typeface="Calibri"/>
            </a:endParaRPr>
          </a:p>
        </p:txBody>
      </p:sp>
      <p:sp>
        <p:nvSpPr>
          <p:cNvPr id="22" name="PlaceHolder 2"/>
          <p:cNvSpPr>
            <a:spLocks noGrp="1"/>
          </p:cNvSpPr>
          <p:nvPr>
            <p:ph type="body"/>
          </p:nvPr>
        </p:nvSpPr>
        <p:spPr>
          <a:xfrm>
            <a:off x="722160" y="2906640"/>
            <a:ext cx="7772040" cy="1499760"/>
          </a:xfrm>
          <a:prstGeom prst="rect">
            <a:avLst/>
          </a:prstGeom>
          <a:noFill/>
          <a:ln w="0">
            <a:noFill/>
          </a:ln>
        </p:spPr>
        <p:txBody>
          <a:bodyPr lIns="91440" tIns="45720" rIns="91440" bIns="45720" anchor="b">
            <a:noAutofit/>
          </a:bodyPr>
          <a:lstStyle>
            <a:lvl1pPr indent="0" algn="l" defTabSz="457200">
              <a:lnSpc>
                <a:spcPct val="100000"/>
              </a:lnSpc>
              <a:spcBef>
                <a:spcPts val="400"/>
              </a:spcBef>
              <a:buNone/>
              <a:tabLst>
                <a:tab pos="0" algn="l"/>
              </a:tabLst>
              <a:defRPr lang="en-US" sz="2000" b="0" u="none" strike="noStrike">
                <a:solidFill>
                  <a:schemeClr val="dk1">
                    <a:tint val="75000"/>
                  </a:schemeClr>
                </a:solidFill>
                <a:effectLst/>
                <a:uFillTx/>
                <a:latin typeface="Calibri"/>
              </a:defRPr>
            </a:lvl1pPr>
          </a:lstStyle>
          <a:p>
            <a:pPr indent="0" algn="l" defTabSz="457200">
              <a:lnSpc>
                <a:spcPct val="100000"/>
              </a:lnSpc>
              <a:spcBef>
                <a:spcPts val="400"/>
              </a:spcBef>
              <a:buNone/>
              <a:tabLst>
                <a:tab pos="0" algn="l"/>
              </a:tabLst>
            </a:pPr>
            <a:r>
              <a:rPr lang="en-US" sz="2000" b="0" u="none" strike="noStrike">
                <a:solidFill>
                  <a:schemeClr val="dk1">
                    <a:tint val="75000"/>
                  </a:schemeClr>
                </a:solidFill>
                <a:effectLst/>
                <a:uFillTx/>
                <a:latin typeface="Calibri"/>
              </a:rPr>
              <a:t>Click to edit Master text styles</a:t>
            </a:r>
            <a:endParaRPr lang="en-US" sz="2000" b="0" u="none" strike="noStrike">
              <a:solidFill>
                <a:schemeClr val="dk1">
                  <a:tint val="75000"/>
                </a:schemeClr>
              </a:solidFill>
              <a:effectLst/>
              <a:uFillTx/>
              <a:latin typeface="Calibri"/>
            </a:endParaRPr>
          </a:p>
        </p:txBody>
      </p:sp>
      <p:sp>
        <p:nvSpPr>
          <p:cNvPr id="23" name="PlaceHolder 3"/>
          <p:cNvSpPr>
            <a:spLocks noGrp="1"/>
          </p:cNvSpPr>
          <p:nvPr>
            <p:ph type="dt" idx="13"/>
          </p:nvPr>
        </p:nvSpPr>
        <p:spPr>
          <a:xfrm>
            <a:off x="457200" y="6356520"/>
            <a:ext cx="2133360" cy="364680"/>
          </a:xfrm>
          <a:prstGeom prst="rect">
            <a:avLst/>
          </a:prstGeom>
          <a:noFill/>
          <a:ln w="0">
            <a:noFill/>
          </a:ln>
        </p:spPr>
        <p:txBody>
          <a:bodyPr lIns="91440" tIns="45720" rIns="91440" bIns="45720" anchor="ctr">
            <a:noAutofit/>
          </a:bodyPr>
          <a:lstStyle>
            <a:lvl1pPr indent="0" algn="l" defTabSz="457200">
              <a:lnSpc>
                <a:spcPct val="100000"/>
              </a:lnSpc>
              <a:buNone/>
              <a:defRPr lang="en-US" sz="1200" b="0" u="none" strike="noStrike">
                <a:solidFill>
                  <a:schemeClr val="dk1">
                    <a:tint val="75000"/>
                  </a:schemeClr>
                </a:solidFill>
                <a:effectLst/>
                <a:uFillTx/>
                <a:latin typeface="Calibri"/>
              </a:defRPr>
            </a:lvl1pPr>
          </a:lstStyle>
          <a:p>
            <a:pPr indent="0" algn="l" defTabSz="457200">
              <a:lnSpc>
                <a:spcPct val="100000"/>
              </a:lnSpc>
              <a:buNone/>
            </a:pPr>
            <a:r>
              <a:rPr lang="en-US" sz="1200" b="0" u="none" strike="noStrike">
                <a:solidFill>
                  <a:schemeClr val="dk1">
                    <a:tint val="75000"/>
                  </a:schemeClr>
                </a:solidFill>
                <a:effectLst/>
                <a:uFillTx/>
                <a:latin typeface="Calibri"/>
              </a:rPr>
              <a:t>&lt;date/time&gt;</a:t>
            </a:r>
            <a:endParaRPr lang="en-US" sz="1200" b="0" u="none" strike="noStrike">
              <a:solidFill>
                <a:srgbClr val="000000"/>
              </a:solidFill>
              <a:effectLst/>
              <a:uFillTx/>
              <a:latin typeface="Times New Roman"/>
            </a:endParaRPr>
          </a:p>
        </p:txBody>
      </p:sp>
      <p:sp>
        <p:nvSpPr>
          <p:cNvPr id="24" name="PlaceHolder 4"/>
          <p:cNvSpPr>
            <a:spLocks noGrp="1"/>
          </p:cNvSpPr>
          <p:nvPr>
            <p:ph type="ftr" idx="14"/>
          </p:nvPr>
        </p:nvSpPr>
        <p:spPr>
          <a:xfrm>
            <a:off x="3124080" y="6356520"/>
            <a:ext cx="2895120" cy="364680"/>
          </a:xfrm>
          <a:prstGeom prst="rect">
            <a:avLst/>
          </a:prstGeom>
          <a:noFill/>
          <a:ln w="0">
            <a:noFill/>
          </a:ln>
        </p:spPr>
        <p:txBody>
          <a:bodyPr lIns="91440" tIns="45720" rIns="91440" bIns="45720" anchor="ctr">
            <a:noAutofit/>
          </a:bodyPr>
          <a:lstStyle>
            <a:lvl1pPr indent="0" algn="ctr">
              <a:buNone/>
              <a:defRPr lang="en-US" sz="1400" b="0" u="none" strike="noStrike">
                <a:solidFill>
                  <a:srgbClr val="000000"/>
                </a:solidFill>
                <a:effectLst/>
                <a:uFillTx/>
                <a:latin typeface="Times New Roman"/>
              </a:defRPr>
            </a:lvl1pPr>
          </a:lstStyle>
          <a:p>
            <a:pPr indent="0" algn="ctr">
              <a:buNone/>
            </a:pPr>
            <a:r>
              <a:rPr lang="en-US" sz="1400" b="0" u="none" strike="noStrike">
                <a:solidFill>
                  <a:srgbClr val="000000"/>
                </a:solidFill>
                <a:effectLst/>
                <a:uFillTx/>
                <a:latin typeface="Times New Roman"/>
              </a:rPr>
              <a:t>&lt;footer&gt;</a:t>
            </a:r>
            <a:endParaRPr lang="en-US" sz="1400" b="0" u="none" strike="noStrike">
              <a:solidFill>
                <a:srgbClr val="000000"/>
              </a:solidFill>
              <a:effectLst/>
              <a:uFillTx/>
              <a:latin typeface="Times New Roman"/>
            </a:endParaRPr>
          </a:p>
        </p:txBody>
      </p:sp>
      <p:sp>
        <p:nvSpPr>
          <p:cNvPr id="25" name="PlaceHolder 5"/>
          <p:cNvSpPr>
            <a:spLocks noGrp="1"/>
          </p:cNvSpPr>
          <p:nvPr>
            <p:ph type="sldNum" idx="15"/>
          </p:nvPr>
        </p:nvSpPr>
        <p:spPr>
          <a:xfrm>
            <a:off x="6553080" y="6356520"/>
            <a:ext cx="2133360" cy="364680"/>
          </a:xfrm>
          <a:prstGeom prst="rect">
            <a:avLst/>
          </a:prstGeom>
          <a:noFill/>
          <a:ln w="0">
            <a:noFill/>
          </a:ln>
        </p:spPr>
        <p:txBody>
          <a:bodyPr lIns="91440" tIns="45720" rIns="91440" bIns="45720" anchor="ctr">
            <a:noAutofit/>
          </a:bodyPr>
          <a:lstStyle>
            <a:lvl1pPr indent="0" algn="r" defTabSz="457200">
              <a:lnSpc>
                <a:spcPct val="100000"/>
              </a:lnSpc>
              <a:buNone/>
              <a:defRPr lang="en-US" sz="1200" b="0" u="none" strike="noStrike">
                <a:solidFill>
                  <a:schemeClr val="dk1">
                    <a:tint val="75000"/>
                  </a:schemeClr>
                </a:solidFill>
                <a:effectLst/>
                <a:uFillTx/>
                <a:latin typeface="Calibri"/>
              </a:defRPr>
            </a:lvl1pPr>
          </a:lstStyle>
          <a:p>
            <a:pPr indent="0" algn="r" defTabSz="457200">
              <a:lnSpc>
                <a:spcPct val="100000"/>
              </a:lnSpc>
              <a:buNone/>
            </a:pPr>
            <a:fld id="{0C952DE4-9043-4215-98B6-CF5A48EB1C4F}" type="slidenum">
              <a:rPr lang="en-US" sz="1200" b="0" u="none" strike="noStrike">
                <a:solidFill>
                  <a:schemeClr val="dk1">
                    <a:tint val="75000"/>
                  </a:schemeClr>
                </a:solidFill>
                <a:effectLst/>
                <a:uFillTx/>
                <a:latin typeface="Calibri"/>
              </a:rPr>
              <a:t>&lt;number&gt;</a:t>
            </a:fld>
            <a:endParaRPr lang="en-US" sz="1200" b="0" u="none" strike="noStrike">
              <a:solidFill>
                <a:srgbClr val="000000"/>
              </a:solidFill>
              <a:effectLst/>
              <a:uFillTx/>
              <a:latin typeface="Times New Roman"/>
            </a:endParaRPr>
          </a:p>
        </p:txBody>
      </p:sp>
    </p:spTree>
  </p:cSld>
</p:sldLayout>
</file>

<file path=ppt/slideLayouts/slideLayout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wo Content">
    <p:bg>
      <p:bgPr>
        <a:solidFill>
          <a:srgbClr val="FFFFFF"/>
        </a:solidFill>
      </p:bgPr>
    </p:bg>
    <p:spTree>
      <p:nvGrpSpPr>
        <p:cNvPr id="1" name=""/>
        <p:cNvGrpSpPr/>
        <p:nvPr/>
      </p:nvGrpSpPr>
      <p:grpSpPr>
        <a:xfrm>
          <a:off x="0" y="0"/>
          <a:ext cx="0" cy="0"/>
          <a:chOff x="0" y="0"/>
          <a:chExt cx="0" cy="0"/>
        </a:xfrm>
      </p:grpSpPr>
      <p:sp>
        <p:nvSpPr>
          <p:cNvPr id="26" name="PlaceHolder 1"/>
          <p:cNvSpPr>
            <a:spLocks noGrp="1"/>
          </p:cNvSpPr>
          <p:nvPr>
            <p:ph type="title"/>
          </p:nvPr>
        </p:nvSpPr>
        <p:spPr>
          <a:xfrm>
            <a:off x="457200" y="274680"/>
            <a:ext cx="8229240" cy="1142640"/>
          </a:xfrm>
          <a:prstGeom prst="rect">
            <a:avLst/>
          </a:prstGeom>
          <a:noFill/>
          <a:ln w="0">
            <a:noFill/>
          </a:ln>
        </p:spPr>
        <p:txBody>
          <a:bodyPr lIns="91440" tIns="45720" rIns="91440" bIns="45720" anchor="ctr">
            <a:noAutofit/>
          </a:bodyPr>
          <a:lstStyle>
            <a:lvl1pPr indent="0" algn="ctr" defTabSz="457200">
              <a:lnSpc>
                <a:spcPct val="100000"/>
              </a:lnSpc>
              <a:buNone/>
              <a:defRPr lang="en-US" sz="4400" b="0" u="none" strike="noStrike">
                <a:solidFill>
                  <a:schemeClr val="dk1"/>
                </a:solidFill>
                <a:effectLst/>
                <a:uFillTx/>
                <a:latin typeface="Calibri"/>
              </a:defRPr>
            </a:lvl1pPr>
          </a:lstStyle>
          <a:p>
            <a:pPr indent="0" algn="ctr" defTabSz="457200">
              <a:lnSpc>
                <a:spcPct val="100000"/>
              </a:lnSpc>
              <a:buNone/>
            </a:pPr>
            <a:r>
              <a:rPr lang="en-US" sz="4400" b="0" u="none" strike="noStrike">
                <a:solidFill>
                  <a:schemeClr val="dk1"/>
                </a:solidFill>
                <a:effectLst/>
                <a:uFillTx/>
                <a:latin typeface="Calibri"/>
              </a:rPr>
              <a:t>Click to edit Master title style</a:t>
            </a:r>
            <a:endParaRPr lang="en-US" sz="4400" b="0" u="none" strike="noStrike">
              <a:solidFill>
                <a:schemeClr val="dk1"/>
              </a:solidFill>
              <a:effectLst/>
              <a:uFillTx/>
              <a:latin typeface="Calibri"/>
            </a:endParaRPr>
          </a:p>
        </p:txBody>
      </p:sp>
      <p:sp>
        <p:nvSpPr>
          <p:cNvPr id="27" name="PlaceHolder 2"/>
          <p:cNvSpPr>
            <a:spLocks noGrp="1"/>
          </p:cNvSpPr>
          <p:nvPr>
            <p:ph type="body"/>
          </p:nvPr>
        </p:nvSpPr>
        <p:spPr>
          <a:xfrm>
            <a:off x="457200" y="1600200"/>
            <a:ext cx="4038120" cy="4525560"/>
          </a:xfrm>
          <a:prstGeom prst="rect">
            <a:avLst/>
          </a:prstGeom>
          <a:noFill/>
          <a:ln w="0">
            <a:noFill/>
          </a:ln>
        </p:spPr>
        <p:txBody>
          <a:bodyPr lIns="91440" tIns="45720" rIns="91440" bIns="45720" anchor="t">
            <a:noAutofit/>
          </a:bodyPr>
          <a:lstStyle>
            <a:lvl1pPr algn="l" defTabSz="457200">
              <a:lnSpc>
                <a:spcPct val="100000"/>
              </a:lnSpc>
              <a:spcBef>
                <a:spcPts val="561"/>
              </a:spcBef>
              <a:buClr>
                <a:srgbClr val="000000"/>
              </a:buClr>
              <a:buFont typeface="Arial"/>
              <a:buChar char="•"/>
              <a:defRPr lang="en-US" sz="2800" b="0" u="none" strike="noStrike">
                <a:solidFill>
                  <a:schemeClr val="dk1"/>
                </a:solidFill>
                <a:effectLst/>
                <a:uFillTx/>
                <a:latin typeface="Calibri"/>
              </a:defRPr>
            </a:lvl1pPr>
            <a:lvl2pPr lvl="1" algn="l" defTabSz="457200">
              <a:lnSpc>
                <a:spcPct val="100000"/>
              </a:lnSpc>
              <a:spcBef>
                <a:spcPts val="479"/>
              </a:spcBef>
              <a:buClr>
                <a:srgbClr val="000000"/>
              </a:buClr>
              <a:buFont typeface="Arial"/>
              <a:buChar char="–"/>
              <a:defRPr lang="en-US" sz="2400" b="0" u="none" strike="noStrike">
                <a:solidFill>
                  <a:schemeClr val="dk1"/>
                </a:solidFill>
                <a:effectLst/>
                <a:uFillTx/>
                <a:latin typeface="Calibri"/>
              </a:defRPr>
            </a:lvl2pPr>
            <a:lvl3pPr lvl="2" algn="l" defTabSz="457200">
              <a:lnSpc>
                <a:spcPct val="100000"/>
              </a:lnSpc>
              <a:spcBef>
                <a:spcPts val="400"/>
              </a:spcBef>
              <a:buClr>
                <a:srgbClr val="000000"/>
              </a:buClr>
              <a:buFont typeface="Arial"/>
              <a:buChar char="•"/>
              <a:defRPr lang="en-US" sz="2000" b="0" u="none" strike="noStrike">
                <a:solidFill>
                  <a:schemeClr val="dk1"/>
                </a:solidFill>
                <a:effectLst/>
                <a:uFillTx/>
                <a:latin typeface="Calibri"/>
              </a:defRPr>
            </a:lvl3pPr>
            <a:lvl4pPr lvl="3" algn="l" defTabSz="457200">
              <a:lnSpc>
                <a:spcPct val="100000"/>
              </a:lnSpc>
              <a:spcBef>
                <a:spcPts val="360"/>
              </a:spcBef>
              <a:buClr>
                <a:srgbClr val="000000"/>
              </a:buClr>
              <a:buFont typeface="Arial"/>
              <a:buChar char="–"/>
              <a:defRPr lang="en-US" sz="1800" b="0" u="none" strike="noStrike">
                <a:solidFill>
                  <a:schemeClr val="dk1"/>
                </a:solidFill>
                <a:effectLst/>
                <a:uFillTx/>
                <a:latin typeface="Calibri"/>
              </a:defRPr>
            </a:lvl4pPr>
            <a:lvl5pPr lvl="4" algn="l" defTabSz="457200">
              <a:lnSpc>
                <a:spcPct val="100000"/>
              </a:lnSpc>
              <a:spcBef>
                <a:spcPts val="360"/>
              </a:spcBef>
              <a:buClr>
                <a:srgbClr val="000000"/>
              </a:buClr>
              <a:buFont typeface="Arial"/>
              <a:buChar char="»"/>
              <a:defRPr lang="en-US" sz="1800" b="0" u="none" strike="noStrike">
                <a:solidFill>
                  <a:schemeClr val="dk1"/>
                </a:solidFill>
                <a:effectLst/>
                <a:uFillTx/>
                <a:latin typeface="Calibri"/>
              </a:defRPr>
            </a:lvl5pPr>
          </a:lstStyle>
          <a:p>
            <a:pPr marL="343080" indent="-343080" algn="l" defTabSz="457200">
              <a:lnSpc>
                <a:spcPct val="100000"/>
              </a:lnSpc>
              <a:spcBef>
                <a:spcPts val="561"/>
              </a:spcBef>
              <a:buClr>
                <a:srgbClr val="000000"/>
              </a:buClr>
              <a:buFont typeface="Arial"/>
              <a:buChar char="•"/>
            </a:pPr>
            <a:r>
              <a:rPr lang="en-US" sz="2800" b="0" u="none" strike="noStrike">
                <a:solidFill>
                  <a:schemeClr val="dk1"/>
                </a:solidFill>
                <a:effectLst/>
                <a:uFillTx/>
                <a:latin typeface="Calibri"/>
              </a:rPr>
              <a:t>Click to edit Master text styles</a:t>
            </a:r>
            <a:endParaRPr lang="en-US" sz="2800" b="0" u="none" strike="noStrike">
              <a:solidFill>
                <a:schemeClr val="dk1"/>
              </a:solidFill>
              <a:effectLst/>
              <a:uFillTx/>
              <a:latin typeface="Calibri"/>
            </a:endParaRPr>
          </a:p>
          <a:p>
            <a:pPr marL="743040" lvl="1" indent="-285840" algn="l" defTabSz="457200">
              <a:lnSpc>
                <a:spcPct val="100000"/>
              </a:lnSpc>
              <a:spcBef>
                <a:spcPts val="479"/>
              </a:spcBef>
              <a:buClr>
                <a:srgbClr val="000000"/>
              </a:buClr>
              <a:buFont typeface="Arial"/>
              <a:buChar char="–"/>
            </a:pPr>
            <a:r>
              <a:rPr lang="en-US" sz="2400" b="0" u="none" strike="noStrike">
                <a:solidFill>
                  <a:schemeClr val="dk1"/>
                </a:solidFill>
                <a:effectLst/>
                <a:uFillTx/>
                <a:latin typeface="Calibri"/>
              </a:rPr>
              <a:t>Second level</a:t>
            </a:r>
            <a:endParaRPr lang="en-US" sz="2400" b="0" u="none" strike="noStrike">
              <a:solidFill>
                <a:schemeClr val="dk1"/>
              </a:solidFill>
              <a:effectLst/>
              <a:uFillTx/>
              <a:latin typeface="Calibri"/>
            </a:endParaRPr>
          </a:p>
          <a:p>
            <a:pPr marL="1143000" lvl="2" indent="-228600" algn="l" defTabSz="457200">
              <a:lnSpc>
                <a:spcPct val="100000"/>
              </a:lnSpc>
              <a:spcBef>
                <a:spcPts val="400"/>
              </a:spcBef>
              <a:buClr>
                <a:srgbClr val="000000"/>
              </a:buClr>
              <a:buFont typeface="Arial"/>
              <a:buChar char="•"/>
            </a:pPr>
            <a:r>
              <a:rPr lang="en-US" sz="2000" b="0" u="none" strike="noStrike">
                <a:solidFill>
                  <a:schemeClr val="dk1"/>
                </a:solidFill>
                <a:effectLst/>
                <a:uFillTx/>
                <a:latin typeface="Calibri"/>
              </a:rPr>
              <a:t>Third level</a:t>
            </a:r>
            <a:endParaRPr lang="en-US" sz="2000" b="0" u="none" strike="noStrike">
              <a:solidFill>
                <a:schemeClr val="dk1"/>
              </a:solidFill>
              <a:effectLst/>
              <a:uFillTx/>
              <a:latin typeface="Calibri"/>
            </a:endParaRPr>
          </a:p>
          <a:p>
            <a:pPr marL="1600200" lvl="3" indent="-228600" algn="l" defTabSz="457200">
              <a:lnSpc>
                <a:spcPct val="100000"/>
              </a:lnSpc>
              <a:spcBef>
                <a:spcPts val="360"/>
              </a:spcBef>
              <a:buClr>
                <a:srgbClr val="000000"/>
              </a:buClr>
              <a:buFont typeface="Arial"/>
              <a:buChar char="–"/>
            </a:pPr>
            <a:r>
              <a:rPr lang="en-US" sz="1800" b="0" u="none" strike="noStrike">
                <a:solidFill>
                  <a:schemeClr val="dk1"/>
                </a:solidFill>
                <a:effectLst/>
                <a:uFillTx/>
                <a:latin typeface="Calibri"/>
              </a:rPr>
              <a:t>Fourth level</a:t>
            </a:r>
            <a:endParaRPr lang="en-US" sz="1800" b="0" u="none" strike="noStrike">
              <a:solidFill>
                <a:schemeClr val="dk1"/>
              </a:solidFill>
              <a:effectLst/>
              <a:uFillTx/>
              <a:latin typeface="Calibri"/>
            </a:endParaRPr>
          </a:p>
          <a:p>
            <a:pPr marL="2057400" lvl="4" indent="-228600" algn="l" defTabSz="457200">
              <a:lnSpc>
                <a:spcPct val="100000"/>
              </a:lnSpc>
              <a:spcBef>
                <a:spcPts val="360"/>
              </a:spcBef>
              <a:buClr>
                <a:srgbClr val="000000"/>
              </a:buClr>
              <a:buFont typeface="Arial"/>
              <a:buChar char="»"/>
            </a:pPr>
            <a:r>
              <a:rPr lang="en-US" sz="1800" b="0" u="none" strike="noStrike">
                <a:solidFill>
                  <a:schemeClr val="dk1"/>
                </a:solidFill>
                <a:effectLst/>
                <a:uFillTx/>
                <a:latin typeface="Calibri"/>
              </a:rPr>
              <a:t>Fifth level</a:t>
            </a:r>
            <a:endParaRPr lang="en-US" sz="1800" b="0" u="none" strike="noStrike">
              <a:solidFill>
                <a:schemeClr val="dk1"/>
              </a:solidFill>
              <a:effectLst/>
              <a:uFillTx/>
              <a:latin typeface="Calibri"/>
            </a:endParaRPr>
          </a:p>
        </p:txBody>
      </p:sp>
      <p:sp>
        <p:nvSpPr>
          <p:cNvPr id="28" name="PlaceHolder 3"/>
          <p:cNvSpPr>
            <a:spLocks noGrp="1"/>
          </p:cNvSpPr>
          <p:nvPr>
            <p:ph type="body"/>
          </p:nvPr>
        </p:nvSpPr>
        <p:spPr>
          <a:xfrm>
            <a:off x="4648320" y="1600200"/>
            <a:ext cx="4038120" cy="4525560"/>
          </a:xfrm>
          <a:prstGeom prst="rect">
            <a:avLst/>
          </a:prstGeom>
          <a:noFill/>
          <a:ln w="0">
            <a:noFill/>
          </a:ln>
        </p:spPr>
        <p:txBody>
          <a:bodyPr lIns="91440" tIns="45720" rIns="91440" bIns="45720" anchor="t">
            <a:noAutofit/>
          </a:bodyPr>
          <a:lstStyle>
            <a:lvl1pPr algn="l" defTabSz="457200">
              <a:lnSpc>
                <a:spcPct val="100000"/>
              </a:lnSpc>
              <a:spcBef>
                <a:spcPts val="561"/>
              </a:spcBef>
              <a:buClr>
                <a:srgbClr val="000000"/>
              </a:buClr>
              <a:buFont typeface="Arial"/>
              <a:buChar char="•"/>
              <a:defRPr lang="en-US" sz="2800" b="0" u="none" strike="noStrike">
                <a:solidFill>
                  <a:schemeClr val="dk1"/>
                </a:solidFill>
                <a:effectLst/>
                <a:uFillTx/>
                <a:latin typeface="Calibri"/>
              </a:defRPr>
            </a:lvl1pPr>
            <a:lvl2pPr lvl="1" algn="l" defTabSz="457200">
              <a:lnSpc>
                <a:spcPct val="100000"/>
              </a:lnSpc>
              <a:spcBef>
                <a:spcPts val="479"/>
              </a:spcBef>
              <a:buClr>
                <a:srgbClr val="000000"/>
              </a:buClr>
              <a:buFont typeface="Arial"/>
              <a:buChar char="–"/>
              <a:defRPr lang="en-US" sz="2400" b="0" u="none" strike="noStrike">
                <a:solidFill>
                  <a:schemeClr val="dk1"/>
                </a:solidFill>
                <a:effectLst/>
                <a:uFillTx/>
                <a:latin typeface="Calibri"/>
              </a:defRPr>
            </a:lvl2pPr>
            <a:lvl3pPr lvl="2" algn="l" defTabSz="457200">
              <a:lnSpc>
                <a:spcPct val="100000"/>
              </a:lnSpc>
              <a:spcBef>
                <a:spcPts val="400"/>
              </a:spcBef>
              <a:buClr>
                <a:srgbClr val="000000"/>
              </a:buClr>
              <a:buFont typeface="Arial"/>
              <a:buChar char="•"/>
              <a:defRPr lang="en-US" sz="2000" b="0" u="none" strike="noStrike">
                <a:solidFill>
                  <a:schemeClr val="dk1"/>
                </a:solidFill>
                <a:effectLst/>
                <a:uFillTx/>
                <a:latin typeface="Calibri"/>
              </a:defRPr>
            </a:lvl3pPr>
            <a:lvl4pPr lvl="3" algn="l" defTabSz="457200">
              <a:lnSpc>
                <a:spcPct val="100000"/>
              </a:lnSpc>
              <a:spcBef>
                <a:spcPts val="360"/>
              </a:spcBef>
              <a:buClr>
                <a:srgbClr val="000000"/>
              </a:buClr>
              <a:buFont typeface="Arial"/>
              <a:buChar char="–"/>
              <a:defRPr lang="en-US" sz="1800" b="0" u="none" strike="noStrike">
                <a:solidFill>
                  <a:schemeClr val="dk1"/>
                </a:solidFill>
                <a:effectLst/>
                <a:uFillTx/>
                <a:latin typeface="Calibri"/>
              </a:defRPr>
            </a:lvl4pPr>
            <a:lvl5pPr lvl="4" algn="l" defTabSz="457200">
              <a:lnSpc>
                <a:spcPct val="100000"/>
              </a:lnSpc>
              <a:spcBef>
                <a:spcPts val="360"/>
              </a:spcBef>
              <a:buClr>
                <a:srgbClr val="000000"/>
              </a:buClr>
              <a:buFont typeface="Arial"/>
              <a:buChar char="»"/>
              <a:defRPr lang="en-US" sz="1800" b="0" u="none" strike="noStrike">
                <a:solidFill>
                  <a:schemeClr val="dk1"/>
                </a:solidFill>
                <a:effectLst/>
                <a:uFillTx/>
                <a:latin typeface="Calibri"/>
              </a:defRPr>
            </a:lvl5pPr>
          </a:lstStyle>
          <a:p>
            <a:pPr marL="343080" indent="-343080" algn="l" defTabSz="457200">
              <a:lnSpc>
                <a:spcPct val="100000"/>
              </a:lnSpc>
              <a:spcBef>
                <a:spcPts val="561"/>
              </a:spcBef>
              <a:buClr>
                <a:srgbClr val="000000"/>
              </a:buClr>
              <a:buFont typeface="Arial"/>
              <a:buChar char="•"/>
            </a:pPr>
            <a:r>
              <a:rPr lang="en-US" sz="2800" b="0" u="none" strike="noStrike">
                <a:solidFill>
                  <a:schemeClr val="dk1"/>
                </a:solidFill>
                <a:effectLst/>
                <a:uFillTx/>
                <a:latin typeface="Calibri"/>
              </a:rPr>
              <a:t>Click to edit Master text styles</a:t>
            </a:r>
            <a:endParaRPr lang="en-US" sz="2800" b="0" u="none" strike="noStrike">
              <a:solidFill>
                <a:schemeClr val="dk1"/>
              </a:solidFill>
              <a:effectLst/>
              <a:uFillTx/>
              <a:latin typeface="Calibri"/>
            </a:endParaRPr>
          </a:p>
          <a:p>
            <a:pPr marL="743040" lvl="1" indent="-285840" algn="l" defTabSz="457200">
              <a:lnSpc>
                <a:spcPct val="100000"/>
              </a:lnSpc>
              <a:spcBef>
                <a:spcPts val="479"/>
              </a:spcBef>
              <a:buClr>
                <a:srgbClr val="000000"/>
              </a:buClr>
              <a:buFont typeface="Arial"/>
              <a:buChar char="–"/>
            </a:pPr>
            <a:r>
              <a:rPr lang="en-US" sz="2400" b="0" u="none" strike="noStrike">
                <a:solidFill>
                  <a:schemeClr val="dk1"/>
                </a:solidFill>
                <a:effectLst/>
                <a:uFillTx/>
                <a:latin typeface="Calibri"/>
              </a:rPr>
              <a:t>Second level</a:t>
            </a:r>
            <a:endParaRPr lang="en-US" sz="2400" b="0" u="none" strike="noStrike">
              <a:solidFill>
                <a:schemeClr val="dk1"/>
              </a:solidFill>
              <a:effectLst/>
              <a:uFillTx/>
              <a:latin typeface="Calibri"/>
            </a:endParaRPr>
          </a:p>
          <a:p>
            <a:pPr marL="1143000" lvl="2" indent="-228600" algn="l" defTabSz="457200">
              <a:lnSpc>
                <a:spcPct val="100000"/>
              </a:lnSpc>
              <a:spcBef>
                <a:spcPts val="400"/>
              </a:spcBef>
              <a:buClr>
                <a:srgbClr val="000000"/>
              </a:buClr>
              <a:buFont typeface="Arial"/>
              <a:buChar char="•"/>
            </a:pPr>
            <a:r>
              <a:rPr lang="en-US" sz="2000" b="0" u="none" strike="noStrike">
                <a:solidFill>
                  <a:schemeClr val="dk1"/>
                </a:solidFill>
                <a:effectLst/>
                <a:uFillTx/>
                <a:latin typeface="Calibri"/>
              </a:rPr>
              <a:t>Third level</a:t>
            </a:r>
            <a:endParaRPr lang="en-US" sz="2000" b="0" u="none" strike="noStrike">
              <a:solidFill>
                <a:schemeClr val="dk1"/>
              </a:solidFill>
              <a:effectLst/>
              <a:uFillTx/>
              <a:latin typeface="Calibri"/>
            </a:endParaRPr>
          </a:p>
          <a:p>
            <a:pPr marL="1600200" lvl="3" indent="-228600" algn="l" defTabSz="457200">
              <a:lnSpc>
                <a:spcPct val="100000"/>
              </a:lnSpc>
              <a:spcBef>
                <a:spcPts val="360"/>
              </a:spcBef>
              <a:buClr>
                <a:srgbClr val="000000"/>
              </a:buClr>
              <a:buFont typeface="Arial"/>
              <a:buChar char="–"/>
            </a:pPr>
            <a:r>
              <a:rPr lang="en-US" sz="1800" b="0" u="none" strike="noStrike">
                <a:solidFill>
                  <a:schemeClr val="dk1"/>
                </a:solidFill>
                <a:effectLst/>
                <a:uFillTx/>
                <a:latin typeface="Calibri"/>
              </a:rPr>
              <a:t>Fourth level</a:t>
            </a:r>
            <a:endParaRPr lang="en-US" sz="1800" b="0" u="none" strike="noStrike">
              <a:solidFill>
                <a:schemeClr val="dk1"/>
              </a:solidFill>
              <a:effectLst/>
              <a:uFillTx/>
              <a:latin typeface="Calibri"/>
            </a:endParaRPr>
          </a:p>
          <a:p>
            <a:pPr marL="2057400" lvl="4" indent="-228600" algn="l" defTabSz="457200">
              <a:lnSpc>
                <a:spcPct val="100000"/>
              </a:lnSpc>
              <a:spcBef>
                <a:spcPts val="360"/>
              </a:spcBef>
              <a:buClr>
                <a:srgbClr val="000000"/>
              </a:buClr>
              <a:buFont typeface="Arial"/>
              <a:buChar char="»"/>
            </a:pPr>
            <a:r>
              <a:rPr lang="en-US" sz="1800" b="0" u="none" strike="noStrike">
                <a:solidFill>
                  <a:schemeClr val="dk1"/>
                </a:solidFill>
                <a:effectLst/>
                <a:uFillTx/>
                <a:latin typeface="Calibri"/>
              </a:rPr>
              <a:t>Fifth level</a:t>
            </a:r>
            <a:endParaRPr lang="en-US" sz="1800" b="0" u="none" strike="noStrike">
              <a:solidFill>
                <a:schemeClr val="dk1"/>
              </a:solidFill>
              <a:effectLst/>
              <a:uFillTx/>
              <a:latin typeface="Calibri"/>
            </a:endParaRPr>
          </a:p>
        </p:txBody>
      </p:sp>
      <p:sp>
        <p:nvSpPr>
          <p:cNvPr id="29" name="PlaceHolder 4"/>
          <p:cNvSpPr>
            <a:spLocks noGrp="1"/>
          </p:cNvSpPr>
          <p:nvPr>
            <p:ph type="dt" idx="16"/>
          </p:nvPr>
        </p:nvSpPr>
        <p:spPr>
          <a:xfrm>
            <a:off x="457200" y="6356520"/>
            <a:ext cx="2133360" cy="364680"/>
          </a:xfrm>
          <a:prstGeom prst="rect">
            <a:avLst/>
          </a:prstGeom>
          <a:noFill/>
          <a:ln w="0">
            <a:noFill/>
          </a:ln>
        </p:spPr>
        <p:txBody>
          <a:bodyPr lIns="91440" tIns="45720" rIns="91440" bIns="45720" anchor="ctr">
            <a:noAutofit/>
          </a:bodyPr>
          <a:lstStyle>
            <a:lvl1pPr indent="0" algn="l" defTabSz="457200">
              <a:lnSpc>
                <a:spcPct val="100000"/>
              </a:lnSpc>
              <a:buNone/>
              <a:defRPr lang="en-US" sz="1200" b="0" u="none" strike="noStrike">
                <a:solidFill>
                  <a:schemeClr val="dk1">
                    <a:tint val="75000"/>
                  </a:schemeClr>
                </a:solidFill>
                <a:effectLst/>
                <a:uFillTx/>
                <a:latin typeface="Calibri"/>
              </a:defRPr>
            </a:lvl1pPr>
          </a:lstStyle>
          <a:p>
            <a:pPr indent="0" algn="l" defTabSz="457200">
              <a:lnSpc>
                <a:spcPct val="100000"/>
              </a:lnSpc>
              <a:buNone/>
            </a:pPr>
            <a:r>
              <a:rPr lang="en-US" sz="1200" b="0" u="none" strike="noStrike">
                <a:solidFill>
                  <a:schemeClr val="dk1">
                    <a:tint val="75000"/>
                  </a:schemeClr>
                </a:solidFill>
                <a:effectLst/>
                <a:uFillTx/>
                <a:latin typeface="Calibri"/>
              </a:rPr>
              <a:t>&lt;date/time&gt;</a:t>
            </a:r>
            <a:endParaRPr lang="en-US" sz="1200" b="0" u="none" strike="noStrike">
              <a:solidFill>
                <a:srgbClr val="000000"/>
              </a:solidFill>
              <a:effectLst/>
              <a:uFillTx/>
              <a:latin typeface="Times New Roman"/>
            </a:endParaRPr>
          </a:p>
        </p:txBody>
      </p:sp>
      <p:sp>
        <p:nvSpPr>
          <p:cNvPr id="30" name="PlaceHolder 5"/>
          <p:cNvSpPr>
            <a:spLocks noGrp="1"/>
          </p:cNvSpPr>
          <p:nvPr>
            <p:ph type="ftr" idx="17"/>
          </p:nvPr>
        </p:nvSpPr>
        <p:spPr>
          <a:xfrm>
            <a:off x="3124080" y="6356520"/>
            <a:ext cx="2895120" cy="364680"/>
          </a:xfrm>
          <a:prstGeom prst="rect">
            <a:avLst/>
          </a:prstGeom>
          <a:noFill/>
          <a:ln w="0">
            <a:noFill/>
          </a:ln>
        </p:spPr>
        <p:txBody>
          <a:bodyPr lIns="91440" tIns="45720" rIns="91440" bIns="45720" anchor="ctr">
            <a:noAutofit/>
          </a:bodyPr>
          <a:lstStyle>
            <a:lvl1pPr indent="0" algn="ctr">
              <a:buNone/>
              <a:defRPr lang="en-US" sz="1400" b="0" u="none" strike="noStrike">
                <a:solidFill>
                  <a:srgbClr val="000000"/>
                </a:solidFill>
                <a:effectLst/>
                <a:uFillTx/>
                <a:latin typeface="Times New Roman"/>
              </a:defRPr>
            </a:lvl1pPr>
          </a:lstStyle>
          <a:p>
            <a:pPr indent="0" algn="ctr">
              <a:buNone/>
            </a:pPr>
            <a:r>
              <a:rPr lang="en-US" sz="1400" b="0" u="none" strike="noStrike">
                <a:solidFill>
                  <a:srgbClr val="000000"/>
                </a:solidFill>
                <a:effectLst/>
                <a:uFillTx/>
                <a:latin typeface="Times New Roman"/>
              </a:rPr>
              <a:t>&lt;footer&gt;</a:t>
            </a:r>
            <a:endParaRPr lang="en-US" sz="1400" b="0" u="none" strike="noStrike">
              <a:solidFill>
                <a:srgbClr val="000000"/>
              </a:solidFill>
              <a:effectLst/>
              <a:uFillTx/>
              <a:latin typeface="Times New Roman"/>
            </a:endParaRPr>
          </a:p>
        </p:txBody>
      </p:sp>
      <p:sp>
        <p:nvSpPr>
          <p:cNvPr id="31" name="PlaceHolder 6"/>
          <p:cNvSpPr>
            <a:spLocks noGrp="1"/>
          </p:cNvSpPr>
          <p:nvPr>
            <p:ph type="sldNum" idx="18"/>
          </p:nvPr>
        </p:nvSpPr>
        <p:spPr>
          <a:xfrm>
            <a:off x="6553080" y="6356520"/>
            <a:ext cx="2133360" cy="364680"/>
          </a:xfrm>
          <a:prstGeom prst="rect">
            <a:avLst/>
          </a:prstGeom>
          <a:noFill/>
          <a:ln w="0">
            <a:noFill/>
          </a:ln>
        </p:spPr>
        <p:txBody>
          <a:bodyPr lIns="91440" tIns="45720" rIns="91440" bIns="45720" anchor="ctr">
            <a:noAutofit/>
          </a:bodyPr>
          <a:lstStyle>
            <a:lvl1pPr indent="0" algn="r" defTabSz="457200">
              <a:lnSpc>
                <a:spcPct val="100000"/>
              </a:lnSpc>
              <a:buNone/>
              <a:defRPr lang="en-US" sz="1200" b="0" u="none" strike="noStrike">
                <a:solidFill>
                  <a:schemeClr val="dk1">
                    <a:tint val="75000"/>
                  </a:schemeClr>
                </a:solidFill>
                <a:effectLst/>
                <a:uFillTx/>
                <a:latin typeface="Calibri"/>
              </a:defRPr>
            </a:lvl1pPr>
          </a:lstStyle>
          <a:p>
            <a:pPr indent="0" algn="r" defTabSz="457200">
              <a:lnSpc>
                <a:spcPct val="100000"/>
              </a:lnSpc>
              <a:buNone/>
            </a:pPr>
            <a:fld id="{8C33DF00-AD1C-4EF2-9378-575A973BA85A}" type="slidenum">
              <a:rPr lang="en-US" sz="1200" b="0" u="none" strike="noStrike">
                <a:solidFill>
                  <a:schemeClr val="dk1">
                    <a:tint val="75000"/>
                  </a:schemeClr>
                </a:solidFill>
                <a:effectLst/>
                <a:uFillTx/>
                <a:latin typeface="Calibri"/>
              </a:rPr>
              <a:t>&lt;number&gt;</a:t>
            </a:fld>
            <a:endParaRPr lang="en-US" sz="1200" b="0" u="none" strike="noStrike">
              <a:solidFill>
                <a:srgbClr val="000000"/>
              </a:solidFill>
              <a:effectLst/>
              <a:uFillTx/>
              <a:latin typeface="Times New Roman"/>
            </a:endParaRPr>
          </a:p>
        </p:txBody>
      </p:sp>
    </p:spTree>
  </p:cSld>
</p:sldLayout>
</file>

<file path=ppt/slideLayouts/slideLayout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omparison">
    <p:bg>
      <p:bgPr>
        <a:solidFill>
          <a:srgbClr val="FFFFFF"/>
        </a:solidFill>
      </p:bgPr>
    </p:bg>
    <p:spTree>
      <p:nvGrpSpPr>
        <p:cNvPr id="1" name=""/>
        <p:cNvGrpSpPr/>
        <p:nvPr/>
      </p:nvGrpSpPr>
      <p:grpSpPr>
        <a:xfrm>
          <a:off x="0" y="0"/>
          <a:ext cx="0" cy="0"/>
          <a:chOff x="0" y="0"/>
          <a:chExt cx="0" cy="0"/>
        </a:xfrm>
      </p:grpSpPr>
      <p:sp>
        <p:nvSpPr>
          <p:cNvPr id="32" name="PlaceHolder 1"/>
          <p:cNvSpPr>
            <a:spLocks noGrp="1"/>
          </p:cNvSpPr>
          <p:nvPr>
            <p:ph type="title"/>
          </p:nvPr>
        </p:nvSpPr>
        <p:spPr>
          <a:xfrm>
            <a:off x="457200" y="274680"/>
            <a:ext cx="8229240" cy="1142640"/>
          </a:xfrm>
          <a:prstGeom prst="rect">
            <a:avLst/>
          </a:prstGeom>
          <a:noFill/>
          <a:ln w="0">
            <a:noFill/>
          </a:ln>
        </p:spPr>
        <p:txBody>
          <a:bodyPr lIns="91440" tIns="45720" rIns="91440" bIns="45720" anchor="ctr">
            <a:noAutofit/>
          </a:bodyPr>
          <a:lstStyle>
            <a:lvl1pPr indent="0" algn="ctr" defTabSz="457200">
              <a:lnSpc>
                <a:spcPct val="100000"/>
              </a:lnSpc>
              <a:buNone/>
              <a:defRPr lang="en-US" sz="4400" b="0" u="none" strike="noStrike">
                <a:solidFill>
                  <a:schemeClr val="dk1"/>
                </a:solidFill>
                <a:effectLst/>
                <a:uFillTx/>
                <a:latin typeface="Calibri"/>
              </a:defRPr>
            </a:lvl1pPr>
          </a:lstStyle>
          <a:p>
            <a:pPr indent="0" algn="ctr" defTabSz="457200">
              <a:lnSpc>
                <a:spcPct val="100000"/>
              </a:lnSpc>
              <a:buNone/>
            </a:pPr>
            <a:r>
              <a:rPr lang="en-US" sz="4400" b="0" u="none" strike="noStrike">
                <a:solidFill>
                  <a:schemeClr val="dk1"/>
                </a:solidFill>
                <a:effectLst/>
                <a:uFillTx/>
                <a:latin typeface="Calibri"/>
              </a:rPr>
              <a:t>Cli</a:t>
            </a:r>
            <a:r>
              <a:rPr lang="en-US" sz="4400" b="0" u="none" strike="noStrike">
                <a:solidFill>
                  <a:schemeClr val="dk1"/>
                </a:solidFill>
                <a:effectLst/>
                <a:uFillTx/>
                <a:latin typeface="Calibri"/>
              </a:rPr>
              <a:t>ck </a:t>
            </a:r>
            <a:r>
              <a:rPr lang="en-US" sz="4400" b="0" u="none" strike="noStrike">
                <a:solidFill>
                  <a:schemeClr val="dk1"/>
                </a:solidFill>
                <a:effectLst/>
                <a:uFillTx/>
                <a:latin typeface="Calibri"/>
              </a:rPr>
              <a:t>to </a:t>
            </a:r>
            <a:r>
              <a:rPr lang="en-US" sz="4400" b="0" u="none" strike="noStrike">
                <a:solidFill>
                  <a:schemeClr val="dk1"/>
                </a:solidFill>
                <a:effectLst/>
                <a:uFillTx/>
                <a:latin typeface="Calibri"/>
              </a:rPr>
              <a:t>ed</a:t>
            </a:r>
            <a:r>
              <a:rPr lang="en-US" sz="4400" b="0" u="none" strike="noStrike">
                <a:solidFill>
                  <a:schemeClr val="dk1"/>
                </a:solidFill>
                <a:effectLst/>
                <a:uFillTx/>
                <a:latin typeface="Calibri"/>
              </a:rPr>
              <a:t>it </a:t>
            </a:r>
            <a:r>
              <a:rPr lang="en-US" sz="4400" b="0" u="none" strike="noStrike">
                <a:solidFill>
                  <a:schemeClr val="dk1"/>
                </a:solidFill>
                <a:effectLst/>
                <a:uFillTx/>
                <a:latin typeface="Calibri"/>
              </a:rPr>
              <a:t>M</a:t>
            </a:r>
            <a:r>
              <a:rPr lang="en-US" sz="4400" b="0" u="none" strike="noStrike">
                <a:solidFill>
                  <a:schemeClr val="dk1"/>
                </a:solidFill>
                <a:effectLst/>
                <a:uFillTx/>
                <a:latin typeface="Calibri"/>
              </a:rPr>
              <a:t>as</a:t>
            </a:r>
            <a:r>
              <a:rPr lang="en-US" sz="4400" b="0" u="none" strike="noStrike">
                <a:solidFill>
                  <a:schemeClr val="dk1"/>
                </a:solidFill>
                <a:effectLst/>
                <a:uFillTx/>
                <a:latin typeface="Calibri"/>
              </a:rPr>
              <a:t>te</a:t>
            </a:r>
            <a:r>
              <a:rPr lang="en-US" sz="4400" b="0" u="none" strike="noStrike">
                <a:solidFill>
                  <a:schemeClr val="dk1"/>
                </a:solidFill>
                <a:effectLst/>
                <a:uFillTx/>
                <a:latin typeface="Calibri"/>
              </a:rPr>
              <a:t>r </a:t>
            </a:r>
            <a:r>
              <a:rPr lang="en-US" sz="4400" b="0" u="none" strike="noStrike">
                <a:solidFill>
                  <a:schemeClr val="dk1"/>
                </a:solidFill>
                <a:effectLst/>
                <a:uFillTx/>
                <a:latin typeface="Calibri"/>
              </a:rPr>
              <a:t>tit</a:t>
            </a:r>
            <a:r>
              <a:rPr lang="en-US" sz="4400" b="0" u="none" strike="noStrike">
                <a:solidFill>
                  <a:schemeClr val="dk1"/>
                </a:solidFill>
                <a:effectLst/>
                <a:uFillTx/>
                <a:latin typeface="Calibri"/>
              </a:rPr>
              <a:t>le </a:t>
            </a:r>
            <a:r>
              <a:rPr lang="en-US" sz="4400" b="0" u="none" strike="noStrike">
                <a:solidFill>
                  <a:schemeClr val="dk1"/>
                </a:solidFill>
                <a:effectLst/>
                <a:uFillTx/>
                <a:latin typeface="Calibri"/>
              </a:rPr>
              <a:t>st</a:t>
            </a:r>
            <a:r>
              <a:rPr lang="en-US" sz="4400" b="0" u="none" strike="noStrike">
                <a:solidFill>
                  <a:schemeClr val="dk1"/>
                </a:solidFill>
                <a:effectLst/>
                <a:uFillTx/>
                <a:latin typeface="Calibri"/>
              </a:rPr>
              <a:t>yl</a:t>
            </a:r>
            <a:r>
              <a:rPr lang="en-US" sz="4400" b="0" u="none" strike="noStrike">
                <a:solidFill>
                  <a:schemeClr val="dk1"/>
                </a:solidFill>
                <a:effectLst/>
                <a:uFillTx/>
                <a:latin typeface="Calibri"/>
              </a:rPr>
              <a:t>e</a:t>
            </a:r>
            <a:endParaRPr lang="en-US" sz="4400" b="0" u="none" strike="noStrike">
              <a:solidFill>
                <a:schemeClr val="dk1"/>
              </a:solidFill>
              <a:effectLst/>
              <a:uFillTx/>
              <a:latin typeface="Calibri"/>
            </a:endParaRPr>
          </a:p>
        </p:txBody>
      </p:sp>
      <p:sp>
        <p:nvSpPr>
          <p:cNvPr id="33" name="PlaceHolder 2"/>
          <p:cNvSpPr>
            <a:spLocks noGrp="1"/>
          </p:cNvSpPr>
          <p:nvPr>
            <p:ph type="body"/>
          </p:nvPr>
        </p:nvSpPr>
        <p:spPr>
          <a:xfrm>
            <a:off x="457200" y="1535040"/>
            <a:ext cx="4039920" cy="639360"/>
          </a:xfrm>
          <a:prstGeom prst="rect">
            <a:avLst/>
          </a:prstGeom>
          <a:noFill/>
          <a:ln w="0">
            <a:noFill/>
          </a:ln>
        </p:spPr>
        <p:txBody>
          <a:bodyPr lIns="91440" tIns="45720" rIns="91440" bIns="45720" anchor="b">
            <a:noAutofit/>
          </a:bodyPr>
          <a:lstStyle>
            <a:lvl1pPr indent="0" algn="l" defTabSz="457200">
              <a:lnSpc>
                <a:spcPct val="100000"/>
              </a:lnSpc>
              <a:spcBef>
                <a:spcPts val="479"/>
              </a:spcBef>
              <a:buNone/>
              <a:tabLst>
                <a:tab pos="0" algn="l"/>
              </a:tabLst>
              <a:defRPr lang="en-US" sz="2400" b="1" u="none" strike="noStrike">
                <a:solidFill>
                  <a:schemeClr val="dk1"/>
                </a:solidFill>
                <a:effectLst/>
                <a:uFillTx/>
                <a:latin typeface="Calibri"/>
              </a:defRPr>
            </a:lvl1pPr>
          </a:lstStyle>
          <a:p>
            <a:pPr indent="0" algn="l" defTabSz="457200">
              <a:lnSpc>
                <a:spcPct val="100000"/>
              </a:lnSpc>
              <a:spcBef>
                <a:spcPts val="479"/>
              </a:spcBef>
              <a:buNone/>
              <a:tabLst>
                <a:tab pos="0" algn="l"/>
              </a:tabLst>
            </a:pPr>
            <a:r>
              <a:rPr lang="en-US" sz="2400" b="1" u="none" strike="noStrike">
                <a:solidFill>
                  <a:schemeClr val="dk1"/>
                </a:solidFill>
                <a:effectLst/>
                <a:uFillTx/>
                <a:latin typeface="Calibri"/>
              </a:rPr>
              <a:t>Click to edit Master text styles</a:t>
            </a:r>
            <a:endParaRPr lang="en-US" sz="2400" b="0" u="none" strike="noStrike">
              <a:solidFill>
                <a:schemeClr val="dk1"/>
              </a:solidFill>
              <a:effectLst/>
              <a:uFillTx/>
              <a:latin typeface="Calibri"/>
            </a:endParaRPr>
          </a:p>
        </p:txBody>
      </p:sp>
      <p:sp>
        <p:nvSpPr>
          <p:cNvPr id="34" name="PlaceHolder 3"/>
          <p:cNvSpPr>
            <a:spLocks noGrp="1"/>
          </p:cNvSpPr>
          <p:nvPr>
            <p:ph type="body"/>
          </p:nvPr>
        </p:nvSpPr>
        <p:spPr>
          <a:xfrm>
            <a:off x="457200" y="2174760"/>
            <a:ext cx="4039920" cy="3951000"/>
          </a:xfrm>
          <a:prstGeom prst="rect">
            <a:avLst/>
          </a:prstGeom>
          <a:noFill/>
          <a:ln w="0">
            <a:noFill/>
          </a:ln>
        </p:spPr>
        <p:txBody>
          <a:bodyPr lIns="91440" tIns="45720" rIns="91440" bIns="45720" anchor="t">
            <a:noAutofit/>
          </a:bodyPr>
          <a:lstStyle>
            <a:lvl1pPr algn="l" defTabSz="457200">
              <a:lnSpc>
                <a:spcPct val="100000"/>
              </a:lnSpc>
              <a:spcBef>
                <a:spcPts val="479"/>
              </a:spcBef>
              <a:buClr>
                <a:srgbClr val="000000"/>
              </a:buClr>
              <a:buFont typeface="Arial"/>
              <a:buChar char="•"/>
              <a:tabLst>
                <a:tab pos="0" algn="l"/>
              </a:tabLst>
              <a:defRPr lang="en-US" sz="2400" b="0" u="none" strike="noStrike">
                <a:solidFill>
                  <a:schemeClr val="dk1"/>
                </a:solidFill>
                <a:effectLst/>
                <a:uFillTx/>
                <a:latin typeface="Calibri"/>
              </a:defRPr>
            </a:lvl1pPr>
            <a:lvl2pPr lvl="1" algn="l" defTabSz="457200">
              <a:lnSpc>
                <a:spcPct val="100000"/>
              </a:lnSpc>
              <a:spcBef>
                <a:spcPts val="400"/>
              </a:spcBef>
              <a:buClr>
                <a:srgbClr val="000000"/>
              </a:buClr>
              <a:buFont typeface="Arial"/>
              <a:buChar char="–"/>
              <a:tabLst>
                <a:tab pos="0" algn="l"/>
              </a:tabLst>
              <a:defRPr lang="en-US" sz="2000" b="0" u="none" strike="noStrike">
                <a:solidFill>
                  <a:schemeClr val="dk1"/>
                </a:solidFill>
                <a:effectLst/>
                <a:uFillTx/>
                <a:latin typeface="Calibri"/>
              </a:defRPr>
            </a:lvl2pPr>
            <a:lvl3pPr lvl="2" algn="l" defTabSz="457200">
              <a:lnSpc>
                <a:spcPct val="100000"/>
              </a:lnSpc>
              <a:spcBef>
                <a:spcPts val="360"/>
              </a:spcBef>
              <a:buClr>
                <a:srgbClr val="000000"/>
              </a:buClr>
              <a:buFont typeface="Arial"/>
              <a:buChar char="•"/>
              <a:tabLst>
                <a:tab pos="0" algn="l"/>
              </a:tabLst>
              <a:defRPr lang="en-US" sz="1800" b="0" u="none" strike="noStrike">
                <a:solidFill>
                  <a:schemeClr val="dk1"/>
                </a:solidFill>
                <a:effectLst/>
                <a:uFillTx/>
                <a:latin typeface="Calibri"/>
              </a:defRPr>
            </a:lvl3pPr>
            <a:lvl4pPr lvl="3" algn="l" defTabSz="457200">
              <a:lnSpc>
                <a:spcPct val="100000"/>
              </a:lnSpc>
              <a:spcBef>
                <a:spcPts val="320"/>
              </a:spcBef>
              <a:buClr>
                <a:srgbClr val="000000"/>
              </a:buClr>
              <a:buFont typeface="Arial"/>
              <a:buChar char="–"/>
              <a:tabLst>
                <a:tab pos="0" algn="l"/>
              </a:tabLst>
              <a:defRPr lang="en-US" sz="1600" b="0" u="none" strike="noStrike">
                <a:solidFill>
                  <a:schemeClr val="dk1"/>
                </a:solidFill>
                <a:effectLst/>
                <a:uFillTx/>
                <a:latin typeface="Calibri"/>
              </a:defRPr>
            </a:lvl4pPr>
            <a:lvl5pPr lvl="4" algn="l" defTabSz="457200">
              <a:lnSpc>
                <a:spcPct val="100000"/>
              </a:lnSpc>
              <a:spcBef>
                <a:spcPts val="320"/>
              </a:spcBef>
              <a:buClr>
                <a:srgbClr val="000000"/>
              </a:buClr>
              <a:buFont typeface="Arial"/>
              <a:buChar char="»"/>
              <a:tabLst>
                <a:tab pos="0" algn="l"/>
              </a:tabLst>
              <a:defRPr lang="en-US" sz="1600" b="0" u="none" strike="noStrike">
                <a:solidFill>
                  <a:schemeClr val="dk1"/>
                </a:solidFill>
                <a:effectLst/>
                <a:uFillTx/>
                <a:latin typeface="Calibri"/>
              </a:defRPr>
            </a:lvl5pPr>
          </a:lstStyle>
          <a:p>
            <a:pPr marL="343080" indent="-343080" algn="l" defTabSz="457200">
              <a:lnSpc>
                <a:spcPct val="100000"/>
              </a:lnSpc>
              <a:spcBef>
                <a:spcPts val="479"/>
              </a:spcBef>
              <a:buClr>
                <a:srgbClr val="000000"/>
              </a:buClr>
              <a:buFont typeface="Arial"/>
              <a:buChar char="•"/>
              <a:tabLst>
                <a:tab pos="0" algn="l"/>
              </a:tabLst>
            </a:pPr>
            <a:r>
              <a:rPr lang="en-US" sz="2400" b="0" u="none" strike="noStrike">
                <a:solidFill>
                  <a:schemeClr val="dk1"/>
                </a:solidFill>
                <a:effectLst/>
                <a:uFillTx/>
                <a:latin typeface="Calibri"/>
              </a:rPr>
              <a:t>Click to edit Master text styles</a:t>
            </a:r>
            <a:endParaRPr lang="en-US" sz="2400" b="0" u="none" strike="noStrike">
              <a:solidFill>
                <a:schemeClr val="dk1"/>
              </a:solidFill>
              <a:effectLst/>
              <a:uFillTx/>
              <a:latin typeface="Calibri"/>
            </a:endParaRPr>
          </a:p>
          <a:p>
            <a:pPr marL="743040" lvl="1" indent="-285840" algn="l" defTabSz="457200">
              <a:lnSpc>
                <a:spcPct val="100000"/>
              </a:lnSpc>
              <a:spcBef>
                <a:spcPts val="400"/>
              </a:spcBef>
              <a:buClr>
                <a:srgbClr val="000000"/>
              </a:buClr>
              <a:buFont typeface="Arial"/>
              <a:buChar char="–"/>
              <a:tabLst>
                <a:tab pos="0" algn="l"/>
              </a:tabLst>
            </a:pPr>
            <a:r>
              <a:rPr lang="en-US" sz="2000" b="0" u="none" strike="noStrike">
                <a:solidFill>
                  <a:schemeClr val="dk1"/>
                </a:solidFill>
                <a:effectLst/>
                <a:uFillTx/>
                <a:latin typeface="Calibri"/>
              </a:rPr>
              <a:t>Second level</a:t>
            </a:r>
            <a:endParaRPr lang="en-US" sz="2000" b="0" u="none" strike="noStrike">
              <a:solidFill>
                <a:schemeClr val="dk1"/>
              </a:solidFill>
              <a:effectLst/>
              <a:uFillTx/>
              <a:latin typeface="Calibri"/>
            </a:endParaRPr>
          </a:p>
          <a:p>
            <a:pPr marL="1143000" lvl="2" indent="-228600" algn="l" defTabSz="457200">
              <a:lnSpc>
                <a:spcPct val="100000"/>
              </a:lnSpc>
              <a:spcBef>
                <a:spcPts val="360"/>
              </a:spcBef>
              <a:buClr>
                <a:srgbClr val="000000"/>
              </a:buClr>
              <a:buFont typeface="Arial"/>
              <a:buChar char="•"/>
              <a:tabLst>
                <a:tab pos="0" algn="l"/>
              </a:tabLst>
            </a:pPr>
            <a:r>
              <a:rPr lang="en-US" sz="1800" b="0" u="none" strike="noStrike">
                <a:solidFill>
                  <a:schemeClr val="dk1"/>
                </a:solidFill>
                <a:effectLst/>
                <a:uFillTx/>
                <a:latin typeface="Calibri"/>
              </a:rPr>
              <a:t>Third level</a:t>
            </a:r>
            <a:endParaRPr lang="en-US" sz="1800" b="0" u="none" strike="noStrike">
              <a:solidFill>
                <a:schemeClr val="dk1"/>
              </a:solidFill>
              <a:effectLst/>
              <a:uFillTx/>
              <a:latin typeface="Calibri"/>
            </a:endParaRPr>
          </a:p>
          <a:p>
            <a:pPr marL="1600200" lvl="3" indent="-228600" algn="l" defTabSz="457200">
              <a:lnSpc>
                <a:spcPct val="100000"/>
              </a:lnSpc>
              <a:spcBef>
                <a:spcPts val="320"/>
              </a:spcBef>
              <a:buClr>
                <a:srgbClr val="000000"/>
              </a:buClr>
              <a:buFont typeface="Arial"/>
              <a:buChar char="–"/>
              <a:tabLst>
                <a:tab pos="0" algn="l"/>
              </a:tabLst>
            </a:pPr>
            <a:r>
              <a:rPr lang="en-US" sz="1600" b="0" u="none" strike="noStrike">
                <a:solidFill>
                  <a:schemeClr val="dk1"/>
                </a:solidFill>
                <a:effectLst/>
                <a:uFillTx/>
                <a:latin typeface="Calibri"/>
              </a:rPr>
              <a:t>Fourth level</a:t>
            </a:r>
            <a:endParaRPr lang="en-US" sz="1600" b="0" u="none" strike="noStrike">
              <a:solidFill>
                <a:schemeClr val="dk1"/>
              </a:solidFill>
              <a:effectLst/>
              <a:uFillTx/>
              <a:latin typeface="Calibri"/>
            </a:endParaRPr>
          </a:p>
          <a:p>
            <a:pPr marL="2057400" lvl="4" indent="-228600" algn="l" defTabSz="457200">
              <a:lnSpc>
                <a:spcPct val="100000"/>
              </a:lnSpc>
              <a:spcBef>
                <a:spcPts val="320"/>
              </a:spcBef>
              <a:buClr>
                <a:srgbClr val="000000"/>
              </a:buClr>
              <a:buFont typeface="Arial"/>
              <a:buChar char="»"/>
              <a:tabLst>
                <a:tab pos="0" algn="l"/>
              </a:tabLst>
            </a:pPr>
            <a:r>
              <a:rPr lang="en-US" sz="1600" b="0" u="none" strike="noStrike">
                <a:solidFill>
                  <a:schemeClr val="dk1"/>
                </a:solidFill>
                <a:effectLst/>
                <a:uFillTx/>
                <a:latin typeface="Calibri"/>
              </a:rPr>
              <a:t>Fifth level</a:t>
            </a:r>
            <a:endParaRPr lang="en-US" sz="1600" b="0" u="none" strike="noStrike">
              <a:solidFill>
                <a:schemeClr val="dk1"/>
              </a:solidFill>
              <a:effectLst/>
              <a:uFillTx/>
              <a:latin typeface="Calibri"/>
            </a:endParaRPr>
          </a:p>
        </p:txBody>
      </p:sp>
      <p:sp>
        <p:nvSpPr>
          <p:cNvPr id="35" name="PlaceHolder 4"/>
          <p:cNvSpPr>
            <a:spLocks noGrp="1"/>
          </p:cNvSpPr>
          <p:nvPr>
            <p:ph type="body"/>
          </p:nvPr>
        </p:nvSpPr>
        <p:spPr>
          <a:xfrm>
            <a:off x="4645080" y="1535040"/>
            <a:ext cx="4041360" cy="639360"/>
          </a:xfrm>
          <a:prstGeom prst="rect">
            <a:avLst/>
          </a:prstGeom>
          <a:noFill/>
          <a:ln w="0">
            <a:noFill/>
          </a:ln>
        </p:spPr>
        <p:txBody>
          <a:bodyPr lIns="91440" tIns="45720" rIns="91440" bIns="45720" anchor="b">
            <a:noAutofit/>
          </a:bodyPr>
          <a:lstStyle>
            <a:lvl1pPr indent="0" algn="l" defTabSz="457200">
              <a:lnSpc>
                <a:spcPct val="100000"/>
              </a:lnSpc>
              <a:spcBef>
                <a:spcPts val="479"/>
              </a:spcBef>
              <a:buNone/>
              <a:tabLst>
                <a:tab pos="0" algn="l"/>
              </a:tabLst>
              <a:defRPr lang="en-US" sz="2400" b="1" u="none" strike="noStrike">
                <a:solidFill>
                  <a:schemeClr val="dk1"/>
                </a:solidFill>
                <a:effectLst/>
                <a:uFillTx/>
                <a:latin typeface="Calibri"/>
              </a:defRPr>
            </a:lvl1pPr>
          </a:lstStyle>
          <a:p>
            <a:pPr indent="0" algn="l" defTabSz="457200">
              <a:lnSpc>
                <a:spcPct val="100000"/>
              </a:lnSpc>
              <a:spcBef>
                <a:spcPts val="479"/>
              </a:spcBef>
              <a:buNone/>
              <a:tabLst>
                <a:tab pos="0" algn="l"/>
              </a:tabLst>
            </a:pPr>
            <a:r>
              <a:rPr lang="en-US" sz="2400" b="1" u="none" strike="noStrike">
                <a:solidFill>
                  <a:schemeClr val="dk1"/>
                </a:solidFill>
                <a:effectLst/>
                <a:uFillTx/>
                <a:latin typeface="Calibri"/>
              </a:rPr>
              <a:t>Click to edit Master text styles</a:t>
            </a:r>
            <a:endParaRPr lang="en-US" sz="2400" b="0" u="none" strike="noStrike">
              <a:solidFill>
                <a:schemeClr val="dk1"/>
              </a:solidFill>
              <a:effectLst/>
              <a:uFillTx/>
              <a:latin typeface="Calibri"/>
            </a:endParaRPr>
          </a:p>
        </p:txBody>
      </p:sp>
      <p:sp>
        <p:nvSpPr>
          <p:cNvPr id="36" name="PlaceHolder 5"/>
          <p:cNvSpPr>
            <a:spLocks noGrp="1"/>
          </p:cNvSpPr>
          <p:nvPr>
            <p:ph type="body"/>
          </p:nvPr>
        </p:nvSpPr>
        <p:spPr>
          <a:xfrm>
            <a:off x="4645080" y="2174760"/>
            <a:ext cx="4041360" cy="3951000"/>
          </a:xfrm>
          <a:prstGeom prst="rect">
            <a:avLst/>
          </a:prstGeom>
          <a:noFill/>
          <a:ln w="0">
            <a:noFill/>
          </a:ln>
        </p:spPr>
        <p:txBody>
          <a:bodyPr lIns="91440" tIns="45720" rIns="91440" bIns="45720" anchor="t">
            <a:noAutofit/>
          </a:bodyPr>
          <a:lstStyle>
            <a:lvl1pPr algn="l" defTabSz="457200">
              <a:lnSpc>
                <a:spcPct val="100000"/>
              </a:lnSpc>
              <a:spcBef>
                <a:spcPts val="479"/>
              </a:spcBef>
              <a:buClr>
                <a:srgbClr val="000000"/>
              </a:buClr>
              <a:buFont typeface="Arial"/>
              <a:buChar char="•"/>
              <a:tabLst>
                <a:tab pos="0" algn="l"/>
              </a:tabLst>
              <a:defRPr lang="en-US" sz="2400" b="0" u="none" strike="noStrike">
                <a:solidFill>
                  <a:schemeClr val="dk1"/>
                </a:solidFill>
                <a:effectLst/>
                <a:uFillTx/>
                <a:latin typeface="Calibri"/>
              </a:defRPr>
            </a:lvl1pPr>
            <a:lvl2pPr lvl="1" algn="l" defTabSz="457200">
              <a:lnSpc>
                <a:spcPct val="100000"/>
              </a:lnSpc>
              <a:spcBef>
                <a:spcPts val="400"/>
              </a:spcBef>
              <a:buClr>
                <a:srgbClr val="000000"/>
              </a:buClr>
              <a:buFont typeface="Arial"/>
              <a:buChar char="–"/>
              <a:tabLst>
                <a:tab pos="0" algn="l"/>
              </a:tabLst>
              <a:defRPr lang="en-US" sz="2000" b="0" u="none" strike="noStrike">
                <a:solidFill>
                  <a:schemeClr val="dk1"/>
                </a:solidFill>
                <a:effectLst/>
                <a:uFillTx/>
                <a:latin typeface="Calibri"/>
              </a:defRPr>
            </a:lvl2pPr>
            <a:lvl3pPr lvl="2" algn="l" defTabSz="457200">
              <a:lnSpc>
                <a:spcPct val="100000"/>
              </a:lnSpc>
              <a:spcBef>
                <a:spcPts val="360"/>
              </a:spcBef>
              <a:buClr>
                <a:srgbClr val="000000"/>
              </a:buClr>
              <a:buFont typeface="Arial"/>
              <a:buChar char="•"/>
              <a:tabLst>
                <a:tab pos="0" algn="l"/>
              </a:tabLst>
              <a:defRPr lang="en-US" sz="1800" b="0" u="none" strike="noStrike">
                <a:solidFill>
                  <a:schemeClr val="dk1"/>
                </a:solidFill>
                <a:effectLst/>
                <a:uFillTx/>
                <a:latin typeface="Calibri"/>
              </a:defRPr>
            </a:lvl3pPr>
            <a:lvl4pPr lvl="3" algn="l" defTabSz="457200">
              <a:lnSpc>
                <a:spcPct val="100000"/>
              </a:lnSpc>
              <a:spcBef>
                <a:spcPts val="320"/>
              </a:spcBef>
              <a:buClr>
                <a:srgbClr val="000000"/>
              </a:buClr>
              <a:buFont typeface="Arial"/>
              <a:buChar char="–"/>
              <a:tabLst>
                <a:tab pos="0" algn="l"/>
              </a:tabLst>
              <a:defRPr lang="en-US" sz="1600" b="0" u="none" strike="noStrike">
                <a:solidFill>
                  <a:schemeClr val="dk1"/>
                </a:solidFill>
                <a:effectLst/>
                <a:uFillTx/>
                <a:latin typeface="Calibri"/>
              </a:defRPr>
            </a:lvl4pPr>
            <a:lvl5pPr lvl="4" algn="l" defTabSz="457200">
              <a:lnSpc>
                <a:spcPct val="100000"/>
              </a:lnSpc>
              <a:spcBef>
                <a:spcPts val="320"/>
              </a:spcBef>
              <a:buClr>
                <a:srgbClr val="000000"/>
              </a:buClr>
              <a:buFont typeface="Arial"/>
              <a:buChar char="»"/>
              <a:tabLst>
                <a:tab pos="0" algn="l"/>
              </a:tabLst>
              <a:defRPr lang="en-US" sz="1600" b="0" u="none" strike="noStrike">
                <a:solidFill>
                  <a:schemeClr val="dk1"/>
                </a:solidFill>
                <a:effectLst/>
                <a:uFillTx/>
                <a:latin typeface="Calibri"/>
              </a:defRPr>
            </a:lvl5pPr>
          </a:lstStyle>
          <a:p>
            <a:pPr marL="343080" indent="-343080" algn="l" defTabSz="457200">
              <a:lnSpc>
                <a:spcPct val="100000"/>
              </a:lnSpc>
              <a:spcBef>
                <a:spcPts val="479"/>
              </a:spcBef>
              <a:buClr>
                <a:srgbClr val="000000"/>
              </a:buClr>
              <a:buFont typeface="Arial"/>
              <a:buChar char="•"/>
              <a:tabLst>
                <a:tab pos="0" algn="l"/>
              </a:tabLst>
            </a:pPr>
            <a:r>
              <a:rPr lang="en-US" sz="2400" b="0" u="none" strike="noStrike">
                <a:solidFill>
                  <a:schemeClr val="dk1"/>
                </a:solidFill>
                <a:effectLst/>
                <a:uFillTx/>
                <a:latin typeface="Calibri"/>
              </a:rPr>
              <a:t>Click to edit Master text styles</a:t>
            </a:r>
            <a:endParaRPr lang="en-US" sz="2400" b="0" u="none" strike="noStrike">
              <a:solidFill>
                <a:schemeClr val="dk1"/>
              </a:solidFill>
              <a:effectLst/>
              <a:uFillTx/>
              <a:latin typeface="Calibri"/>
            </a:endParaRPr>
          </a:p>
          <a:p>
            <a:pPr marL="743040" lvl="1" indent="-285840" algn="l" defTabSz="457200">
              <a:lnSpc>
                <a:spcPct val="100000"/>
              </a:lnSpc>
              <a:spcBef>
                <a:spcPts val="400"/>
              </a:spcBef>
              <a:buClr>
                <a:srgbClr val="000000"/>
              </a:buClr>
              <a:buFont typeface="Arial"/>
              <a:buChar char="–"/>
              <a:tabLst>
                <a:tab pos="0" algn="l"/>
              </a:tabLst>
            </a:pPr>
            <a:r>
              <a:rPr lang="en-US" sz="2000" b="0" u="none" strike="noStrike">
                <a:solidFill>
                  <a:schemeClr val="dk1"/>
                </a:solidFill>
                <a:effectLst/>
                <a:uFillTx/>
                <a:latin typeface="Calibri"/>
              </a:rPr>
              <a:t>Second level</a:t>
            </a:r>
            <a:endParaRPr lang="en-US" sz="2000" b="0" u="none" strike="noStrike">
              <a:solidFill>
                <a:schemeClr val="dk1"/>
              </a:solidFill>
              <a:effectLst/>
              <a:uFillTx/>
              <a:latin typeface="Calibri"/>
            </a:endParaRPr>
          </a:p>
          <a:p>
            <a:pPr marL="1143000" lvl="2" indent="-228600" algn="l" defTabSz="457200">
              <a:lnSpc>
                <a:spcPct val="100000"/>
              </a:lnSpc>
              <a:spcBef>
                <a:spcPts val="360"/>
              </a:spcBef>
              <a:buClr>
                <a:srgbClr val="000000"/>
              </a:buClr>
              <a:buFont typeface="Arial"/>
              <a:buChar char="•"/>
              <a:tabLst>
                <a:tab pos="0" algn="l"/>
              </a:tabLst>
            </a:pPr>
            <a:r>
              <a:rPr lang="en-US" sz="1800" b="0" u="none" strike="noStrike">
                <a:solidFill>
                  <a:schemeClr val="dk1"/>
                </a:solidFill>
                <a:effectLst/>
                <a:uFillTx/>
                <a:latin typeface="Calibri"/>
              </a:rPr>
              <a:t>Third level</a:t>
            </a:r>
            <a:endParaRPr lang="en-US" sz="1800" b="0" u="none" strike="noStrike">
              <a:solidFill>
                <a:schemeClr val="dk1"/>
              </a:solidFill>
              <a:effectLst/>
              <a:uFillTx/>
              <a:latin typeface="Calibri"/>
            </a:endParaRPr>
          </a:p>
          <a:p>
            <a:pPr marL="1600200" lvl="3" indent="-228600" algn="l" defTabSz="457200">
              <a:lnSpc>
                <a:spcPct val="100000"/>
              </a:lnSpc>
              <a:spcBef>
                <a:spcPts val="320"/>
              </a:spcBef>
              <a:buClr>
                <a:srgbClr val="000000"/>
              </a:buClr>
              <a:buFont typeface="Arial"/>
              <a:buChar char="–"/>
              <a:tabLst>
                <a:tab pos="0" algn="l"/>
              </a:tabLst>
            </a:pPr>
            <a:r>
              <a:rPr lang="en-US" sz="1600" b="0" u="none" strike="noStrike">
                <a:solidFill>
                  <a:schemeClr val="dk1"/>
                </a:solidFill>
                <a:effectLst/>
                <a:uFillTx/>
                <a:latin typeface="Calibri"/>
              </a:rPr>
              <a:t>Fourth level</a:t>
            </a:r>
            <a:endParaRPr lang="en-US" sz="1600" b="0" u="none" strike="noStrike">
              <a:solidFill>
                <a:schemeClr val="dk1"/>
              </a:solidFill>
              <a:effectLst/>
              <a:uFillTx/>
              <a:latin typeface="Calibri"/>
            </a:endParaRPr>
          </a:p>
          <a:p>
            <a:pPr marL="2057400" lvl="4" indent="-228600" algn="l" defTabSz="457200">
              <a:lnSpc>
                <a:spcPct val="100000"/>
              </a:lnSpc>
              <a:spcBef>
                <a:spcPts val="320"/>
              </a:spcBef>
              <a:buClr>
                <a:srgbClr val="000000"/>
              </a:buClr>
              <a:buFont typeface="Arial"/>
              <a:buChar char="»"/>
              <a:tabLst>
                <a:tab pos="0" algn="l"/>
              </a:tabLst>
            </a:pPr>
            <a:r>
              <a:rPr lang="en-US" sz="1600" b="0" u="none" strike="noStrike">
                <a:solidFill>
                  <a:schemeClr val="dk1"/>
                </a:solidFill>
                <a:effectLst/>
                <a:uFillTx/>
                <a:latin typeface="Calibri"/>
              </a:rPr>
              <a:t>Fifth level</a:t>
            </a:r>
            <a:endParaRPr lang="en-US" sz="1600" b="0" u="none" strike="noStrike">
              <a:solidFill>
                <a:schemeClr val="dk1"/>
              </a:solidFill>
              <a:effectLst/>
              <a:uFillTx/>
              <a:latin typeface="Calibri"/>
            </a:endParaRPr>
          </a:p>
        </p:txBody>
      </p:sp>
      <p:sp>
        <p:nvSpPr>
          <p:cNvPr id="37" name="PlaceHolder 6"/>
          <p:cNvSpPr>
            <a:spLocks noGrp="1"/>
          </p:cNvSpPr>
          <p:nvPr>
            <p:ph type="dt" idx="19"/>
          </p:nvPr>
        </p:nvSpPr>
        <p:spPr>
          <a:xfrm>
            <a:off x="457200" y="6356520"/>
            <a:ext cx="2133360" cy="364680"/>
          </a:xfrm>
          <a:prstGeom prst="rect">
            <a:avLst/>
          </a:prstGeom>
          <a:noFill/>
          <a:ln w="0">
            <a:noFill/>
          </a:ln>
        </p:spPr>
        <p:txBody>
          <a:bodyPr lIns="91440" tIns="45720" rIns="91440" bIns="45720" anchor="ctr">
            <a:noAutofit/>
          </a:bodyPr>
          <a:lstStyle>
            <a:lvl1pPr indent="0" algn="l" defTabSz="457200">
              <a:lnSpc>
                <a:spcPct val="100000"/>
              </a:lnSpc>
              <a:buNone/>
              <a:defRPr lang="en-US" sz="1200" b="0" u="none" strike="noStrike">
                <a:solidFill>
                  <a:schemeClr val="dk1">
                    <a:tint val="75000"/>
                  </a:schemeClr>
                </a:solidFill>
                <a:effectLst/>
                <a:uFillTx/>
                <a:latin typeface="Calibri"/>
              </a:defRPr>
            </a:lvl1pPr>
          </a:lstStyle>
          <a:p>
            <a:pPr indent="0" algn="l" defTabSz="457200">
              <a:lnSpc>
                <a:spcPct val="100000"/>
              </a:lnSpc>
              <a:buNone/>
            </a:pPr>
            <a:r>
              <a:rPr lang="en-US" sz="1200" b="0" u="none" strike="noStrike">
                <a:solidFill>
                  <a:schemeClr val="dk1">
                    <a:tint val="75000"/>
                  </a:schemeClr>
                </a:solidFill>
                <a:effectLst/>
                <a:uFillTx/>
                <a:latin typeface="Calibri"/>
              </a:rPr>
              <a:t>&lt;date/time&gt;</a:t>
            </a:r>
            <a:endParaRPr lang="en-US" sz="1200" b="0" u="none" strike="noStrike">
              <a:solidFill>
                <a:srgbClr val="000000"/>
              </a:solidFill>
              <a:effectLst/>
              <a:uFillTx/>
              <a:latin typeface="Times New Roman"/>
            </a:endParaRPr>
          </a:p>
        </p:txBody>
      </p:sp>
      <p:sp>
        <p:nvSpPr>
          <p:cNvPr id="38" name="PlaceHolder 7"/>
          <p:cNvSpPr>
            <a:spLocks noGrp="1"/>
          </p:cNvSpPr>
          <p:nvPr>
            <p:ph type="ftr" idx="20"/>
          </p:nvPr>
        </p:nvSpPr>
        <p:spPr>
          <a:xfrm>
            <a:off x="3124080" y="6356520"/>
            <a:ext cx="2895120" cy="364680"/>
          </a:xfrm>
          <a:prstGeom prst="rect">
            <a:avLst/>
          </a:prstGeom>
          <a:noFill/>
          <a:ln w="0">
            <a:noFill/>
          </a:ln>
        </p:spPr>
        <p:txBody>
          <a:bodyPr lIns="91440" tIns="45720" rIns="91440" bIns="45720" anchor="ctr">
            <a:noAutofit/>
          </a:bodyPr>
          <a:lstStyle>
            <a:lvl1pPr indent="0" algn="ctr">
              <a:buNone/>
              <a:defRPr lang="en-US" sz="1400" b="0" u="none" strike="noStrike">
                <a:solidFill>
                  <a:srgbClr val="000000"/>
                </a:solidFill>
                <a:effectLst/>
                <a:uFillTx/>
                <a:latin typeface="Times New Roman"/>
              </a:defRPr>
            </a:lvl1pPr>
          </a:lstStyle>
          <a:p>
            <a:pPr indent="0" algn="ctr">
              <a:buNone/>
            </a:pPr>
            <a:r>
              <a:rPr lang="en-US" sz="1400" b="0" u="none" strike="noStrike">
                <a:solidFill>
                  <a:srgbClr val="000000"/>
                </a:solidFill>
                <a:effectLst/>
                <a:uFillTx/>
                <a:latin typeface="Times New Roman"/>
              </a:rPr>
              <a:t>&lt;footer&gt;</a:t>
            </a:r>
            <a:endParaRPr lang="en-US" sz="1400" b="0" u="none" strike="noStrike">
              <a:solidFill>
                <a:srgbClr val="000000"/>
              </a:solidFill>
              <a:effectLst/>
              <a:uFillTx/>
              <a:latin typeface="Times New Roman"/>
            </a:endParaRPr>
          </a:p>
        </p:txBody>
      </p:sp>
      <p:sp>
        <p:nvSpPr>
          <p:cNvPr id="39" name="PlaceHolder 8"/>
          <p:cNvSpPr>
            <a:spLocks noGrp="1"/>
          </p:cNvSpPr>
          <p:nvPr>
            <p:ph type="sldNum" idx="21"/>
          </p:nvPr>
        </p:nvSpPr>
        <p:spPr>
          <a:xfrm>
            <a:off x="6553080" y="6356520"/>
            <a:ext cx="2133360" cy="364680"/>
          </a:xfrm>
          <a:prstGeom prst="rect">
            <a:avLst/>
          </a:prstGeom>
          <a:noFill/>
          <a:ln w="0">
            <a:noFill/>
          </a:ln>
        </p:spPr>
        <p:txBody>
          <a:bodyPr lIns="91440" tIns="45720" rIns="91440" bIns="45720" anchor="ctr">
            <a:noAutofit/>
          </a:bodyPr>
          <a:lstStyle>
            <a:lvl1pPr indent="0" algn="r" defTabSz="457200">
              <a:lnSpc>
                <a:spcPct val="100000"/>
              </a:lnSpc>
              <a:buNone/>
              <a:defRPr lang="en-US" sz="1200" b="0" u="none" strike="noStrike">
                <a:solidFill>
                  <a:schemeClr val="dk1">
                    <a:tint val="75000"/>
                  </a:schemeClr>
                </a:solidFill>
                <a:effectLst/>
                <a:uFillTx/>
                <a:latin typeface="Calibri"/>
              </a:defRPr>
            </a:lvl1pPr>
          </a:lstStyle>
          <a:p>
            <a:pPr indent="0" algn="r" defTabSz="457200">
              <a:lnSpc>
                <a:spcPct val="100000"/>
              </a:lnSpc>
              <a:buNone/>
            </a:pPr>
            <a:fld id="{2B9FD0C8-31DD-446B-8CAA-F1766C1EB835}" type="slidenum">
              <a:rPr lang="en-US" sz="1200" b="0" u="none" strike="noStrike">
                <a:solidFill>
                  <a:schemeClr val="dk1">
                    <a:tint val="75000"/>
                  </a:schemeClr>
                </a:solidFill>
                <a:effectLst/>
                <a:uFillTx/>
                <a:latin typeface="Calibri"/>
              </a:rPr>
              <a:t>&lt;number&gt;</a:t>
            </a:fld>
            <a:endParaRPr lang="en-US" sz="1200" b="0" u="none" strike="noStrike">
              <a:solidFill>
                <a:srgbClr val="000000"/>
              </a:solidFill>
              <a:effectLst/>
              <a:uFillTx/>
              <a:latin typeface="Times New Roman"/>
            </a:endParaRPr>
          </a:p>
        </p:txBody>
      </p:sp>
    </p:spTree>
  </p:cSld>
</p:sldLayout>
</file>

<file path=ppt/slideLayouts/slideLayout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bg>
      <p:bgPr>
        <a:solidFill>
          <a:srgbClr val="FFFFFF"/>
        </a:solidFill>
      </p:bgPr>
    </p:bg>
    <p:spTree>
      <p:nvGrpSpPr>
        <p:cNvPr id="1" name=""/>
        <p:cNvGrpSpPr/>
        <p:nvPr/>
      </p:nvGrpSpPr>
      <p:grpSpPr>
        <a:xfrm>
          <a:off x="0" y="0"/>
          <a:ext cx="0" cy="0"/>
          <a:chOff x="0" y="0"/>
          <a:chExt cx="0" cy="0"/>
        </a:xfrm>
      </p:grpSpPr>
      <p:sp>
        <p:nvSpPr>
          <p:cNvPr id="40" name="PlaceHolder 1"/>
          <p:cNvSpPr>
            <a:spLocks noGrp="1"/>
          </p:cNvSpPr>
          <p:nvPr>
            <p:ph type="title"/>
          </p:nvPr>
        </p:nvSpPr>
        <p:spPr>
          <a:xfrm>
            <a:off x="457200" y="274680"/>
            <a:ext cx="8229240" cy="1142640"/>
          </a:xfrm>
          <a:prstGeom prst="rect">
            <a:avLst/>
          </a:prstGeom>
          <a:noFill/>
          <a:ln w="0">
            <a:noFill/>
          </a:ln>
        </p:spPr>
        <p:txBody>
          <a:bodyPr lIns="91440" tIns="45720" rIns="91440" bIns="45720" anchor="ctr">
            <a:noAutofit/>
          </a:bodyPr>
          <a:lstStyle>
            <a:lvl1pPr indent="0" algn="ctr" defTabSz="457200">
              <a:lnSpc>
                <a:spcPct val="100000"/>
              </a:lnSpc>
              <a:buNone/>
              <a:defRPr lang="en-US" sz="4400" b="0" u="none" strike="noStrike">
                <a:solidFill>
                  <a:schemeClr val="dk1"/>
                </a:solidFill>
                <a:effectLst/>
                <a:uFillTx/>
                <a:latin typeface="Calibri"/>
              </a:defRPr>
            </a:lvl1pPr>
          </a:lstStyle>
          <a:p>
            <a:pPr indent="0" algn="ctr" defTabSz="457200">
              <a:lnSpc>
                <a:spcPct val="100000"/>
              </a:lnSpc>
              <a:buNone/>
            </a:pPr>
            <a:r>
              <a:rPr lang="en-US" sz="4400" b="0" u="none" strike="noStrike">
                <a:solidFill>
                  <a:schemeClr val="dk1"/>
                </a:solidFill>
                <a:effectLst/>
                <a:uFillTx/>
                <a:latin typeface="Calibri"/>
              </a:rPr>
              <a:t>Cli</a:t>
            </a:r>
            <a:r>
              <a:rPr lang="en-US" sz="4400" b="0" u="none" strike="noStrike">
                <a:solidFill>
                  <a:schemeClr val="dk1"/>
                </a:solidFill>
                <a:effectLst/>
                <a:uFillTx/>
                <a:latin typeface="Calibri"/>
              </a:rPr>
              <a:t>ck </a:t>
            </a:r>
            <a:r>
              <a:rPr lang="en-US" sz="4400" b="0" u="none" strike="noStrike">
                <a:solidFill>
                  <a:schemeClr val="dk1"/>
                </a:solidFill>
                <a:effectLst/>
                <a:uFillTx/>
                <a:latin typeface="Calibri"/>
              </a:rPr>
              <a:t>to </a:t>
            </a:r>
            <a:r>
              <a:rPr lang="en-US" sz="4400" b="0" u="none" strike="noStrike">
                <a:solidFill>
                  <a:schemeClr val="dk1"/>
                </a:solidFill>
                <a:effectLst/>
                <a:uFillTx/>
                <a:latin typeface="Calibri"/>
              </a:rPr>
              <a:t>ed</a:t>
            </a:r>
            <a:r>
              <a:rPr lang="en-US" sz="4400" b="0" u="none" strike="noStrike">
                <a:solidFill>
                  <a:schemeClr val="dk1"/>
                </a:solidFill>
                <a:effectLst/>
                <a:uFillTx/>
                <a:latin typeface="Calibri"/>
              </a:rPr>
              <a:t>it </a:t>
            </a:r>
            <a:r>
              <a:rPr lang="en-US" sz="4400" b="0" u="none" strike="noStrike">
                <a:solidFill>
                  <a:schemeClr val="dk1"/>
                </a:solidFill>
                <a:effectLst/>
                <a:uFillTx/>
                <a:latin typeface="Calibri"/>
              </a:rPr>
              <a:t>M</a:t>
            </a:r>
            <a:r>
              <a:rPr lang="en-US" sz="4400" b="0" u="none" strike="noStrike">
                <a:solidFill>
                  <a:schemeClr val="dk1"/>
                </a:solidFill>
                <a:effectLst/>
                <a:uFillTx/>
                <a:latin typeface="Calibri"/>
              </a:rPr>
              <a:t>as</a:t>
            </a:r>
            <a:r>
              <a:rPr lang="en-US" sz="4400" b="0" u="none" strike="noStrike">
                <a:solidFill>
                  <a:schemeClr val="dk1"/>
                </a:solidFill>
                <a:effectLst/>
                <a:uFillTx/>
                <a:latin typeface="Calibri"/>
              </a:rPr>
              <a:t>te</a:t>
            </a:r>
            <a:r>
              <a:rPr lang="en-US" sz="4400" b="0" u="none" strike="noStrike">
                <a:solidFill>
                  <a:schemeClr val="dk1"/>
                </a:solidFill>
                <a:effectLst/>
                <a:uFillTx/>
                <a:latin typeface="Calibri"/>
              </a:rPr>
              <a:t>r </a:t>
            </a:r>
            <a:r>
              <a:rPr lang="en-US" sz="4400" b="0" u="none" strike="noStrike">
                <a:solidFill>
                  <a:schemeClr val="dk1"/>
                </a:solidFill>
                <a:effectLst/>
                <a:uFillTx/>
                <a:latin typeface="Calibri"/>
              </a:rPr>
              <a:t>tit</a:t>
            </a:r>
            <a:r>
              <a:rPr lang="en-US" sz="4400" b="0" u="none" strike="noStrike">
                <a:solidFill>
                  <a:schemeClr val="dk1"/>
                </a:solidFill>
                <a:effectLst/>
                <a:uFillTx/>
                <a:latin typeface="Calibri"/>
              </a:rPr>
              <a:t>le </a:t>
            </a:r>
            <a:r>
              <a:rPr lang="en-US" sz="4400" b="0" u="none" strike="noStrike">
                <a:solidFill>
                  <a:schemeClr val="dk1"/>
                </a:solidFill>
                <a:effectLst/>
                <a:uFillTx/>
                <a:latin typeface="Calibri"/>
              </a:rPr>
              <a:t>st</a:t>
            </a:r>
            <a:r>
              <a:rPr lang="en-US" sz="4400" b="0" u="none" strike="noStrike">
                <a:solidFill>
                  <a:schemeClr val="dk1"/>
                </a:solidFill>
                <a:effectLst/>
                <a:uFillTx/>
                <a:latin typeface="Calibri"/>
              </a:rPr>
              <a:t>yl</a:t>
            </a:r>
            <a:r>
              <a:rPr lang="en-US" sz="4400" b="0" u="none" strike="noStrike">
                <a:solidFill>
                  <a:schemeClr val="dk1"/>
                </a:solidFill>
                <a:effectLst/>
                <a:uFillTx/>
                <a:latin typeface="Calibri"/>
              </a:rPr>
              <a:t>e</a:t>
            </a:r>
            <a:endParaRPr lang="en-US" sz="4400" b="0" u="none" strike="noStrike">
              <a:solidFill>
                <a:schemeClr val="dk1"/>
              </a:solidFill>
              <a:effectLst/>
              <a:uFillTx/>
              <a:latin typeface="Calibri"/>
            </a:endParaRPr>
          </a:p>
        </p:txBody>
      </p:sp>
      <p:sp>
        <p:nvSpPr>
          <p:cNvPr id="41" name="PlaceHolder 2"/>
          <p:cNvSpPr>
            <a:spLocks noGrp="1"/>
          </p:cNvSpPr>
          <p:nvPr>
            <p:ph type="dt" idx="22"/>
          </p:nvPr>
        </p:nvSpPr>
        <p:spPr>
          <a:xfrm>
            <a:off x="457200" y="6356520"/>
            <a:ext cx="2133360" cy="364680"/>
          </a:xfrm>
          <a:prstGeom prst="rect">
            <a:avLst/>
          </a:prstGeom>
          <a:noFill/>
          <a:ln w="0">
            <a:noFill/>
          </a:ln>
        </p:spPr>
        <p:txBody>
          <a:bodyPr lIns="91440" tIns="45720" rIns="91440" bIns="45720" anchor="ctr">
            <a:noAutofit/>
          </a:bodyPr>
          <a:lstStyle>
            <a:lvl1pPr indent="0" algn="l" defTabSz="457200">
              <a:lnSpc>
                <a:spcPct val="100000"/>
              </a:lnSpc>
              <a:buNone/>
              <a:defRPr lang="en-US" sz="1200" b="0" u="none" strike="noStrike">
                <a:solidFill>
                  <a:schemeClr val="dk1">
                    <a:tint val="75000"/>
                  </a:schemeClr>
                </a:solidFill>
                <a:effectLst/>
                <a:uFillTx/>
                <a:latin typeface="Calibri"/>
              </a:defRPr>
            </a:lvl1pPr>
          </a:lstStyle>
          <a:p>
            <a:pPr indent="0" algn="l" defTabSz="457200">
              <a:lnSpc>
                <a:spcPct val="100000"/>
              </a:lnSpc>
              <a:buNone/>
            </a:pPr>
            <a:r>
              <a:rPr lang="en-US" sz="1200" b="0" u="none" strike="noStrike">
                <a:solidFill>
                  <a:schemeClr val="dk1">
                    <a:tint val="75000"/>
                  </a:schemeClr>
                </a:solidFill>
                <a:effectLst/>
                <a:uFillTx/>
                <a:latin typeface="Calibri"/>
              </a:rPr>
              <a:t>&lt;date/time&gt;</a:t>
            </a:r>
            <a:endParaRPr lang="en-US" sz="1200" b="0" u="none" strike="noStrike">
              <a:solidFill>
                <a:srgbClr val="000000"/>
              </a:solidFill>
              <a:effectLst/>
              <a:uFillTx/>
              <a:latin typeface="Times New Roman"/>
            </a:endParaRPr>
          </a:p>
        </p:txBody>
      </p:sp>
      <p:sp>
        <p:nvSpPr>
          <p:cNvPr id="42" name="PlaceHolder 3"/>
          <p:cNvSpPr>
            <a:spLocks noGrp="1"/>
          </p:cNvSpPr>
          <p:nvPr>
            <p:ph type="ftr" idx="23"/>
          </p:nvPr>
        </p:nvSpPr>
        <p:spPr>
          <a:xfrm>
            <a:off x="3124080" y="6356520"/>
            <a:ext cx="2895120" cy="364680"/>
          </a:xfrm>
          <a:prstGeom prst="rect">
            <a:avLst/>
          </a:prstGeom>
          <a:noFill/>
          <a:ln w="0">
            <a:noFill/>
          </a:ln>
        </p:spPr>
        <p:txBody>
          <a:bodyPr lIns="91440" tIns="45720" rIns="91440" bIns="45720" anchor="ctr">
            <a:noAutofit/>
          </a:bodyPr>
          <a:lstStyle>
            <a:lvl1pPr indent="0" algn="ctr">
              <a:buNone/>
              <a:defRPr lang="en-US" sz="1400" b="0" u="none" strike="noStrike">
                <a:solidFill>
                  <a:srgbClr val="000000"/>
                </a:solidFill>
                <a:effectLst/>
                <a:uFillTx/>
                <a:latin typeface="Times New Roman"/>
              </a:defRPr>
            </a:lvl1pPr>
          </a:lstStyle>
          <a:p>
            <a:pPr indent="0" algn="ctr">
              <a:buNone/>
            </a:pPr>
            <a:r>
              <a:rPr lang="en-US" sz="1400" b="0" u="none" strike="noStrike">
                <a:solidFill>
                  <a:srgbClr val="000000"/>
                </a:solidFill>
                <a:effectLst/>
                <a:uFillTx/>
                <a:latin typeface="Times New Roman"/>
              </a:rPr>
              <a:t>&lt;footer&gt;</a:t>
            </a:r>
            <a:endParaRPr lang="en-US" sz="1400" b="0" u="none" strike="noStrike">
              <a:solidFill>
                <a:srgbClr val="000000"/>
              </a:solidFill>
              <a:effectLst/>
              <a:uFillTx/>
              <a:latin typeface="Times New Roman"/>
            </a:endParaRPr>
          </a:p>
        </p:txBody>
      </p:sp>
      <p:sp>
        <p:nvSpPr>
          <p:cNvPr id="43" name="PlaceHolder 4"/>
          <p:cNvSpPr>
            <a:spLocks noGrp="1"/>
          </p:cNvSpPr>
          <p:nvPr>
            <p:ph type="sldNum" idx="24"/>
          </p:nvPr>
        </p:nvSpPr>
        <p:spPr>
          <a:xfrm>
            <a:off x="6553080" y="6356520"/>
            <a:ext cx="2133360" cy="364680"/>
          </a:xfrm>
          <a:prstGeom prst="rect">
            <a:avLst/>
          </a:prstGeom>
          <a:noFill/>
          <a:ln w="0">
            <a:noFill/>
          </a:ln>
        </p:spPr>
        <p:txBody>
          <a:bodyPr lIns="91440" tIns="45720" rIns="91440" bIns="45720" anchor="ctr">
            <a:noAutofit/>
          </a:bodyPr>
          <a:lstStyle>
            <a:lvl1pPr indent="0" algn="r" defTabSz="457200">
              <a:lnSpc>
                <a:spcPct val="100000"/>
              </a:lnSpc>
              <a:buNone/>
              <a:defRPr lang="en-US" sz="1200" b="0" u="none" strike="noStrike">
                <a:solidFill>
                  <a:schemeClr val="dk1">
                    <a:tint val="75000"/>
                  </a:schemeClr>
                </a:solidFill>
                <a:effectLst/>
                <a:uFillTx/>
                <a:latin typeface="Calibri"/>
              </a:defRPr>
            </a:lvl1pPr>
          </a:lstStyle>
          <a:p>
            <a:pPr indent="0" algn="r" defTabSz="457200">
              <a:lnSpc>
                <a:spcPct val="100000"/>
              </a:lnSpc>
              <a:buNone/>
            </a:pPr>
            <a:fld id="{C10558ED-150D-447F-8EFE-1B8751355101}" type="slidenum">
              <a:rPr lang="en-US" sz="1200" b="0" u="none" strike="noStrike">
                <a:solidFill>
                  <a:schemeClr val="dk1">
                    <a:tint val="75000"/>
                  </a:schemeClr>
                </a:solidFill>
                <a:effectLst/>
                <a:uFillTx/>
                <a:latin typeface="Calibri"/>
              </a:rPr>
              <a:t>&lt;number&gt;</a:t>
            </a:fld>
            <a:endParaRPr lang="en-US" sz="1200" b="0" u="none" strike="noStrike">
              <a:solidFill>
                <a:srgbClr val="000000"/>
              </a:solidFill>
              <a:effectLst/>
              <a:uFillTx/>
              <a:latin typeface="Times New Roman"/>
            </a:endParaRPr>
          </a:p>
        </p:txBody>
      </p:sp>
    </p:spTree>
  </p:cSld>
</p:sldLayout>
</file>

<file path=ppt/slideLayouts/slideLayout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p:bg>
      <p:bgPr>
        <a:solidFill>
          <a:srgbClr val="FFFFFF"/>
        </a:solidFill>
      </p:bgPr>
    </p:bg>
    <p:spTree>
      <p:nvGrpSpPr>
        <p:cNvPr id="1" name=""/>
        <p:cNvGrpSpPr/>
        <p:nvPr/>
      </p:nvGrpSpPr>
      <p:grpSpPr>
        <a:xfrm>
          <a:off x="0" y="0"/>
          <a:ext cx="0" cy="0"/>
          <a:chOff x="0" y="0"/>
          <a:chExt cx="0" cy="0"/>
        </a:xfrm>
      </p:grpSpPr>
      <p:sp>
        <p:nvSpPr>
          <p:cNvPr id="44" name="PlaceHolder 1"/>
          <p:cNvSpPr>
            <a:spLocks noGrp="1"/>
          </p:cNvSpPr>
          <p:nvPr>
            <p:ph type="dt" idx="25"/>
          </p:nvPr>
        </p:nvSpPr>
        <p:spPr>
          <a:xfrm>
            <a:off x="457200" y="6356520"/>
            <a:ext cx="2133360" cy="364680"/>
          </a:xfrm>
          <a:prstGeom prst="rect">
            <a:avLst/>
          </a:prstGeom>
          <a:noFill/>
          <a:ln w="0">
            <a:noFill/>
          </a:ln>
        </p:spPr>
        <p:txBody>
          <a:bodyPr lIns="91440" tIns="45720" rIns="91440" bIns="45720" anchor="ctr">
            <a:noAutofit/>
          </a:bodyPr>
          <a:lstStyle>
            <a:lvl1pPr indent="0" algn="l" defTabSz="457200">
              <a:lnSpc>
                <a:spcPct val="100000"/>
              </a:lnSpc>
              <a:buNone/>
              <a:defRPr lang="en-US" sz="1200" b="0" u="none" strike="noStrike">
                <a:solidFill>
                  <a:schemeClr val="dk1">
                    <a:tint val="75000"/>
                  </a:schemeClr>
                </a:solidFill>
                <a:effectLst/>
                <a:uFillTx/>
                <a:latin typeface="Calibri"/>
              </a:defRPr>
            </a:lvl1pPr>
          </a:lstStyle>
          <a:p>
            <a:pPr indent="0" algn="l" defTabSz="457200">
              <a:lnSpc>
                <a:spcPct val="100000"/>
              </a:lnSpc>
              <a:buNone/>
            </a:pPr>
            <a:r>
              <a:rPr lang="en-US" sz="1200" b="0" u="none" strike="noStrike">
                <a:solidFill>
                  <a:schemeClr val="dk1">
                    <a:tint val="75000"/>
                  </a:schemeClr>
                </a:solidFill>
                <a:effectLst/>
                <a:uFillTx/>
                <a:latin typeface="Calibri"/>
              </a:rPr>
              <a:t>&lt;date/time&gt;</a:t>
            </a:r>
            <a:endParaRPr lang="en-US" sz="1200" b="0" u="none" strike="noStrike">
              <a:solidFill>
                <a:srgbClr val="000000"/>
              </a:solidFill>
              <a:effectLst/>
              <a:uFillTx/>
              <a:latin typeface="Times New Roman"/>
            </a:endParaRPr>
          </a:p>
        </p:txBody>
      </p:sp>
      <p:sp>
        <p:nvSpPr>
          <p:cNvPr id="45" name="PlaceHolder 2"/>
          <p:cNvSpPr>
            <a:spLocks noGrp="1"/>
          </p:cNvSpPr>
          <p:nvPr>
            <p:ph type="ftr" idx="26"/>
          </p:nvPr>
        </p:nvSpPr>
        <p:spPr>
          <a:xfrm>
            <a:off x="3124080" y="6356520"/>
            <a:ext cx="2895120" cy="364680"/>
          </a:xfrm>
          <a:prstGeom prst="rect">
            <a:avLst/>
          </a:prstGeom>
          <a:noFill/>
          <a:ln w="0">
            <a:noFill/>
          </a:ln>
        </p:spPr>
        <p:txBody>
          <a:bodyPr lIns="91440" tIns="45720" rIns="91440" bIns="45720" anchor="ctr">
            <a:noAutofit/>
          </a:bodyPr>
          <a:lstStyle>
            <a:lvl1pPr indent="0" algn="ctr">
              <a:buNone/>
              <a:defRPr lang="en-US" sz="1400" b="0" u="none" strike="noStrike">
                <a:solidFill>
                  <a:srgbClr val="000000"/>
                </a:solidFill>
                <a:effectLst/>
                <a:uFillTx/>
                <a:latin typeface="Times New Roman"/>
              </a:defRPr>
            </a:lvl1pPr>
          </a:lstStyle>
          <a:p>
            <a:pPr indent="0" algn="ctr">
              <a:buNone/>
            </a:pPr>
            <a:r>
              <a:rPr lang="en-US" sz="1400" b="0" u="none" strike="noStrike">
                <a:solidFill>
                  <a:srgbClr val="000000"/>
                </a:solidFill>
                <a:effectLst/>
                <a:uFillTx/>
                <a:latin typeface="Times New Roman"/>
              </a:rPr>
              <a:t>&lt;footer&gt;</a:t>
            </a:r>
            <a:endParaRPr lang="en-US" sz="1400" b="0" u="none" strike="noStrike">
              <a:solidFill>
                <a:srgbClr val="000000"/>
              </a:solidFill>
              <a:effectLst/>
              <a:uFillTx/>
              <a:latin typeface="Times New Roman"/>
            </a:endParaRPr>
          </a:p>
        </p:txBody>
      </p:sp>
      <p:sp>
        <p:nvSpPr>
          <p:cNvPr id="46" name="PlaceHolder 3"/>
          <p:cNvSpPr>
            <a:spLocks noGrp="1"/>
          </p:cNvSpPr>
          <p:nvPr>
            <p:ph type="sldNum" idx="27"/>
          </p:nvPr>
        </p:nvSpPr>
        <p:spPr>
          <a:xfrm>
            <a:off x="6553080" y="6356520"/>
            <a:ext cx="2133360" cy="364680"/>
          </a:xfrm>
          <a:prstGeom prst="rect">
            <a:avLst/>
          </a:prstGeom>
          <a:noFill/>
          <a:ln w="0">
            <a:noFill/>
          </a:ln>
        </p:spPr>
        <p:txBody>
          <a:bodyPr lIns="91440" tIns="45720" rIns="91440" bIns="45720" anchor="ctr">
            <a:noAutofit/>
          </a:bodyPr>
          <a:lstStyle>
            <a:lvl1pPr indent="0" algn="r" defTabSz="457200">
              <a:lnSpc>
                <a:spcPct val="100000"/>
              </a:lnSpc>
              <a:buNone/>
              <a:defRPr lang="en-US" sz="1200" b="0" u="none" strike="noStrike">
                <a:solidFill>
                  <a:schemeClr val="dk1">
                    <a:tint val="75000"/>
                  </a:schemeClr>
                </a:solidFill>
                <a:effectLst/>
                <a:uFillTx/>
                <a:latin typeface="Calibri"/>
              </a:defRPr>
            </a:lvl1pPr>
          </a:lstStyle>
          <a:p>
            <a:pPr indent="0" algn="r" defTabSz="457200">
              <a:lnSpc>
                <a:spcPct val="100000"/>
              </a:lnSpc>
              <a:buNone/>
            </a:pPr>
            <a:fld id="{2FF86847-0C98-473F-9D3B-C64B4021ACED}" type="slidenum">
              <a:rPr lang="en-US" sz="1200" b="0" u="none" strike="noStrike">
                <a:solidFill>
                  <a:schemeClr val="dk1">
                    <a:tint val="75000"/>
                  </a:schemeClr>
                </a:solidFill>
                <a:effectLst/>
                <a:uFillTx/>
                <a:latin typeface="Calibri"/>
              </a:rPr>
              <a:t>&lt;number&gt;</a:t>
            </a:fld>
            <a:endParaRPr lang="en-US" sz="1200" b="0" u="none" strike="noStrike">
              <a:solidFill>
                <a:srgbClr val="000000"/>
              </a:solidFill>
              <a:effectLst/>
              <a:uFillTx/>
              <a:latin typeface="Times New Roman"/>
            </a:endParaRPr>
          </a:p>
        </p:txBody>
      </p:sp>
      <p:sp>
        <p:nvSpPr>
          <p:cNvPr id="47" name="PlaceHolder 4"/>
          <p:cNvSpPr>
            <a:spLocks noGrp="1"/>
          </p:cNvSpPr>
          <p:nvPr>
            <p:ph type="title"/>
          </p:nvPr>
        </p:nvSpPr>
        <p:spPr>
          <a:xfrm>
            <a:off x="609480" y="273600"/>
            <a:ext cx="10972080" cy="1144800"/>
          </a:xfrm>
          <a:prstGeom prst="rect">
            <a:avLst/>
          </a:prstGeom>
          <a:noFill/>
          <a:ln w="0">
            <a:noFill/>
          </a:ln>
        </p:spPr>
        <p:txBody>
          <a:bodyPr lIns="0" tIns="0" rIns="0" bIns="0" anchor="ctr">
            <a:noAutofit/>
          </a:bodyPr>
          <a:lstStyle>
            <a:lvl1pPr indent="0" algn="ctr" defTabSz="457200">
              <a:buNone/>
              <a:defRPr lang="en-US" sz="4400" b="0" u="none" strike="noStrike">
                <a:solidFill>
                  <a:schemeClr val="dk1"/>
                </a:solidFill>
                <a:effectLst/>
                <a:uFillTx/>
                <a:latin typeface="Calibri"/>
              </a:defRPr>
            </a:lvl1pPr>
          </a:lstStyle>
          <a:p>
            <a:pPr indent="0" algn="ctr" defTabSz="457200">
              <a:buNone/>
            </a:pPr>
            <a:r>
              <a:rPr lang="en-US" sz="4400" b="0" u="none" strike="noStrike">
                <a:solidFill>
                  <a:schemeClr val="dk1"/>
                </a:solidFill>
                <a:effectLst/>
                <a:uFillTx/>
                <a:latin typeface="Calibri"/>
              </a:rPr>
              <a:t>Cli</a:t>
            </a:r>
            <a:r>
              <a:rPr lang="en-US" sz="4400" b="0" u="none" strike="noStrike">
                <a:solidFill>
                  <a:schemeClr val="dk1"/>
                </a:solidFill>
                <a:effectLst/>
                <a:uFillTx/>
                <a:latin typeface="Calibri"/>
              </a:rPr>
              <a:t>ck </a:t>
            </a:r>
            <a:r>
              <a:rPr lang="en-US" sz="4400" b="0" u="none" strike="noStrike">
                <a:solidFill>
                  <a:schemeClr val="dk1"/>
                </a:solidFill>
                <a:effectLst/>
                <a:uFillTx/>
                <a:latin typeface="Calibri"/>
              </a:rPr>
              <a:t>to </a:t>
            </a:r>
            <a:r>
              <a:rPr lang="en-US" sz="4400" b="0" u="none" strike="noStrike">
                <a:solidFill>
                  <a:schemeClr val="dk1"/>
                </a:solidFill>
                <a:effectLst/>
                <a:uFillTx/>
                <a:latin typeface="Calibri"/>
              </a:rPr>
              <a:t>ed</a:t>
            </a:r>
            <a:r>
              <a:rPr lang="en-US" sz="4400" b="0" u="none" strike="noStrike">
                <a:solidFill>
                  <a:schemeClr val="dk1"/>
                </a:solidFill>
                <a:effectLst/>
                <a:uFillTx/>
                <a:latin typeface="Calibri"/>
              </a:rPr>
              <a:t>it </a:t>
            </a:r>
            <a:r>
              <a:rPr lang="en-US" sz="4400" b="0" u="none" strike="noStrike">
                <a:solidFill>
                  <a:schemeClr val="dk1"/>
                </a:solidFill>
                <a:effectLst/>
                <a:uFillTx/>
                <a:latin typeface="Calibri"/>
              </a:rPr>
              <a:t>th</a:t>
            </a:r>
            <a:r>
              <a:rPr lang="en-US" sz="4400" b="0" u="none" strike="noStrike">
                <a:solidFill>
                  <a:schemeClr val="dk1"/>
                </a:solidFill>
                <a:effectLst/>
                <a:uFillTx/>
                <a:latin typeface="Calibri"/>
              </a:rPr>
              <a:t>e </a:t>
            </a:r>
            <a:r>
              <a:rPr lang="en-US" sz="4400" b="0" u="none" strike="noStrike">
                <a:solidFill>
                  <a:schemeClr val="dk1"/>
                </a:solidFill>
                <a:effectLst/>
                <a:uFillTx/>
                <a:latin typeface="Calibri"/>
              </a:rPr>
              <a:t>tit</a:t>
            </a:r>
            <a:r>
              <a:rPr lang="en-US" sz="4400" b="0" u="none" strike="noStrike">
                <a:solidFill>
                  <a:schemeClr val="dk1"/>
                </a:solidFill>
                <a:effectLst/>
                <a:uFillTx/>
                <a:latin typeface="Calibri"/>
              </a:rPr>
              <a:t>le </a:t>
            </a:r>
            <a:r>
              <a:rPr lang="en-US" sz="4400" b="0" u="none" strike="noStrike">
                <a:solidFill>
                  <a:schemeClr val="dk1"/>
                </a:solidFill>
                <a:effectLst/>
                <a:uFillTx/>
                <a:latin typeface="Calibri"/>
              </a:rPr>
              <a:t>te</a:t>
            </a:r>
            <a:r>
              <a:rPr lang="en-US" sz="4400" b="0" u="none" strike="noStrike">
                <a:solidFill>
                  <a:schemeClr val="dk1"/>
                </a:solidFill>
                <a:effectLst/>
                <a:uFillTx/>
                <a:latin typeface="Calibri"/>
              </a:rPr>
              <a:t>xt </a:t>
            </a:r>
            <a:r>
              <a:rPr lang="en-US" sz="4400" b="0" u="none" strike="noStrike">
                <a:solidFill>
                  <a:schemeClr val="dk1"/>
                </a:solidFill>
                <a:effectLst/>
                <a:uFillTx/>
                <a:latin typeface="Calibri"/>
              </a:rPr>
              <a:t>fo</a:t>
            </a:r>
            <a:r>
              <a:rPr lang="en-US" sz="4400" b="0" u="none" strike="noStrike">
                <a:solidFill>
                  <a:schemeClr val="dk1"/>
                </a:solidFill>
                <a:effectLst/>
                <a:uFillTx/>
                <a:latin typeface="Calibri"/>
              </a:rPr>
              <a:t>r</a:t>
            </a:r>
            <a:r>
              <a:rPr lang="en-US" sz="4400" b="0" u="none" strike="noStrike">
                <a:solidFill>
                  <a:schemeClr val="dk1"/>
                </a:solidFill>
                <a:effectLst/>
                <a:uFillTx/>
                <a:latin typeface="Calibri"/>
              </a:rPr>
              <a:t>m</a:t>
            </a:r>
            <a:r>
              <a:rPr lang="en-US" sz="4400" b="0" u="none" strike="noStrike">
                <a:solidFill>
                  <a:schemeClr val="dk1"/>
                </a:solidFill>
                <a:effectLst/>
                <a:uFillTx/>
                <a:latin typeface="Calibri"/>
              </a:rPr>
              <a:t>at</a:t>
            </a:r>
            <a:endParaRPr lang="en-US" sz="4400" b="0" u="none" strike="noStrike">
              <a:solidFill>
                <a:schemeClr val="dk1"/>
              </a:solidFill>
              <a:effectLst/>
              <a:uFillTx/>
              <a:latin typeface="Calibri"/>
            </a:endParaRPr>
          </a:p>
        </p:txBody>
      </p:sp>
      <p:sp>
        <p:nvSpPr>
          <p:cNvPr id="48" name="PlaceHolder 5"/>
          <p:cNvSpPr>
            <a:spLocks noGrp="1"/>
          </p:cNvSpPr>
          <p:nvPr>
            <p:ph type="body"/>
          </p:nvPr>
        </p:nvSpPr>
        <p:spPr>
          <a:xfrm>
            <a:off x="609480" y="1604520"/>
            <a:ext cx="10972080" cy="3977280"/>
          </a:xfrm>
          <a:prstGeom prst="rect">
            <a:avLst/>
          </a:prstGeom>
          <a:noFill/>
          <a:ln w="0">
            <a:noFill/>
          </a:ln>
        </p:spPr>
        <p:txBody>
          <a:bodyPr lIns="0" tIns="0" rIns="0" bIns="0" anchor="t">
            <a:normAutofit/>
          </a:bodyPr>
          <a:lstStyle>
            <a:lvl1pPr algn="l" defTabSz="457200">
              <a:spcBef>
                <a:spcPts val="641"/>
              </a:spcBef>
              <a:buClr>
                <a:srgbClr val="000000"/>
              </a:buClr>
              <a:buFont typeface="Arial"/>
              <a:buChar char="•"/>
              <a:defRPr lang="en-US" sz="3200" b="0" u="none" strike="noStrike">
                <a:solidFill>
                  <a:schemeClr val="dk1"/>
                </a:solidFill>
                <a:effectLst/>
                <a:uFillTx/>
                <a:latin typeface="Calibri"/>
              </a:defRPr>
            </a:lvl1pPr>
            <a:lvl2pPr lvl="1" algn="l" defTabSz="457200">
              <a:spcBef>
                <a:spcPts val="561"/>
              </a:spcBef>
              <a:buClr>
                <a:srgbClr val="000000"/>
              </a:buClr>
              <a:buSzPct val="75000"/>
              <a:buFont typeface="Symbol" charset="2"/>
              <a:buChar char=""/>
              <a:defRPr lang="en-US" sz="2800" b="0" u="none" strike="noStrike">
                <a:solidFill>
                  <a:schemeClr val="dk1"/>
                </a:solidFill>
                <a:effectLst/>
                <a:uFillTx/>
                <a:latin typeface="Calibri"/>
              </a:defRPr>
            </a:lvl2pPr>
            <a:lvl3pPr lvl="2" algn="l" defTabSz="457200">
              <a:spcBef>
                <a:spcPts val="479"/>
              </a:spcBef>
              <a:buClr>
                <a:srgbClr val="000000"/>
              </a:buClr>
              <a:buSzPct val="45000"/>
              <a:buFont typeface="Wingdings" charset="2"/>
              <a:buChar char=""/>
              <a:defRPr lang="en-US" sz="2400" b="0" u="none" strike="noStrike">
                <a:solidFill>
                  <a:schemeClr val="dk1"/>
                </a:solidFill>
                <a:effectLst/>
                <a:uFillTx/>
                <a:latin typeface="Calibri"/>
              </a:defRPr>
            </a:lvl3pPr>
            <a:lvl4pPr lvl="3" algn="l" defTabSz="457200">
              <a:spcBef>
                <a:spcPts val="400"/>
              </a:spcBef>
              <a:buClr>
                <a:srgbClr val="000000"/>
              </a:buClr>
              <a:buSzPct val="75000"/>
              <a:buFont typeface="Symbol" charset="2"/>
              <a:buChar char=""/>
              <a:defRPr lang="en-US" sz="2000" b="0" u="none" strike="noStrike">
                <a:solidFill>
                  <a:schemeClr val="dk1"/>
                </a:solidFill>
                <a:effectLst/>
                <a:uFillTx/>
                <a:latin typeface="Calibri"/>
              </a:defRPr>
            </a:lvl4pPr>
            <a:lvl5pPr lvl="4" algn="l" defTabSz="457200">
              <a:spcBef>
                <a:spcPts val="400"/>
              </a:spcBef>
              <a:buClr>
                <a:srgbClr val="000000"/>
              </a:buClr>
              <a:buSzPct val="45000"/>
              <a:buFont typeface="Wingdings" charset="2"/>
              <a:buChar char=""/>
              <a:defRPr lang="en-US" sz="2000" b="0" u="none" strike="noStrike">
                <a:solidFill>
                  <a:schemeClr val="dk1"/>
                </a:solidFill>
                <a:effectLst/>
                <a:uFillTx/>
                <a:latin typeface="Calibri"/>
              </a:defRPr>
            </a:lvl5pPr>
            <a:lvl6pPr lvl="5" algn="l" defTabSz="457200">
              <a:spcBef>
                <a:spcPts val="283"/>
              </a:spcBef>
              <a:buClr>
                <a:srgbClr val="000000"/>
              </a:buClr>
              <a:buSzPct val="45000"/>
              <a:buFont typeface="Wingdings" charset="2"/>
              <a:buChar char=""/>
              <a:defRPr lang="en-US" sz="2000" b="0" u="none" strike="noStrike">
                <a:solidFill>
                  <a:schemeClr val="dk1"/>
                </a:solidFill>
                <a:effectLst/>
                <a:uFillTx/>
                <a:latin typeface="Calibri"/>
              </a:defRPr>
            </a:lvl6pPr>
            <a:lvl7pPr lvl="6" algn="l" defTabSz="457200">
              <a:spcBef>
                <a:spcPts val="283"/>
              </a:spcBef>
              <a:buClr>
                <a:srgbClr val="000000"/>
              </a:buClr>
              <a:buSzPct val="45000"/>
              <a:buFont typeface="Wingdings" charset="2"/>
              <a:buChar char=""/>
              <a:defRPr lang="en-US" sz="2000" b="0" u="none" strike="noStrike">
                <a:solidFill>
                  <a:schemeClr val="dk1"/>
                </a:solidFill>
                <a:effectLst/>
                <a:uFillTx/>
                <a:latin typeface="Calibri"/>
              </a:defRPr>
            </a:lvl7pPr>
          </a:lstStyle>
          <a:p>
            <a:pPr marL="343080" indent="-343080" algn="l" defTabSz="457200">
              <a:spcBef>
                <a:spcPts val="641"/>
              </a:spcBef>
              <a:buClr>
                <a:srgbClr val="000000"/>
              </a:buClr>
              <a:buFont typeface="Arial"/>
              <a:buChar char="•"/>
            </a:pPr>
            <a:r>
              <a:rPr lang="en-US" sz="3200" b="0" u="none" strike="noStrike">
                <a:solidFill>
                  <a:schemeClr val="dk1"/>
                </a:solidFill>
                <a:effectLst/>
                <a:uFillTx/>
                <a:latin typeface="Calibri"/>
              </a:rPr>
              <a:t>Click to edit the outline text format</a:t>
            </a:r>
            <a:endParaRPr lang="en-US" sz="3200" b="0" u="none" strike="noStrike">
              <a:solidFill>
                <a:schemeClr val="dk1"/>
              </a:solidFill>
              <a:effectLst/>
              <a:uFillTx/>
              <a:latin typeface="Calibri"/>
            </a:endParaRPr>
          </a:p>
          <a:p>
            <a:pPr marL="864000" lvl="1" indent="-324000" algn="l" defTabSz="457200">
              <a:spcBef>
                <a:spcPts val="561"/>
              </a:spcBef>
              <a:buClr>
                <a:srgbClr val="000000"/>
              </a:buClr>
              <a:buSzPct val="75000"/>
              <a:buFont typeface="Symbol" charset="2"/>
              <a:buChar char=""/>
            </a:pPr>
            <a:r>
              <a:rPr lang="en-US" sz="2800" b="0" u="none" strike="noStrike">
                <a:solidFill>
                  <a:schemeClr val="dk1"/>
                </a:solidFill>
                <a:effectLst/>
                <a:uFillTx/>
                <a:latin typeface="Calibri"/>
              </a:rPr>
              <a:t>Second Outline Level</a:t>
            </a:r>
            <a:endParaRPr lang="en-US" sz="2800" b="0" u="none" strike="noStrike">
              <a:solidFill>
                <a:schemeClr val="dk1"/>
              </a:solidFill>
              <a:effectLst/>
              <a:uFillTx/>
              <a:latin typeface="Calibri"/>
            </a:endParaRPr>
          </a:p>
          <a:p>
            <a:pPr marL="1296000" lvl="2" indent="-288000" algn="l" defTabSz="457200">
              <a:spcBef>
                <a:spcPts val="479"/>
              </a:spcBef>
              <a:buClr>
                <a:srgbClr val="000000"/>
              </a:buClr>
              <a:buSzPct val="45000"/>
              <a:buFont typeface="Wingdings" charset="2"/>
              <a:buChar char=""/>
            </a:pPr>
            <a:r>
              <a:rPr lang="en-US" sz="2400" b="0" u="none" strike="noStrike">
                <a:solidFill>
                  <a:schemeClr val="dk1"/>
                </a:solidFill>
                <a:effectLst/>
                <a:uFillTx/>
                <a:latin typeface="Calibri"/>
              </a:rPr>
              <a:t>Third Outline Level</a:t>
            </a:r>
            <a:endParaRPr lang="en-US" sz="2400" b="0" u="none" strike="noStrike">
              <a:solidFill>
                <a:schemeClr val="dk1"/>
              </a:solidFill>
              <a:effectLst/>
              <a:uFillTx/>
              <a:latin typeface="Calibri"/>
            </a:endParaRPr>
          </a:p>
          <a:p>
            <a:pPr marL="1728000" lvl="3" indent="-216000" algn="l" defTabSz="457200">
              <a:spcBef>
                <a:spcPts val="400"/>
              </a:spcBef>
              <a:buClr>
                <a:srgbClr val="000000"/>
              </a:buClr>
              <a:buSzPct val="75000"/>
              <a:buFont typeface="Symbol" charset="2"/>
              <a:buChar char=""/>
            </a:pPr>
            <a:r>
              <a:rPr lang="en-US" sz="2000" b="0" u="none" strike="noStrike">
                <a:solidFill>
                  <a:schemeClr val="dk1"/>
                </a:solidFill>
                <a:effectLst/>
                <a:uFillTx/>
                <a:latin typeface="Calibri"/>
              </a:rPr>
              <a:t>Fourth Outline Level</a:t>
            </a:r>
            <a:endParaRPr lang="en-US" sz="2000" b="0" u="none" strike="noStrike">
              <a:solidFill>
                <a:schemeClr val="dk1"/>
              </a:solidFill>
              <a:effectLst/>
              <a:uFillTx/>
              <a:latin typeface="Calibri"/>
            </a:endParaRPr>
          </a:p>
          <a:p>
            <a:pPr marL="2160000" lvl="4" indent="-216000" algn="l" defTabSz="457200">
              <a:spcBef>
                <a:spcPts val="400"/>
              </a:spcBef>
              <a:buClr>
                <a:srgbClr val="000000"/>
              </a:buClr>
              <a:buSzPct val="45000"/>
              <a:buFont typeface="Wingdings" charset="2"/>
              <a:buChar char=""/>
            </a:pPr>
            <a:r>
              <a:rPr lang="en-US" sz="2000" b="0" u="none" strike="noStrike">
                <a:solidFill>
                  <a:schemeClr val="dk1"/>
                </a:solidFill>
                <a:effectLst/>
                <a:uFillTx/>
                <a:latin typeface="Calibri"/>
              </a:rPr>
              <a:t>Fifth Outline Level</a:t>
            </a:r>
            <a:endParaRPr lang="en-US" sz="2000" b="0" u="none" strike="noStrike">
              <a:solidFill>
                <a:schemeClr val="dk1"/>
              </a:solidFill>
              <a:effectLst/>
              <a:uFillTx/>
              <a:latin typeface="Calibri"/>
            </a:endParaRPr>
          </a:p>
          <a:p>
            <a:pPr marL="2592000" lvl="5" indent="-216000" algn="l" defTabSz="457200">
              <a:spcBef>
                <a:spcPts val="283"/>
              </a:spcBef>
              <a:buClr>
                <a:srgbClr val="000000"/>
              </a:buClr>
              <a:buSzPct val="45000"/>
              <a:buFont typeface="Wingdings" charset="2"/>
              <a:buChar char=""/>
            </a:pPr>
            <a:r>
              <a:rPr lang="en-US" sz="2000" b="0" u="none" strike="noStrike">
                <a:solidFill>
                  <a:schemeClr val="dk1"/>
                </a:solidFill>
                <a:effectLst/>
                <a:uFillTx/>
                <a:latin typeface="Calibri"/>
              </a:rPr>
              <a:t>Sixth Outline Level</a:t>
            </a:r>
            <a:endParaRPr lang="en-US" sz="2000" b="0" u="none" strike="noStrike">
              <a:solidFill>
                <a:schemeClr val="dk1"/>
              </a:solidFill>
              <a:effectLst/>
              <a:uFillTx/>
              <a:latin typeface="Calibri"/>
            </a:endParaRPr>
          </a:p>
          <a:p>
            <a:pPr marL="3024000" lvl="6" indent="-216000" algn="l" defTabSz="457200">
              <a:spcBef>
                <a:spcPts val="283"/>
              </a:spcBef>
              <a:buClr>
                <a:srgbClr val="000000"/>
              </a:buClr>
              <a:buSzPct val="45000"/>
              <a:buFont typeface="Wingdings" charset="2"/>
              <a:buChar char=""/>
            </a:pPr>
            <a:r>
              <a:rPr lang="en-US" sz="2000" b="0" u="none" strike="noStrike">
                <a:solidFill>
                  <a:schemeClr val="dk1"/>
                </a:solidFill>
                <a:effectLst/>
                <a:uFillTx/>
                <a:latin typeface="Calibri"/>
              </a:rPr>
              <a:t>Seventh Outline Level</a:t>
            </a:r>
            <a:endParaRPr lang="en-US" sz="2000" b="0" u="none" strike="noStrike">
              <a:solidFill>
                <a:schemeClr val="dk1"/>
              </a:solidFill>
              <a:effectLst/>
              <a:uFillTx/>
              <a:latin typeface="Calibri"/>
            </a:endParaRPr>
          </a:p>
        </p:txBody>
      </p:sp>
    </p:spTree>
  </p:cSld>
</p:sldLayout>
</file>

<file path=ppt/slideLayouts/slideLayout1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ontent with Caption">
    <p:bg>
      <p:bgPr>
        <a:solidFill>
          <a:srgbClr val="FFFFFF"/>
        </a:solidFill>
      </p:bgPr>
    </p:bg>
    <p:spTree>
      <p:nvGrpSpPr>
        <p:cNvPr id="1" name=""/>
        <p:cNvGrpSpPr/>
        <p:nvPr/>
      </p:nvGrpSpPr>
      <p:grpSpPr>
        <a:xfrm>
          <a:off x="0" y="0"/>
          <a:ext cx="0" cy="0"/>
          <a:chOff x="0" y="0"/>
          <a:chExt cx="0" cy="0"/>
        </a:xfrm>
      </p:grpSpPr>
      <p:sp>
        <p:nvSpPr>
          <p:cNvPr id="49" name="PlaceHolder 1"/>
          <p:cNvSpPr>
            <a:spLocks noGrp="1"/>
          </p:cNvSpPr>
          <p:nvPr>
            <p:ph type="title"/>
          </p:nvPr>
        </p:nvSpPr>
        <p:spPr>
          <a:xfrm>
            <a:off x="457200" y="272880"/>
            <a:ext cx="3007800" cy="1161720"/>
          </a:xfrm>
          <a:prstGeom prst="rect">
            <a:avLst/>
          </a:prstGeom>
          <a:noFill/>
          <a:ln w="0">
            <a:noFill/>
          </a:ln>
        </p:spPr>
        <p:txBody>
          <a:bodyPr lIns="91440" tIns="45720" rIns="91440" bIns="45720" anchor="b">
            <a:noAutofit/>
          </a:bodyPr>
          <a:lstStyle>
            <a:lvl1pPr indent="0" algn="l" defTabSz="457200">
              <a:lnSpc>
                <a:spcPct val="100000"/>
              </a:lnSpc>
              <a:buNone/>
              <a:defRPr lang="en-US" sz="2000" b="1" u="none" strike="noStrike">
                <a:solidFill>
                  <a:schemeClr val="dk1"/>
                </a:solidFill>
                <a:effectLst/>
                <a:uFillTx/>
                <a:latin typeface="Calibri"/>
              </a:defRPr>
            </a:lvl1pPr>
          </a:lstStyle>
          <a:p>
            <a:pPr indent="0" algn="l" defTabSz="457200">
              <a:lnSpc>
                <a:spcPct val="100000"/>
              </a:lnSpc>
              <a:buNone/>
            </a:pPr>
            <a:r>
              <a:rPr lang="en-US" sz="2000" b="1" u="none" strike="noStrike">
                <a:solidFill>
                  <a:schemeClr val="dk1"/>
                </a:solidFill>
                <a:effectLst/>
                <a:uFillTx/>
                <a:latin typeface="Calibri"/>
              </a:rPr>
              <a:t>Click </a:t>
            </a:r>
            <a:r>
              <a:rPr lang="en-US" sz="2000" b="1" u="none" strike="noStrike">
                <a:solidFill>
                  <a:schemeClr val="dk1"/>
                </a:solidFill>
                <a:effectLst/>
                <a:uFillTx/>
                <a:latin typeface="Calibri"/>
              </a:rPr>
              <a:t>to </a:t>
            </a:r>
            <a:r>
              <a:rPr lang="en-US" sz="2000" b="1" u="none" strike="noStrike">
                <a:solidFill>
                  <a:schemeClr val="dk1"/>
                </a:solidFill>
                <a:effectLst/>
                <a:uFillTx/>
                <a:latin typeface="Calibri"/>
              </a:rPr>
              <a:t>edit </a:t>
            </a:r>
            <a:r>
              <a:rPr lang="en-US" sz="2000" b="1" u="none" strike="noStrike">
                <a:solidFill>
                  <a:schemeClr val="dk1"/>
                </a:solidFill>
                <a:effectLst/>
                <a:uFillTx/>
                <a:latin typeface="Calibri"/>
              </a:rPr>
              <a:t>Mast</a:t>
            </a:r>
            <a:r>
              <a:rPr lang="en-US" sz="2000" b="1" u="none" strike="noStrike">
                <a:solidFill>
                  <a:schemeClr val="dk1"/>
                </a:solidFill>
                <a:effectLst/>
                <a:uFillTx/>
                <a:latin typeface="Calibri"/>
              </a:rPr>
              <a:t>er </a:t>
            </a:r>
            <a:r>
              <a:rPr lang="en-US" sz="2000" b="1" u="none" strike="noStrike">
                <a:solidFill>
                  <a:schemeClr val="dk1"/>
                </a:solidFill>
                <a:effectLst/>
                <a:uFillTx/>
                <a:latin typeface="Calibri"/>
              </a:rPr>
              <a:t>title </a:t>
            </a:r>
            <a:r>
              <a:rPr lang="en-US" sz="2000" b="1" u="none" strike="noStrike">
                <a:solidFill>
                  <a:schemeClr val="dk1"/>
                </a:solidFill>
                <a:effectLst/>
                <a:uFillTx/>
                <a:latin typeface="Calibri"/>
              </a:rPr>
              <a:t>style</a:t>
            </a:r>
            <a:endParaRPr lang="en-US" sz="2000" b="1" u="none" strike="noStrike">
              <a:solidFill>
                <a:schemeClr val="dk1"/>
              </a:solidFill>
              <a:effectLst/>
              <a:uFillTx/>
              <a:latin typeface="Calibri"/>
            </a:endParaRPr>
          </a:p>
        </p:txBody>
      </p:sp>
      <p:sp>
        <p:nvSpPr>
          <p:cNvPr id="50" name="PlaceHolder 2"/>
          <p:cNvSpPr>
            <a:spLocks noGrp="1"/>
          </p:cNvSpPr>
          <p:nvPr>
            <p:ph type="body"/>
          </p:nvPr>
        </p:nvSpPr>
        <p:spPr>
          <a:xfrm>
            <a:off x="3575160" y="272880"/>
            <a:ext cx="5111280" cy="5852880"/>
          </a:xfrm>
          <a:prstGeom prst="rect">
            <a:avLst/>
          </a:prstGeom>
          <a:noFill/>
          <a:ln w="0">
            <a:noFill/>
          </a:ln>
        </p:spPr>
        <p:txBody>
          <a:bodyPr lIns="91440" tIns="45720" rIns="91440" bIns="45720" anchor="t">
            <a:noAutofit/>
          </a:bodyPr>
          <a:lstStyle>
            <a:lvl1pPr algn="l" defTabSz="457200">
              <a:lnSpc>
                <a:spcPct val="100000"/>
              </a:lnSpc>
              <a:spcBef>
                <a:spcPts val="641"/>
              </a:spcBef>
              <a:buClr>
                <a:srgbClr val="000000"/>
              </a:buClr>
              <a:buFont typeface="Arial"/>
              <a:buChar char="•"/>
              <a:defRPr lang="en-US" sz="3200" b="0" u="none" strike="noStrike">
                <a:solidFill>
                  <a:schemeClr val="dk1"/>
                </a:solidFill>
                <a:effectLst/>
                <a:uFillTx/>
                <a:latin typeface="Calibri"/>
              </a:defRPr>
            </a:lvl1pPr>
            <a:lvl2pPr lvl="1" algn="l" defTabSz="457200">
              <a:lnSpc>
                <a:spcPct val="100000"/>
              </a:lnSpc>
              <a:spcBef>
                <a:spcPts val="561"/>
              </a:spcBef>
              <a:buClr>
                <a:srgbClr val="000000"/>
              </a:buClr>
              <a:buFont typeface="Arial"/>
              <a:buChar char="–"/>
              <a:defRPr lang="en-US" sz="2800" b="0" u="none" strike="noStrike">
                <a:solidFill>
                  <a:schemeClr val="dk1"/>
                </a:solidFill>
                <a:effectLst/>
                <a:uFillTx/>
                <a:latin typeface="Calibri"/>
              </a:defRPr>
            </a:lvl2pPr>
            <a:lvl3pPr lvl="2" algn="l" defTabSz="457200">
              <a:lnSpc>
                <a:spcPct val="100000"/>
              </a:lnSpc>
              <a:spcBef>
                <a:spcPts val="479"/>
              </a:spcBef>
              <a:buClr>
                <a:srgbClr val="000000"/>
              </a:buClr>
              <a:buFont typeface="Arial"/>
              <a:buChar char="•"/>
              <a:defRPr lang="en-US" sz="2400" b="0" u="none" strike="noStrike">
                <a:solidFill>
                  <a:schemeClr val="dk1"/>
                </a:solidFill>
                <a:effectLst/>
                <a:uFillTx/>
                <a:latin typeface="Calibri"/>
              </a:defRPr>
            </a:lvl3pPr>
            <a:lvl4pPr lvl="3" algn="l" defTabSz="457200">
              <a:lnSpc>
                <a:spcPct val="100000"/>
              </a:lnSpc>
              <a:spcBef>
                <a:spcPts val="400"/>
              </a:spcBef>
              <a:buClr>
                <a:srgbClr val="000000"/>
              </a:buClr>
              <a:buFont typeface="Arial"/>
              <a:buChar char="–"/>
              <a:defRPr lang="en-US" sz="2000" b="0" u="none" strike="noStrike">
                <a:solidFill>
                  <a:schemeClr val="dk1"/>
                </a:solidFill>
                <a:effectLst/>
                <a:uFillTx/>
                <a:latin typeface="Calibri"/>
              </a:defRPr>
            </a:lvl4pPr>
            <a:lvl5pPr lvl="4" algn="l" defTabSz="457200">
              <a:lnSpc>
                <a:spcPct val="100000"/>
              </a:lnSpc>
              <a:spcBef>
                <a:spcPts val="400"/>
              </a:spcBef>
              <a:buClr>
                <a:srgbClr val="000000"/>
              </a:buClr>
              <a:buFont typeface="Arial"/>
              <a:buChar char="»"/>
              <a:defRPr lang="en-US" sz="2000" b="0" u="none" strike="noStrike">
                <a:solidFill>
                  <a:schemeClr val="dk1"/>
                </a:solidFill>
                <a:effectLst/>
                <a:uFillTx/>
                <a:latin typeface="Calibri"/>
              </a:defRPr>
            </a:lvl5pPr>
          </a:lstStyle>
          <a:p>
            <a:pPr marL="343080" indent="-343080" algn="l" defTabSz="457200">
              <a:lnSpc>
                <a:spcPct val="100000"/>
              </a:lnSpc>
              <a:spcBef>
                <a:spcPts val="641"/>
              </a:spcBef>
              <a:buClr>
                <a:srgbClr val="000000"/>
              </a:buClr>
              <a:buFont typeface="Arial"/>
              <a:buChar char="•"/>
            </a:pPr>
            <a:r>
              <a:rPr lang="en-US" sz="3200" b="0" u="none" strike="noStrike">
                <a:solidFill>
                  <a:schemeClr val="dk1"/>
                </a:solidFill>
                <a:effectLst/>
                <a:uFillTx/>
                <a:latin typeface="Calibri"/>
              </a:rPr>
              <a:t>Click to edit Master text styles</a:t>
            </a:r>
            <a:endParaRPr lang="en-US" sz="3200" b="0" u="none" strike="noStrike">
              <a:solidFill>
                <a:schemeClr val="dk1"/>
              </a:solidFill>
              <a:effectLst/>
              <a:uFillTx/>
              <a:latin typeface="Calibri"/>
            </a:endParaRPr>
          </a:p>
          <a:p>
            <a:pPr marL="743040" lvl="1" indent="-285840" algn="l" defTabSz="457200">
              <a:lnSpc>
                <a:spcPct val="100000"/>
              </a:lnSpc>
              <a:spcBef>
                <a:spcPts val="561"/>
              </a:spcBef>
              <a:buClr>
                <a:srgbClr val="000000"/>
              </a:buClr>
              <a:buFont typeface="Arial"/>
              <a:buChar char="–"/>
            </a:pPr>
            <a:r>
              <a:rPr lang="en-US" sz="2800" b="0" u="none" strike="noStrike">
                <a:solidFill>
                  <a:schemeClr val="dk1"/>
                </a:solidFill>
                <a:effectLst/>
                <a:uFillTx/>
                <a:latin typeface="Calibri"/>
              </a:rPr>
              <a:t>Second level</a:t>
            </a:r>
            <a:endParaRPr lang="en-US" sz="2800" b="0" u="none" strike="noStrike">
              <a:solidFill>
                <a:schemeClr val="dk1"/>
              </a:solidFill>
              <a:effectLst/>
              <a:uFillTx/>
              <a:latin typeface="Calibri"/>
            </a:endParaRPr>
          </a:p>
          <a:p>
            <a:pPr marL="1143000" lvl="2" indent="-228600" algn="l" defTabSz="457200">
              <a:lnSpc>
                <a:spcPct val="100000"/>
              </a:lnSpc>
              <a:spcBef>
                <a:spcPts val="479"/>
              </a:spcBef>
              <a:buClr>
                <a:srgbClr val="000000"/>
              </a:buClr>
              <a:buFont typeface="Arial"/>
              <a:buChar char="•"/>
            </a:pPr>
            <a:r>
              <a:rPr lang="en-US" sz="2400" b="0" u="none" strike="noStrike">
                <a:solidFill>
                  <a:schemeClr val="dk1"/>
                </a:solidFill>
                <a:effectLst/>
                <a:uFillTx/>
                <a:latin typeface="Calibri"/>
              </a:rPr>
              <a:t>Third level</a:t>
            </a:r>
            <a:endParaRPr lang="en-US" sz="2400" b="0" u="none" strike="noStrike">
              <a:solidFill>
                <a:schemeClr val="dk1"/>
              </a:solidFill>
              <a:effectLst/>
              <a:uFillTx/>
              <a:latin typeface="Calibri"/>
            </a:endParaRPr>
          </a:p>
          <a:p>
            <a:pPr marL="1600200" lvl="3" indent="-228600" algn="l" defTabSz="457200">
              <a:lnSpc>
                <a:spcPct val="100000"/>
              </a:lnSpc>
              <a:spcBef>
                <a:spcPts val="400"/>
              </a:spcBef>
              <a:buClr>
                <a:srgbClr val="000000"/>
              </a:buClr>
              <a:buFont typeface="Arial"/>
              <a:buChar char="–"/>
            </a:pPr>
            <a:r>
              <a:rPr lang="en-US" sz="2000" b="0" u="none" strike="noStrike">
                <a:solidFill>
                  <a:schemeClr val="dk1"/>
                </a:solidFill>
                <a:effectLst/>
                <a:uFillTx/>
                <a:latin typeface="Calibri"/>
              </a:rPr>
              <a:t>Fourth level</a:t>
            </a:r>
            <a:endParaRPr lang="en-US" sz="2000" b="0" u="none" strike="noStrike">
              <a:solidFill>
                <a:schemeClr val="dk1"/>
              </a:solidFill>
              <a:effectLst/>
              <a:uFillTx/>
              <a:latin typeface="Calibri"/>
            </a:endParaRPr>
          </a:p>
          <a:p>
            <a:pPr marL="2057400" lvl="4" indent="-228600" algn="l" defTabSz="457200">
              <a:lnSpc>
                <a:spcPct val="100000"/>
              </a:lnSpc>
              <a:spcBef>
                <a:spcPts val="400"/>
              </a:spcBef>
              <a:buClr>
                <a:srgbClr val="000000"/>
              </a:buClr>
              <a:buFont typeface="Arial"/>
              <a:buChar char="»"/>
            </a:pPr>
            <a:r>
              <a:rPr lang="en-US" sz="2000" b="0" u="none" strike="noStrike">
                <a:solidFill>
                  <a:schemeClr val="dk1"/>
                </a:solidFill>
                <a:effectLst/>
                <a:uFillTx/>
                <a:latin typeface="Calibri"/>
              </a:rPr>
              <a:t>Fifth level</a:t>
            </a:r>
            <a:endParaRPr lang="en-US" sz="2000" b="0" u="none" strike="noStrike">
              <a:solidFill>
                <a:schemeClr val="dk1"/>
              </a:solidFill>
              <a:effectLst/>
              <a:uFillTx/>
              <a:latin typeface="Calibri"/>
            </a:endParaRPr>
          </a:p>
        </p:txBody>
      </p:sp>
      <p:sp>
        <p:nvSpPr>
          <p:cNvPr id="51" name="PlaceHolder 3"/>
          <p:cNvSpPr>
            <a:spLocks noGrp="1"/>
          </p:cNvSpPr>
          <p:nvPr>
            <p:ph type="body"/>
          </p:nvPr>
        </p:nvSpPr>
        <p:spPr>
          <a:xfrm>
            <a:off x="457200" y="1434960"/>
            <a:ext cx="3007800" cy="4690800"/>
          </a:xfrm>
          <a:prstGeom prst="rect">
            <a:avLst/>
          </a:prstGeom>
          <a:noFill/>
          <a:ln w="0">
            <a:noFill/>
          </a:ln>
        </p:spPr>
        <p:txBody>
          <a:bodyPr lIns="91440" tIns="45720" rIns="91440" bIns="45720" anchor="t">
            <a:noAutofit/>
          </a:bodyPr>
          <a:lstStyle>
            <a:lvl1pPr indent="0" algn="l" defTabSz="457200">
              <a:lnSpc>
                <a:spcPct val="100000"/>
              </a:lnSpc>
              <a:spcBef>
                <a:spcPts val="281"/>
              </a:spcBef>
              <a:buNone/>
              <a:tabLst>
                <a:tab pos="0" algn="l"/>
              </a:tabLst>
              <a:defRPr lang="en-US" sz="1400" b="0" u="none" strike="noStrike">
                <a:solidFill>
                  <a:schemeClr val="dk1"/>
                </a:solidFill>
                <a:effectLst/>
                <a:uFillTx/>
                <a:latin typeface="Calibri"/>
              </a:defRPr>
            </a:lvl1pPr>
          </a:lstStyle>
          <a:p>
            <a:pPr indent="0" algn="l" defTabSz="457200">
              <a:lnSpc>
                <a:spcPct val="100000"/>
              </a:lnSpc>
              <a:spcBef>
                <a:spcPts val="281"/>
              </a:spcBef>
              <a:buNone/>
              <a:tabLst>
                <a:tab pos="0" algn="l"/>
              </a:tabLst>
            </a:pPr>
            <a:r>
              <a:rPr lang="en-US" sz="1400" b="0" u="none" strike="noStrike">
                <a:solidFill>
                  <a:schemeClr val="dk1"/>
                </a:solidFill>
                <a:effectLst/>
                <a:uFillTx/>
                <a:latin typeface="Calibri"/>
              </a:rPr>
              <a:t>Click to edit Master text styles</a:t>
            </a:r>
            <a:endParaRPr lang="en-US" sz="1400" b="0" u="none" strike="noStrike">
              <a:solidFill>
                <a:schemeClr val="dk1"/>
              </a:solidFill>
              <a:effectLst/>
              <a:uFillTx/>
              <a:latin typeface="Calibri"/>
            </a:endParaRPr>
          </a:p>
        </p:txBody>
      </p:sp>
      <p:sp>
        <p:nvSpPr>
          <p:cNvPr id="52" name="PlaceHolder 4"/>
          <p:cNvSpPr>
            <a:spLocks noGrp="1"/>
          </p:cNvSpPr>
          <p:nvPr>
            <p:ph type="dt" idx="28"/>
          </p:nvPr>
        </p:nvSpPr>
        <p:spPr>
          <a:xfrm>
            <a:off x="457200" y="6356520"/>
            <a:ext cx="2133360" cy="364680"/>
          </a:xfrm>
          <a:prstGeom prst="rect">
            <a:avLst/>
          </a:prstGeom>
          <a:noFill/>
          <a:ln w="0">
            <a:noFill/>
          </a:ln>
        </p:spPr>
        <p:txBody>
          <a:bodyPr lIns="91440" tIns="45720" rIns="91440" bIns="45720" anchor="ctr">
            <a:noAutofit/>
          </a:bodyPr>
          <a:lstStyle>
            <a:lvl1pPr indent="0" algn="l" defTabSz="457200">
              <a:lnSpc>
                <a:spcPct val="100000"/>
              </a:lnSpc>
              <a:buNone/>
              <a:defRPr lang="en-US" sz="1200" b="0" u="none" strike="noStrike">
                <a:solidFill>
                  <a:schemeClr val="dk1">
                    <a:tint val="75000"/>
                  </a:schemeClr>
                </a:solidFill>
                <a:effectLst/>
                <a:uFillTx/>
                <a:latin typeface="Calibri"/>
              </a:defRPr>
            </a:lvl1pPr>
          </a:lstStyle>
          <a:p>
            <a:pPr indent="0" algn="l" defTabSz="457200">
              <a:lnSpc>
                <a:spcPct val="100000"/>
              </a:lnSpc>
              <a:buNone/>
            </a:pPr>
            <a:r>
              <a:rPr lang="en-US" sz="1200" b="0" u="none" strike="noStrike">
                <a:solidFill>
                  <a:schemeClr val="dk1">
                    <a:tint val="75000"/>
                  </a:schemeClr>
                </a:solidFill>
                <a:effectLst/>
                <a:uFillTx/>
                <a:latin typeface="Calibri"/>
              </a:rPr>
              <a:t>&lt;date/time&gt;</a:t>
            </a:r>
            <a:endParaRPr lang="en-US" sz="1200" b="0" u="none" strike="noStrike">
              <a:solidFill>
                <a:srgbClr val="000000"/>
              </a:solidFill>
              <a:effectLst/>
              <a:uFillTx/>
              <a:latin typeface="Times New Roman"/>
            </a:endParaRPr>
          </a:p>
        </p:txBody>
      </p:sp>
      <p:sp>
        <p:nvSpPr>
          <p:cNvPr id="53" name="PlaceHolder 5"/>
          <p:cNvSpPr>
            <a:spLocks noGrp="1"/>
          </p:cNvSpPr>
          <p:nvPr>
            <p:ph type="ftr" idx="29"/>
          </p:nvPr>
        </p:nvSpPr>
        <p:spPr>
          <a:xfrm>
            <a:off x="3124080" y="6356520"/>
            <a:ext cx="2895120" cy="364680"/>
          </a:xfrm>
          <a:prstGeom prst="rect">
            <a:avLst/>
          </a:prstGeom>
          <a:noFill/>
          <a:ln w="0">
            <a:noFill/>
          </a:ln>
        </p:spPr>
        <p:txBody>
          <a:bodyPr lIns="91440" tIns="45720" rIns="91440" bIns="45720" anchor="ctr">
            <a:noAutofit/>
          </a:bodyPr>
          <a:lstStyle>
            <a:lvl1pPr indent="0" algn="ctr">
              <a:buNone/>
              <a:defRPr lang="en-US" sz="1400" b="0" u="none" strike="noStrike">
                <a:solidFill>
                  <a:srgbClr val="000000"/>
                </a:solidFill>
                <a:effectLst/>
                <a:uFillTx/>
                <a:latin typeface="Times New Roman"/>
              </a:defRPr>
            </a:lvl1pPr>
          </a:lstStyle>
          <a:p>
            <a:pPr indent="0" algn="ctr">
              <a:buNone/>
            </a:pPr>
            <a:r>
              <a:rPr lang="en-US" sz="1400" b="0" u="none" strike="noStrike">
                <a:solidFill>
                  <a:srgbClr val="000000"/>
                </a:solidFill>
                <a:effectLst/>
                <a:uFillTx/>
                <a:latin typeface="Times New Roman"/>
              </a:rPr>
              <a:t>&lt;footer&gt;</a:t>
            </a:r>
            <a:endParaRPr lang="en-US" sz="1400" b="0" u="none" strike="noStrike">
              <a:solidFill>
                <a:srgbClr val="000000"/>
              </a:solidFill>
              <a:effectLst/>
              <a:uFillTx/>
              <a:latin typeface="Times New Roman"/>
            </a:endParaRPr>
          </a:p>
        </p:txBody>
      </p:sp>
      <p:sp>
        <p:nvSpPr>
          <p:cNvPr id="54" name="PlaceHolder 6"/>
          <p:cNvSpPr>
            <a:spLocks noGrp="1"/>
          </p:cNvSpPr>
          <p:nvPr>
            <p:ph type="sldNum" idx="30"/>
          </p:nvPr>
        </p:nvSpPr>
        <p:spPr>
          <a:xfrm>
            <a:off x="6553080" y="6356520"/>
            <a:ext cx="2133360" cy="364680"/>
          </a:xfrm>
          <a:prstGeom prst="rect">
            <a:avLst/>
          </a:prstGeom>
          <a:noFill/>
          <a:ln w="0">
            <a:noFill/>
          </a:ln>
        </p:spPr>
        <p:txBody>
          <a:bodyPr lIns="91440" tIns="45720" rIns="91440" bIns="45720" anchor="ctr">
            <a:noAutofit/>
          </a:bodyPr>
          <a:lstStyle>
            <a:lvl1pPr indent="0" algn="r" defTabSz="457200">
              <a:lnSpc>
                <a:spcPct val="100000"/>
              </a:lnSpc>
              <a:buNone/>
              <a:defRPr lang="en-US" sz="1200" b="0" u="none" strike="noStrike">
                <a:solidFill>
                  <a:schemeClr val="dk1">
                    <a:tint val="75000"/>
                  </a:schemeClr>
                </a:solidFill>
                <a:effectLst/>
                <a:uFillTx/>
                <a:latin typeface="Calibri"/>
              </a:defRPr>
            </a:lvl1pPr>
          </a:lstStyle>
          <a:p>
            <a:pPr indent="0" algn="r" defTabSz="457200">
              <a:lnSpc>
                <a:spcPct val="100000"/>
              </a:lnSpc>
              <a:buNone/>
            </a:pPr>
            <a:fld id="{7AF24826-165C-4B11-83CB-D79774532315}" type="slidenum">
              <a:rPr lang="en-US" sz="1200" b="0" u="none" strike="noStrike">
                <a:solidFill>
                  <a:schemeClr val="dk1">
                    <a:tint val="75000"/>
                  </a:schemeClr>
                </a:solidFill>
                <a:effectLst/>
                <a:uFillTx/>
                <a:latin typeface="Calibri"/>
              </a:rPr>
              <a:t>&lt;number&gt;</a:t>
            </a:fld>
            <a:endParaRPr lang="en-US" sz="1200" b="0" u="none" strike="noStrike">
              <a:solidFill>
                <a:srgbClr val="000000"/>
              </a:solidFill>
              <a:effectLst/>
              <a:uFillTx/>
              <a:latin typeface="Times New Roman"/>
            </a:endParaRPr>
          </a:p>
        </p:txBody>
      </p:sp>
    </p:spTree>
  </p:cSld>
</p:sldLayout>
</file>

<file path=ppt/slideLayouts/slideLayout1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Picture with Caption">
    <p:bg>
      <p:bgPr>
        <a:solidFill>
          <a:srgbClr val="FFFFFF"/>
        </a:solidFill>
      </p:bgPr>
    </p:bg>
    <p:spTree>
      <p:nvGrpSpPr>
        <p:cNvPr id="1" name=""/>
        <p:cNvGrpSpPr/>
        <p:nvPr/>
      </p:nvGrpSpPr>
      <p:grpSpPr>
        <a:xfrm>
          <a:off x="0" y="0"/>
          <a:ext cx="0" cy="0"/>
          <a:chOff x="0" y="0"/>
          <a:chExt cx="0" cy="0"/>
        </a:xfrm>
      </p:grpSpPr>
      <p:sp>
        <p:nvSpPr>
          <p:cNvPr id="55" name="PlaceHolder 1"/>
          <p:cNvSpPr>
            <a:spLocks noGrp="1"/>
          </p:cNvSpPr>
          <p:nvPr>
            <p:ph type="title"/>
          </p:nvPr>
        </p:nvSpPr>
        <p:spPr>
          <a:xfrm>
            <a:off x="1792440" y="4800600"/>
            <a:ext cx="5486040" cy="566280"/>
          </a:xfrm>
          <a:prstGeom prst="rect">
            <a:avLst/>
          </a:prstGeom>
          <a:noFill/>
          <a:ln w="0">
            <a:noFill/>
          </a:ln>
        </p:spPr>
        <p:txBody>
          <a:bodyPr lIns="91440" tIns="45720" rIns="91440" bIns="45720" anchor="b">
            <a:noAutofit/>
          </a:bodyPr>
          <a:lstStyle>
            <a:lvl1pPr indent="0" algn="l" defTabSz="457200">
              <a:lnSpc>
                <a:spcPct val="100000"/>
              </a:lnSpc>
              <a:buNone/>
              <a:defRPr lang="en-US" sz="2000" b="1" u="none" strike="noStrike">
                <a:solidFill>
                  <a:schemeClr val="dk1"/>
                </a:solidFill>
                <a:effectLst/>
                <a:uFillTx/>
                <a:latin typeface="Calibri"/>
              </a:defRPr>
            </a:lvl1pPr>
          </a:lstStyle>
          <a:p>
            <a:pPr indent="0" algn="l" defTabSz="457200">
              <a:lnSpc>
                <a:spcPct val="100000"/>
              </a:lnSpc>
              <a:buNone/>
            </a:pPr>
            <a:r>
              <a:rPr lang="en-US" sz="2000" b="1" u="none" strike="noStrike">
                <a:solidFill>
                  <a:schemeClr val="dk1"/>
                </a:solidFill>
                <a:effectLst/>
                <a:uFillTx/>
                <a:latin typeface="Calibri"/>
              </a:rPr>
              <a:t>Click </a:t>
            </a:r>
            <a:r>
              <a:rPr lang="en-US" sz="2000" b="1" u="none" strike="noStrike">
                <a:solidFill>
                  <a:schemeClr val="dk1"/>
                </a:solidFill>
                <a:effectLst/>
                <a:uFillTx/>
                <a:latin typeface="Calibri"/>
              </a:rPr>
              <a:t>to </a:t>
            </a:r>
            <a:r>
              <a:rPr lang="en-US" sz="2000" b="1" u="none" strike="noStrike">
                <a:solidFill>
                  <a:schemeClr val="dk1"/>
                </a:solidFill>
                <a:effectLst/>
                <a:uFillTx/>
                <a:latin typeface="Calibri"/>
              </a:rPr>
              <a:t>edit </a:t>
            </a:r>
            <a:r>
              <a:rPr lang="en-US" sz="2000" b="1" u="none" strike="noStrike">
                <a:solidFill>
                  <a:schemeClr val="dk1"/>
                </a:solidFill>
                <a:effectLst/>
                <a:uFillTx/>
                <a:latin typeface="Calibri"/>
              </a:rPr>
              <a:t>Mast</a:t>
            </a:r>
            <a:r>
              <a:rPr lang="en-US" sz="2000" b="1" u="none" strike="noStrike">
                <a:solidFill>
                  <a:schemeClr val="dk1"/>
                </a:solidFill>
                <a:effectLst/>
                <a:uFillTx/>
                <a:latin typeface="Calibri"/>
              </a:rPr>
              <a:t>er </a:t>
            </a:r>
            <a:r>
              <a:rPr lang="en-US" sz="2000" b="1" u="none" strike="noStrike">
                <a:solidFill>
                  <a:schemeClr val="dk1"/>
                </a:solidFill>
                <a:effectLst/>
                <a:uFillTx/>
                <a:latin typeface="Calibri"/>
              </a:rPr>
              <a:t>title </a:t>
            </a:r>
            <a:r>
              <a:rPr lang="en-US" sz="2000" b="1" u="none" strike="noStrike">
                <a:solidFill>
                  <a:schemeClr val="dk1"/>
                </a:solidFill>
                <a:effectLst/>
                <a:uFillTx/>
                <a:latin typeface="Calibri"/>
              </a:rPr>
              <a:t>style</a:t>
            </a:r>
            <a:endParaRPr lang="en-US" sz="2000" b="1" u="none" strike="noStrike">
              <a:solidFill>
                <a:schemeClr val="dk1"/>
              </a:solidFill>
              <a:effectLst/>
              <a:uFillTx/>
              <a:latin typeface="Calibri"/>
            </a:endParaRPr>
          </a:p>
        </p:txBody>
      </p:sp>
      <p:sp>
        <p:nvSpPr>
          <p:cNvPr id="56" name="PlaceHolder 2"/>
          <p:cNvSpPr>
            <a:spLocks noGrp="1"/>
          </p:cNvSpPr>
          <p:nvPr>
            <p:ph type="body"/>
          </p:nvPr>
        </p:nvSpPr>
        <p:spPr>
          <a:xfrm>
            <a:off x="1792440" y="612720"/>
            <a:ext cx="5486040" cy="4114440"/>
          </a:xfrm>
          <a:prstGeom prst="rect">
            <a:avLst/>
          </a:prstGeom>
          <a:noFill/>
          <a:ln w="0">
            <a:noFill/>
          </a:ln>
        </p:spPr>
        <p:txBody>
          <a:bodyPr lIns="90000" tIns="45000" rIns="90000" bIns="45000" anchor="t">
            <a:noAutofit/>
          </a:bodyPr>
          <a:lstStyle>
            <a:lvl1pPr algn="l" defTabSz="457200">
              <a:spcBef>
                <a:spcPts val="281"/>
              </a:spcBef>
              <a:buClr>
                <a:srgbClr val="000000"/>
              </a:buClr>
              <a:buFont typeface="Arial"/>
              <a:buChar char="•"/>
              <a:tabLst>
                <a:tab pos="0" algn="l"/>
              </a:tabLst>
              <a:defRPr lang="en-US" sz="3200" b="0" u="none" strike="noStrike">
                <a:solidFill>
                  <a:schemeClr val="dk1"/>
                </a:solidFill>
                <a:effectLst/>
                <a:uFillTx/>
                <a:latin typeface="Calibri"/>
              </a:defRPr>
            </a:lvl1pPr>
            <a:lvl2pPr lvl="1" algn="l" defTabSz="457200">
              <a:spcBef>
                <a:spcPts val="561"/>
              </a:spcBef>
              <a:buClr>
                <a:srgbClr val="000000"/>
              </a:buClr>
              <a:buSzPct val="75000"/>
              <a:buFont typeface="Symbol" charset="2"/>
              <a:buChar char=""/>
              <a:defRPr lang="en-US" sz="3200" b="0" u="none" strike="noStrike">
                <a:solidFill>
                  <a:schemeClr val="dk1"/>
                </a:solidFill>
                <a:effectLst/>
                <a:uFillTx/>
                <a:latin typeface="Calibri"/>
              </a:defRPr>
            </a:lvl2pPr>
            <a:lvl3pPr lvl="2" algn="l" defTabSz="457200">
              <a:spcBef>
                <a:spcPts val="479"/>
              </a:spcBef>
              <a:buClr>
                <a:srgbClr val="000000"/>
              </a:buClr>
              <a:buSzPct val="45000"/>
              <a:buFont typeface="Wingdings" charset="2"/>
              <a:buChar char=""/>
              <a:defRPr lang="en-US" sz="3200" b="0" u="none" strike="noStrike">
                <a:solidFill>
                  <a:schemeClr val="dk1"/>
                </a:solidFill>
                <a:effectLst/>
                <a:uFillTx/>
                <a:latin typeface="Calibri"/>
              </a:defRPr>
            </a:lvl3pPr>
            <a:lvl4pPr lvl="3" algn="l" defTabSz="457200">
              <a:spcBef>
                <a:spcPts val="400"/>
              </a:spcBef>
              <a:buClr>
                <a:srgbClr val="000000"/>
              </a:buClr>
              <a:buSzPct val="75000"/>
              <a:buFont typeface="Symbol" charset="2"/>
              <a:buChar char=""/>
              <a:defRPr lang="en-US" sz="3200" b="0" u="none" strike="noStrike">
                <a:solidFill>
                  <a:schemeClr val="dk1"/>
                </a:solidFill>
                <a:effectLst/>
                <a:uFillTx/>
                <a:latin typeface="Calibri"/>
              </a:defRPr>
            </a:lvl4pPr>
            <a:lvl5pPr lvl="4" algn="l" defTabSz="457200">
              <a:spcBef>
                <a:spcPts val="400"/>
              </a:spcBef>
              <a:buClr>
                <a:srgbClr val="000000"/>
              </a:buClr>
              <a:buSzPct val="45000"/>
              <a:buFont typeface="Wingdings" charset="2"/>
              <a:buChar char=""/>
              <a:defRPr lang="en-US" sz="3200" b="0" u="none" strike="noStrike">
                <a:solidFill>
                  <a:schemeClr val="dk1"/>
                </a:solidFill>
                <a:effectLst/>
                <a:uFillTx/>
                <a:latin typeface="Calibri"/>
              </a:defRPr>
            </a:lvl5pPr>
            <a:lvl6pPr lvl="5" algn="l" defTabSz="457200">
              <a:spcBef>
                <a:spcPts val="283"/>
              </a:spcBef>
              <a:buClr>
                <a:srgbClr val="000000"/>
              </a:buClr>
              <a:buSzPct val="45000"/>
              <a:buFont typeface="Wingdings" charset="2"/>
              <a:buChar char=""/>
              <a:defRPr lang="en-US" sz="3200" b="0" u="none" strike="noStrike">
                <a:solidFill>
                  <a:schemeClr val="dk1"/>
                </a:solidFill>
                <a:effectLst/>
                <a:uFillTx/>
                <a:latin typeface="Calibri"/>
              </a:defRPr>
            </a:lvl6pPr>
            <a:lvl7pPr lvl="6" algn="l" defTabSz="457200">
              <a:spcBef>
                <a:spcPts val="283"/>
              </a:spcBef>
              <a:buClr>
                <a:srgbClr val="000000"/>
              </a:buClr>
              <a:buSzPct val="45000"/>
              <a:buFont typeface="Wingdings" charset="2"/>
              <a:buChar char=""/>
              <a:defRPr lang="en-US" sz="3200" b="0" u="none" strike="noStrike">
                <a:solidFill>
                  <a:schemeClr val="dk1"/>
                </a:solidFill>
                <a:effectLst/>
                <a:uFillTx/>
                <a:latin typeface="Calibri"/>
              </a:defRPr>
            </a:lvl7pPr>
          </a:lstStyle>
          <a:p>
            <a:pPr algn="l" defTabSz="457200">
              <a:spcBef>
                <a:spcPts val="281"/>
              </a:spcBef>
              <a:buClr>
                <a:srgbClr val="000000"/>
              </a:buClr>
              <a:buFont typeface="Arial"/>
              <a:buChar char="•"/>
              <a:tabLst>
                <a:tab pos="0" algn="l"/>
              </a:tabLst>
            </a:pPr>
            <a:r>
              <a:rPr lang="en-US" sz="3200" b="0" u="none" strike="noStrike">
                <a:solidFill>
                  <a:schemeClr val="dk1"/>
                </a:solidFill>
                <a:effectLst/>
                <a:uFillTx/>
                <a:latin typeface="Calibri"/>
              </a:rPr>
              <a:t>Click to edit the outline text format</a:t>
            </a:r>
            <a:endParaRPr lang="en-US" sz="3200" b="0" u="none" strike="noStrike">
              <a:solidFill>
                <a:schemeClr val="dk1"/>
              </a:solidFill>
              <a:effectLst/>
              <a:uFillTx/>
              <a:latin typeface="Calibri"/>
            </a:endParaRPr>
          </a:p>
          <a:p>
            <a:pPr marL="457200" lvl="1" algn="l" defTabSz="457200">
              <a:spcBef>
                <a:spcPts val="561"/>
              </a:spcBef>
              <a:buClr>
                <a:srgbClr val="000000"/>
              </a:buClr>
              <a:buSzPct val="75000"/>
              <a:buFont typeface="Symbol" charset="2"/>
              <a:buChar char=""/>
            </a:pPr>
            <a:r>
              <a:rPr lang="en-US" sz="3200" b="0" u="none" strike="noStrike">
                <a:solidFill>
                  <a:schemeClr val="dk1"/>
                </a:solidFill>
                <a:effectLst/>
                <a:uFillTx/>
                <a:latin typeface="Calibri"/>
              </a:rPr>
              <a:t>Second Outline Level</a:t>
            </a:r>
            <a:endParaRPr lang="en-US" sz="3200" b="0" u="none" strike="noStrike">
              <a:solidFill>
                <a:schemeClr val="dk1"/>
              </a:solidFill>
              <a:effectLst/>
              <a:uFillTx/>
              <a:latin typeface="Calibri"/>
            </a:endParaRPr>
          </a:p>
          <a:p>
            <a:pPr marL="914400" lvl="2" algn="l" defTabSz="457200">
              <a:spcBef>
                <a:spcPts val="479"/>
              </a:spcBef>
              <a:buClr>
                <a:srgbClr val="000000"/>
              </a:buClr>
              <a:buSzPct val="45000"/>
              <a:buFont typeface="Wingdings" charset="2"/>
              <a:buChar char=""/>
            </a:pPr>
            <a:r>
              <a:rPr lang="en-US" sz="3200" b="0" u="none" strike="noStrike">
                <a:solidFill>
                  <a:schemeClr val="dk1"/>
                </a:solidFill>
                <a:effectLst/>
                <a:uFillTx/>
                <a:latin typeface="Calibri"/>
              </a:rPr>
              <a:t>Third Outline Level</a:t>
            </a:r>
            <a:endParaRPr lang="en-US" sz="3200" b="0" u="none" strike="noStrike">
              <a:solidFill>
                <a:schemeClr val="dk1"/>
              </a:solidFill>
              <a:effectLst/>
              <a:uFillTx/>
              <a:latin typeface="Calibri"/>
            </a:endParaRPr>
          </a:p>
          <a:p>
            <a:pPr marL="1371600" lvl="3" algn="l" defTabSz="457200">
              <a:spcBef>
                <a:spcPts val="400"/>
              </a:spcBef>
              <a:buClr>
                <a:srgbClr val="000000"/>
              </a:buClr>
              <a:buSzPct val="75000"/>
              <a:buFont typeface="Symbol" charset="2"/>
              <a:buChar char=""/>
            </a:pPr>
            <a:r>
              <a:rPr lang="en-US" sz="3200" b="0" u="none" strike="noStrike">
                <a:solidFill>
                  <a:schemeClr val="dk1"/>
                </a:solidFill>
                <a:effectLst/>
                <a:uFillTx/>
                <a:latin typeface="Calibri"/>
              </a:rPr>
              <a:t>Fourth Outline Level</a:t>
            </a:r>
            <a:endParaRPr lang="en-US" sz="3200" b="0" u="none" strike="noStrike">
              <a:solidFill>
                <a:schemeClr val="dk1"/>
              </a:solidFill>
              <a:effectLst/>
              <a:uFillTx/>
              <a:latin typeface="Calibri"/>
            </a:endParaRPr>
          </a:p>
          <a:p>
            <a:pPr marL="1828800" lvl="4" algn="l" defTabSz="457200">
              <a:spcBef>
                <a:spcPts val="400"/>
              </a:spcBef>
              <a:buClr>
                <a:srgbClr val="000000"/>
              </a:buClr>
              <a:buSzPct val="45000"/>
              <a:buFont typeface="Wingdings" charset="2"/>
              <a:buChar char=""/>
            </a:pPr>
            <a:r>
              <a:rPr lang="en-US" sz="3200" b="0" u="none" strike="noStrike">
                <a:solidFill>
                  <a:schemeClr val="dk1"/>
                </a:solidFill>
                <a:effectLst/>
                <a:uFillTx/>
                <a:latin typeface="Calibri"/>
              </a:rPr>
              <a:t>Fifth Outline Level</a:t>
            </a:r>
            <a:endParaRPr lang="en-US" sz="3200" b="0" u="none" strike="noStrike">
              <a:solidFill>
                <a:schemeClr val="dk1"/>
              </a:solidFill>
              <a:effectLst/>
              <a:uFillTx/>
              <a:latin typeface="Calibri"/>
            </a:endParaRPr>
          </a:p>
          <a:p>
            <a:pPr marL="2286000" lvl="5" algn="l" defTabSz="457200">
              <a:spcBef>
                <a:spcPts val="283"/>
              </a:spcBef>
              <a:buClr>
                <a:srgbClr val="000000"/>
              </a:buClr>
              <a:buSzPct val="45000"/>
              <a:buFont typeface="Wingdings" charset="2"/>
              <a:buChar char=""/>
            </a:pPr>
            <a:r>
              <a:rPr lang="en-US" sz="3200" b="0" u="none" strike="noStrike">
                <a:solidFill>
                  <a:schemeClr val="dk1"/>
                </a:solidFill>
                <a:effectLst/>
                <a:uFillTx/>
                <a:latin typeface="Calibri"/>
              </a:rPr>
              <a:t>Sixth Outline Level</a:t>
            </a:r>
            <a:endParaRPr lang="en-US" sz="3200" b="0" u="none" strike="noStrike">
              <a:solidFill>
                <a:schemeClr val="dk1"/>
              </a:solidFill>
              <a:effectLst/>
              <a:uFillTx/>
              <a:latin typeface="Calibri"/>
            </a:endParaRPr>
          </a:p>
          <a:p>
            <a:pPr marL="2743200" lvl="6" algn="l" defTabSz="457200">
              <a:spcBef>
                <a:spcPts val="283"/>
              </a:spcBef>
              <a:buClr>
                <a:srgbClr val="000000"/>
              </a:buClr>
              <a:buSzPct val="45000"/>
              <a:buFont typeface="Wingdings" charset="2"/>
              <a:buChar char=""/>
            </a:pPr>
            <a:r>
              <a:rPr lang="en-US" sz="3200" b="0" u="none" strike="noStrike">
                <a:solidFill>
                  <a:schemeClr val="dk1"/>
                </a:solidFill>
                <a:effectLst/>
                <a:uFillTx/>
                <a:latin typeface="Calibri"/>
              </a:rPr>
              <a:t>Seventh Outline Level</a:t>
            </a:r>
            <a:endParaRPr lang="en-US" sz="3200" b="0" u="none" strike="noStrike">
              <a:solidFill>
                <a:schemeClr val="dk1"/>
              </a:solidFill>
              <a:effectLst/>
              <a:uFillTx/>
              <a:latin typeface="Calibri"/>
            </a:endParaRPr>
          </a:p>
        </p:txBody>
      </p:sp>
      <p:sp>
        <p:nvSpPr>
          <p:cNvPr id="57" name="PlaceHolder 3"/>
          <p:cNvSpPr>
            <a:spLocks noGrp="1"/>
          </p:cNvSpPr>
          <p:nvPr>
            <p:ph type="body"/>
          </p:nvPr>
        </p:nvSpPr>
        <p:spPr>
          <a:xfrm>
            <a:off x="1792440" y="5367240"/>
            <a:ext cx="5486040" cy="804600"/>
          </a:xfrm>
          <a:prstGeom prst="rect">
            <a:avLst/>
          </a:prstGeom>
          <a:noFill/>
          <a:ln w="0">
            <a:noFill/>
          </a:ln>
        </p:spPr>
        <p:txBody>
          <a:bodyPr lIns="91440" tIns="45720" rIns="91440" bIns="45720" anchor="t">
            <a:noAutofit/>
          </a:bodyPr>
          <a:lstStyle>
            <a:lvl1pPr indent="0" algn="l" defTabSz="457200">
              <a:lnSpc>
                <a:spcPct val="100000"/>
              </a:lnSpc>
              <a:spcBef>
                <a:spcPts val="281"/>
              </a:spcBef>
              <a:buNone/>
              <a:tabLst>
                <a:tab pos="0" algn="l"/>
              </a:tabLst>
              <a:defRPr lang="en-US" sz="1400" b="0" u="none" strike="noStrike">
                <a:solidFill>
                  <a:schemeClr val="dk1"/>
                </a:solidFill>
                <a:effectLst/>
                <a:uFillTx/>
                <a:latin typeface="Calibri"/>
              </a:defRPr>
            </a:lvl1pPr>
          </a:lstStyle>
          <a:p>
            <a:pPr indent="0" algn="l" defTabSz="457200">
              <a:lnSpc>
                <a:spcPct val="100000"/>
              </a:lnSpc>
              <a:spcBef>
                <a:spcPts val="281"/>
              </a:spcBef>
              <a:buNone/>
              <a:tabLst>
                <a:tab pos="0" algn="l"/>
              </a:tabLst>
            </a:pPr>
            <a:r>
              <a:rPr lang="en-US" sz="1400" b="0" u="none" strike="noStrike">
                <a:solidFill>
                  <a:schemeClr val="dk1"/>
                </a:solidFill>
                <a:effectLst/>
                <a:uFillTx/>
                <a:latin typeface="Calibri"/>
              </a:rPr>
              <a:t>Click to edit Master text styles</a:t>
            </a:r>
            <a:endParaRPr lang="en-US" sz="1400" b="0" u="none" strike="noStrike">
              <a:solidFill>
                <a:schemeClr val="dk1"/>
              </a:solidFill>
              <a:effectLst/>
              <a:uFillTx/>
              <a:latin typeface="Calibri"/>
            </a:endParaRPr>
          </a:p>
        </p:txBody>
      </p:sp>
      <p:sp>
        <p:nvSpPr>
          <p:cNvPr id="58" name="PlaceHolder 4"/>
          <p:cNvSpPr>
            <a:spLocks noGrp="1"/>
          </p:cNvSpPr>
          <p:nvPr>
            <p:ph type="dt" idx="31"/>
          </p:nvPr>
        </p:nvSpPr>
        <p:spPr>
          <a:xfrm>
            <a:off x="457200" y="6356520"/>
            <a:ext cx="2133360" cy="364680"/>
          </a:xfrm>
          <a:prstGeom prst="rect">
            <a:avLst/>
          </a:prstGeom>
          <a:noFill/>
          <a:ln w="0">
            <a:noFill/>
          </a:ln>
        </p:spPr>
        <p:txBody>
          <a:bodyPr lIns="91440" tIns="45720" rIns="91440" bIns="45720" anchor="ctr">
            <a:noAutofit/>
          </a:bodyPr>
          <a:lstStyle>
            <a:lvl1pPr indent="0" algn="l" defTabSz="457200">
              <a:lnSpc>
                <a:spcPct val="100000"/>
              </a:lnSpc>
              <a:buNone/>
              <a:defRPr lang="en-US" sz="1200" b="0" u="none" strike="noStrike">
                <a:solidFill>
                  <a:schemeClr val="dk1">
                    <a:tint val="75000"/>
                  </a:schemeClr>
                </a:solidFill>
                <a:effectLst/>
                <a:uFillTx/>
                <a:latin typeface="Calibri"/>
              </a:defRPr>
            </a:lvl1pPr>
          </a:lstStyle>
          <a:p>
            <a:pPr indent="0" algn="l" defTabSz="457200">
              <a:lnSpc>
                <a:spcPct val="100000"/>
              </a:lnSpc>
              <a:buNone/>
            </a:pPr>
            <a:r>
              <a:rPr lang="en-US" sz="1200" b="0" u="none" strike="noStrike">
                <a:solidFill>
                  <a:schemeClr val="dk1">
                    <a:tint val="75000"/>
                  </a:schemeClr>
                </a:solidFill>
                <a:effectLst/>
                <a:uFillTx/>
                <a:latin typeface="Calibri"/>
              </a:rPr>
              <a:t>&lt;date/time&gt;</a:t>
            </a:r>
            <a:endParaRPr lang="en-US" sz="1200" b="0" u="none" strike="noStrike">
              <a:solidFill>
                <a:srgbClr val="000000"/>
              </a:solidFill>
              <a:effectLst/>
              <a:uFillTx/>
              <a:latin typeface="Times New Roman"/>
            </a:endParaRPr>
          </a:p>
        </p:txBody>
      </p:sp>
      <p:sp>
        <p:nvSpPr>
          <p:cNvPr id="59" name="PlaceHolder 5"/>
          <p:cNvSpPr>
            <a:spLocks noGrp="1"/>
          </p:cNvSpPr>
          <p:nvPr>
            <p:ph type="ftr" idx="32"/>
          </p:nvPr>
        </p:nvSpPr>
        <p:spPr>
          <a:xfrm>
            <a:off x="3124080" y="6356520"/>
            <a:ext cx="2895120" cy="364680"/>
          </a:xfrm>
          <a:prstGeom prst="rect">
            <a:avLst/>
          </a:prstGeom>
          <a:noFill/>
          <a:ln w="0">
            <a:noFill/>
          </a:ln>
        </p:spPr>
        <p:txBody>
          <a:bodyPr lIns="91440" tIns="45720" rIns="91440" bIns="45720" anchor="ctr">
            <a:noAutofit/>
          </a:bodyPr>
          <a:lstStyle>
            <a:lvl1pPr indent="0" algn="ctr">
              <a:buNone/>
              <a:defRPr lang="en-US" sz="1400" b="0" u="none" strike="noStrike">
                <a:solidFill>
                  <a:srgbClr val="000000"/>
                </a:solidFill>
                <a:effectLst/>
                <a:uFillTx/>
                <a:latin typeface="Times New Roman"/>
              </a:defRPr>
            </a:lvl1pPr>
          </a:lstStyle>
          <a:p>
            <a:pPr indent="0" algn="ctr">
              <a:buNone/>
            </a:pPr>
            <a:r>
              <a:rPr lang="en-US" sz="1400" b="0" u="none" strike="noStrike">
                <a:solidFill>
                  <a:srgbClr val="000000"/>
                </a:solidFill>
                <a:effectLst/>
                <a:uFillTx/>
                <a:latin typeface="Times New Roman"/>
              </a:rPr>
              <a:t>&lt;footer&gt;</a:t>
            </a:r>
            <a:endParaRPr lang="en-US" sz="1400" b="0" u="none" strike="noStrike">
              <a:solidFill>
                <a:srgbClr val="000000"/>
              </a:solidFill>
              <a:effectLst/>
              <a:uFillTx/>
              <a:latin typeface="Times New Roman"/>
            </a:endParaRPr>
          </a:p>
        </p:txBody>
      </p:sp>
      <p:sp>
        <p:nvSpPr>
          <p:cNvPr id="60" name="PlaceHolder 6"/>
          <p:cNvSpPr>
            <a:spLocks noGrp="1"/>
          </p:cNvSpPr>
          <p:nvPr>
            <p:ph type="sldNum" idx="33"/>
          </p:nvPr>
        </p:nvSpPr>
        <p:spPr>
          <a:xfrm>
            <a:off x="6553080" y="6356520"/>
            <a:ext cx="2133360" cy="364680"/>
          </a:xfrm>
          <a:prstGeom prst="rect">
            <a:avLst/>
          </a:prstGeom>
          <a:noFill/>
          <a:ln w="0">
            <a:noFill/>
          </a:ln>
        </p:spPr>
        <p:txBody>
          <a:bodyPr lIns="91440" tIns="45720" rIns="91440" bIns="45720" anchor="ctr">
            <a:noAutofit/>
          </a:bodyPr>
          <a:lstStyle>
            <a:lvl1pPr indent="0" algn="r" defTabSz="457200">
              <a:lnSpc>
                <a:spcPct val="100000"/>
              </a:lnSpc>
              <a:buNone/>
              <a:defRPr lang="en-US" sz="1200" b="0" u="none" strike="noStrike">
                <a:solidFill>
                  <a:schemeClr val="dk1">
                    <a:tint val="75000"/>
                  </a:schemeClr>
                </a:solidFill>
                <a:effectLst/>
                <a:uFillTx/>
                <a:latin typeface="Calibri"/>
              </a:defRPr>
            </a:lvl1pPr>
          </a:lstStyle>
          <a:p>
            <a:pPr indent="0" algn="r" defTabSz="457200">
              <a:lnSpc>
                <a:spcPct val="100000"/>
              </a:lnSpc>
              <a:buNone/>
            </a:pPr>
            <a:fld id="{50A67E91-803E-43F3-8459-56CFDE40480E}" type="slidenum">
              <a:rPr lang="en-US" sz="1200" b="0" u="none" strike="noStrike">
                <a:solidFill>
                  <a:schemeClr val="dk1">
                    <a:tint val="75000"/>
                  </a:schemeClr>
                </a:solidFill>
                <a:effectLst/>
                <a:uFillTx/>
                <a:latin typeface="Calibri"/>
              </a:rPr>
              <a:t>&lt;number&gt;</a:t>
            </a:fld>
            <a:endParaRPr lang="en-US" sz="1200" b="0" u="none" strike="noStrike">
              <a:solidFill>
                <a:srgbClr val="000000"/>
              </a:solidFill>
              <a:effectLst/>
              <a:uFillTx/>
              <a:latin typeface="Times New Roman"/>
            </a:endParaRPr>
          </a:p>
        </p:txBody>
      </p:sp>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 Id="rId9" Type="http://schemas.openxmlformats.org/officeDocument/2006/relationships/slideLayout" Target="../slideLayouts/slideLayout8.xml"/><Relationship Id="rId10" Type="http://schemas.openxmlformats.org/officeDocument/2006/relationships/slideLayout" Target="../slideLayouts/slideLayout9.xml"/><Relationship Id="rId11" Type="http://schemas.openxmlformats.org/officeDocument/2006/relationships/slideLayout" Target="../slideLayouts/slideLayout10.xml"/><Relationship Id="rId12" Type="http://schemas.openxmlformats.org/officeDocument/2006/relationships/slideLayout" Target="../slideLayouts/slideLayout11.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sldMaster>
</file>

<file path=ppt/slides/_rels/slide1.xml.rels><?xml version="1.0" encoding="UTF-8"?>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xml"/>
</Relationships>
</file>

<file path=ppt/slides/_rels/slide2.xml.rels><?xml version="1.0" encoding="UTF-8"?>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2.xml"/>
</Relationships>
</file>

<file path=ppt/slides/_rels/slide3.xml.rels><?xml version="1.0" encoding="UTF-8"?>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3.xml"/>
</Relationships>
</file>

<file path=ppt/slides/_rels/slide4.xml.rels><?xml version="1.0" encoding="UTF-8"?>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4.xml"/>
</Relationships>
</file>

<file path=ppt/slides/_rels/slide5.xml.rels><?xml version="1.0" encoding="UTF-8"?>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5.xml"/>
</Relationships>
</file>

<file path=ppt/slides/_rels/slide6.xml.rels><?xml version="1.0" encoding="UTF-8"?>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6.xml"/>
</Relationships>
</file>

<file path=ppt/slides/_rels/slide7.xml.rels><?xml version="1.0" encoding="UTF-8"?>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7.xml"/>
</Relationships>
</file>

<file path=ppt/slides/_rels/slide8.xml.rels><?xml version="1.0" encoding="UTF-8"?>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8.xml"/>
</Relationships>
</file>

<file path=ppt/slides/_rels/slide9.xml.rels><?xml version="1.0" encoding="UTF-8"?>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9.xml"/>
</Relationships>
</file>

<file path=ppt/slides/_rels/slide10.xml.rels><?xml version="1.0" encoding="UTF-8"?>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0.xml"/>
</Relationships>
</file>

<file path=ppt/slides/_rels/slide11.xml.rels><?xml version="1.0" encoding="UTF-8"?>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1.xml"/>
</Relationships>
</file>

<file path=ppt/slides/_rels/slide12.xml.rels><?xml version="1.0" encoding="UTF-8"?>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2.xml"/>
</Relationships>
</file>

<file path=ppt/slides/_rels/slide13.xml.rels><?xml version="1.0" encoding="UTF-8"?>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3.xml"/>
</Relationships>
</file>

<file path=ppt/slides/_rels/slide14.xml.rels><?xml version="1.0" encoding="UTF-8"?>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4.xml"/>
</Relationships>
</file>

<file path=ppt/slides/_rels/slide15.xml.rels><?xml version="1.0" encoding="UTF-8"?>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5.xml"/>
</Relationships>
</file>

<file path=ppt/slides/_rels/slide16.xml.rels><?xml version="1.0" encoding="UTF-8"?>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6.xml"/>
</Relationships>
</file>

<file path=ppt/slides/_rels/slide17.xml.rels><?xml version="1.0" encoding="UTF-8"?>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7.xml"/>
</Relationships>
</file>

<file path=ppt/slides/_rels/slide18.xml.rels><?xml version="1.0" encoding="UTF-8"?>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8.xml"/>
</Relationships>
</file>

<file path=ppt/slides/_rels/slide19.xml.rels><?xml version="1.0" encoding="UTF-8"?>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9.xml"/>
</Relationships>
</file>

<file path=ppt/slides/_rels/slide20.xml.rels><?xml version="1.0" encoding="UTF-8"?>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20.xml"/>
</Relationships>
</file>

<file path=ppt/slides/_rels/slide21.xml.rels><?xml version="1.0" encoding="UTF-8"?>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21.xml"/>
</Relationships>
</file>

<file path=ppt/slides/_rels/slide22.xml.rels><?xml version="1.0" encoding="UTF-8"?>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22.xml"/>
</Relationships>
</file>

<file path=ppt/slides/_rels/slide23.xml.rels><?xml version="1.0" encoding="UTF-8"?>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23.xml"/>
</Relationships>
</file>

<file path=ppt/slides/_rels/slide24.xml.rels><?xml version="1.0" encoding="UTF-8"?>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24.xml"/>
</Relationships>
</file>

<file path=ppt/slides/_rels/slide25.xml.rels><?xml version="1.0" encoding="UTF-8"?>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25.xml"/>
</Relationships>
</file>

<file path=ppt/slides/_rels/slide26.xml.rels><?xml version="1.0" encoding="UTF-8"?>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26.xml"/>
</Relationships>
</file>

<file path=ppt/slides/_rels/slide27.xml.rels><?xml version="1.0" encoding="UTF-8"?>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27.xml"/>
</Relationships>
</file>

<file path=ppt/slides/_rels/slide28.xml.rels><?xml version="1.0" encoding="UTF-8"?>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28.xml"/>
</Relationships>
</file>

<file path=ppt/slides/_rels/slide29.xml.rels><?xml version="1.0" encoding="UTF-8"?>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29.xml"/>
</Relationships>
</file>

<file path=ppt/slides/_rels/slide30.xml.rels><?xml version="1.0" encoding="UTF-8"?>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30.xml"/>
</Relationships>
</file>

<file path=ppt/slides/_rels/slide31.xml.rels><?xml version="1.0" encoding="UTF-8"?>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31.xml"/>
</Relationships>
</file>

<file path=ppt/slides/_rels/slide32.xml.rels><?xml version="1.0" encoding="UTF-8"?>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32.xml"/>
</Relationships>
</file>

<file path=ppt/slides/_rels/slide33.xml.rels><?xml version="1.0" encoding="UTF-8"?>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33.xml"/>
</Relationships>
</file>

<file path=ppt/slides/_rels/slide34.xml.rels><?xml version="1.0" encoding="UTF-8"?>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34.xml"/>
</Relationships>
</file>

<file path=ppt/slides/_rels/slide35.xml.rels><?xml version="1.0" encoding="UTF-8"?>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35.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00000"/>
        </a:solidFill>
      </p:bgPr>
    </p:bg>
    <p:spTree>
      <p:nvGrpSpPr>
        <p:cNvPr id="1" name=""/>
        <p:cNvGrpSpPr/>
        <p:nvPr/>
      </p:nvGrpSpPr>
      <p:grpSpPr>
        <a:xfrm>
          <a:off x="0" y="0"/>
          <a:ext cx="0" cy="0"/>
          <a:chOff x="0" y="0"/>
          <a:chExt cx="0" cy="0"/>
        </a:xfrm>
      </p:grpSpPr>
      <p:sp>
        <p:nvSpPr>
          <p:cNvPr id="67" name="Rectangle 1"/>
          <p:cNvSpPr/>
          <p:nvPr/>
        </p:nvSpPr>
        <p:spPr>
          <a:xfrm>
            <a:off x="548640" y="1828800"/>
            <a:ext cx="91080" cy="2148480"/>
          </a:xfrm>
          <a:prstGeom prst="rect">
            <a:avLst/>
          </a:prstGeom>
          <a:solidFill>
            <a:srgbClr val="FF6B1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68" name="TextBox 2"/>
          <p:cNvSpPr/>
          <p:nvPr/>
        </p:nvSpPr>
        <p:spPr>
          <a:xfrm>
            <a:off x="868680" y="1417320"/>
            <a:ext cx="9143640" cy="216720"/>
          </a:xfrm>
          <a:prstGeom prst="rect">
            <a:avLst/>
          </a:prstGeom>
          <a:noFill/>
          <a:ln w="0">
            <a:noFill/>
          </a:ln>
        </p:spPr>
        <p:style>
          <a:lnRef idx="0"/>
          <a:fillRef idx="0"/>
          <a:effectRef idx="0"/>
          <a:fontRef idx="minor"/>
        </p:style>
        <p:txBody>
          <a:bodyPr lIns="18360" tIns="9000" rIns="18360" bIns="9000" anchor="t">
            <a:spAutoFit/>
          </a:bodyPr>
          <a:p>
            <a:pPr defTabSz="457200">
              <a:lnSpc>
                <a:spcPct val="100000"/>
              </a:lnSpc>
            </a:pPr>
            <a:r>
              <a:rPr lang="en-US" sz="1300" b="1" u="none" strike="noStrike">
                <a:solidFill>
                  <a:srgbClr val="FF6B1A"/>
                </a:solidFill>
                <a:effectLst/>
                <a:uFillTx/>
                <a:latin typeface="Arial"/>
              </a:rPr>
              <a:t>MÓDULO 5 </a:t>
            </a:r>
            <a:endParaRPr lang="en-US" sz="1300" b="0" u="none" strike="noStrike">
              <a:solidFill>
                <a:srgbClr val="FFFFFF"/>
              </a:solidFill>
              <a:effectLst/>
              <a:uFillTx/>
              <a:latin typeface="Arial"/>
            </a:endParaRPr>
          </a:p>
        </p:txBody>
      </p:sp>
      <p:sp>
        <p:nvSpPr>
          <p:cNvPr id="69" name="TextBox 3"/>
          <p:cNvSpPr/>
          <p:nvPr/>
        </p:nvSpPr>
        <p:spPr>
          <a:xfrm>
            <a:off x="868680" y="1828800"/>
            <a:ext cx="10515240" cy="1096920"/>
          </a:xfrm>
          <a:prstGeom prst="rect">
            <a:avLst/>
          </a:prstGeom>
          <a:noFill/>
          <a:ln w="0">
            <a:noFill/>
          </a:ln>
        </p:spPr>
        <p:style>
          <a:lnRef idx="0"/>
          <a:fillRef idx="0"/>
          <a:effectRef idx="0"/>
          <a:fontRef idx="minor"/>
        </p:style>
        <p:txBody>
          <a:bodyPr lIns="18360" tIns="9000" rIns="18360" bIns="9000" anchor="ctr">
            <a:spAutoFit/>
          </a:bodyPr>
          <a:p>
            <a:pPr defTabSz="457200">
              <a:lnSpc>
                <a:spcPct val="100000"/>
              </a:lnSpc>
            </a:pPr>
            <a:r>
              <a:rPr lang="en-US" sz="5000" b="1" u="none" strike="noStrike">
                <a:solidFill>
                  <a:srgbClr val="F2F2F2"/>
                </a:solidFill>
                <a:effectLst/>
                <a:uFillTx/>
                <a:latin typeface="Arial"/>
              </a:rPr>
              <a:t>Arq</a:t>
            </a:r>
            <a:r>
              <a:rPr lang="en-US" sz="5000" b="1" u="none" strike="noStrike">
                <a:solidFill>
                  <a:srgbClr val="F2F2F2"/>
                </a:solidFill>
                <a:effectLst/>
                <a:uFillTx/>
                <a:latin typeface="Arial"/>
              </a:rPr>
              <a:t>ueti</a:t>
            </a:r>
            <a:r>
              <a:rPr lang="en-US" sz="5000" b="1" u="none" strike="noStrike">
                <a:solidFill>
                  <a:srgbClr val="F2F2F2"/>
                </a:solidFill>
                <a:effectLst/>
                <a:uFillTx/>
                <a:latin typeface="Arial"/>
              </a:rPr>
              <a:t>pos </a:t>
            </a:r>
            <a:r>
              <a:rPr lang="en-US" sz="5000" b="1" u="none" strike="noStrike">
                <a:solidFill>
                  <a:srgbClr val="F2F2F2"/>
                </a:solidFill>
                <a:effectLst/>
                <a:uFillTx/>
                <a:latin typeface="Arial"/>
              </a:rPr>
              <a:t>de </a:t>
            </a:r>
            <a:r>
              <a:rPr lang="en-US" sz="5000" b="1" u="none" strike="noStrike">
                <a:solidFill>
                  <a:srgbClr val="F2F2F2"/>
                </a:solidFill>
                <a:effectLst/>
                <a:uFillTx/>
                <a:latin typeface="Arial"/>
              </a:rPr>
              <a:t>age</a:t>
            </a:r>
            <a:r>
              <a:rPr lang="en-US" sz="5000" b="1" u="none" strike="noStrike">
                <a:solidFill>
                  <a:srgbClr val="F2F2F2"/>
                </a:solidFill>
                <a:effectLst/>
                <a:uFillTx/>
                <a:latin typeface="Arial"/>
              </a:rPr>
              <a:t>ntes</a:t>
            </a:r>
            <a:endParaRPr lang="en-US" sz="5000" b="0" u="none" strike="noStrike">
              <a:solidFill>
                <a:srgbClr val="FFFFFF"/>
              </a:solidFill>
              <a:effectLst/>
              <a:uFillTx/>
              <a:latin typeface="Arial"/>
            </a:endParaRPr>
          </a:p>
        </p:txBody>
      </p:sp>
      <p:sp>
        <p:nvSpPr>
          <p:cNvPr id="70" name="TextBox 4"/>
          <p:cNvSpPr/>
          <p:nvPr/>
        </p:nvSpPr>
        <p:spPr>
          <a:xfrm>
            <a:off x="868680" y="3017520"/>
            <a:ext cx="9692280" cy="959760"/>
          </a:xfrm>
          <a:prstGeom prst="rect">
            <a:avLst/>
          </a:prstGeom>
          <a:noFill/>
          <a:ln w="0">
            <a:noFill/>
          </a:ln>
        </p:spPr>
        <p:style>
          <a:lnRef idx="0"/>
          <a:fillRef idx="0"/>
          <a:effectRef idx="0"/>
          <a:fontRef idx="minor"/>
        </p:style>
        <p:txBody>
          <a:bodyPr lIns="18360" tIns="9000" rIns="18360" bIns="9000" anchor="t">
            <a:spAutoFit/>
          </a:bodyPr>
          <a:p>
            <a:pPr defTabSz="457200">
              <a:lnSpc>
                <a:spcPct val="100000"/>
              </a:lnSpc>
            </a:pPr>
            <a:r>
              <a:rPr lang="en-US" sz="2200" b="0" u="none" strike="noStrike">
                <a:solidFill>
                  <a:srgbClr val="D6D6D6"/>
                </a:solidFill>
                <a:effectLst/>
                <a:uFillTx/>
                <a:latin typeface="Arial"/>
              </a:rPr>
              <a:t>Cómo se orquestan, quién controla la ejecución y qué contexto </a:t>
            </a:r>
            <a:r>
              <a:rPr lang="en-US" sz="2200" b="0" u="none" strike="noStrike">
                <a:solidFill>
                  <a:srgbClr val="D6D6D6"/>
                </a:solidFill>
                <a:effectLst/>
                <a:uFillTx/>
                <a:latin typeface="Arial"/>
              </a:rPr>
              <a:t>comparten</a:t>
            </a:r>
            <a:endParaRPr lang="en-US" sz="2200" b="0" u="none" strike="noStrike">
              <a:solidFill>
                <a:srgbClr val="FFFFFF"/>
              </a:solidFill>
              <a:effectLst/>
              <a:uFillTx/>
              <a:latin typeface="Arial"/>
            </a:endParaRPr>
          </a:p>
        </p:txBody>
      </p:sp>
      <p:sp>
        <p:nvSpPr>
          <p:cNvPr id="71" name="Rounded Rectangle 5"/>
          <p:cNvSpPr/>
          <p:nvPr/>
        </p:nvSpPr>
        <p:spPr>
          <a:xfrm>
            <a:off x="868680" y="4846320"/>
            <a:ext cx="925560" cy="383760"/>
          </a:xfrm>
          <a:prstGeom prst="roundRect">
            <a:avLst>
              <a:gd name="adj" fmla="val 50000"/>
            </a:avLst>
          </a:prstGeom>
          <a:solidFill>
            <a:srgbClr val="2A1608"/>
          </a:solidFill>
          <a:ln w="19050">
            <a:solidFill>
              <a:srgbClr val="FF6B1A"/>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45720" tIns="45000" rIns="45720" bIns="45000" anchor="ctr">
            <a:noAutofit/>
          </a:bodyPr>
          <a:p>
            <a:pPr algn="ctr" defTabSz="457200">
              <a:lnSpc>
                <a:spcPct val="100000"/>
              </a:lnSpc>
            </a:pPr>
            <a:r>
              <a:rPr lang="en-US" sz="1200" b="0" u="none" strike="noStrike">
                <a:solidFill>
                  <a:srgbClr val="F2F2F2"/>
                </a:solidFill>
                <a:effectLst/>
                <a:uFillTx/>
                <a:latin typeface="Arial"/>
              </a:rPr>
              <a:t>Reflex</a:t>
            </a:r>
            <a:endParaRPr lang="en-US" sz="1200" b="0" u="none" strike="noStrike">
              <a:solidFill>
                <a:srgbClr val="FFFFFF"/>
              </a:solidFill>
              <a:effectLst/>
              <a:uFillTx/>
              <a:latin typeface="Arial"/>
            </a:endParaRPr>
          </a:p>
        </p:txBody>
      </p:sp>
      <p:sp>
        <p:nvSpPr>
          <p:cNvPr id="72" name="Rounded Rectangle 6"/>
          <p:cNvSpPr/>
          <p:nvPr/>
        </p:nvSpPr>
        <p:spPr>
          <a:xfrm>
            <a:off x="1922760" y="4846320"/>
            <a:ext cx="832320" cy="383760"/>
          </a:xfrm>
          <a:prstGeom prst="roundRect">
            <a:avLst>
              <a:gd name="adj" fmla="val 50000"/>
            </a:avLst>
          </a:prstGeom>
          <a:solidFill>
            <a:srgbClr val="2A1608"/>
          </a:solidFill>
          <a:ln w="19050">
            <a:solidFill>
              <a:srgbClr val="FF6B1A"/>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45720" tIns="45000" rIns="45720" bIns="45000" anchor="ctr">
            <a:noAutofit/>
          </a:bodyPr>
          <a:p>
            <a:pPr algn="ctr" defTabSz="457200">
              <a:lnSpc>
                <a:spcPct val="100000"/>
              </a:lnSpc>
            </a:pPr>
            <a:r>
              <a:rPr lang="en-US" sz="1200" b="0" u="none" strike="noStrike">
                <a:solidFill>
                  <a:srgbClr val="F2F2F2"/>
                </a:solidFill>
                <a:effectLst/>
                <a:uFillTx/>
                <a:latin typeface="Arial"/>
              </a:rPr>
              <a:t>ReAct</a:t>
            </a:r>
            <a:endParaRPr lang="en-US" sz="1200" b="0" u="none" strike="noStrike">
              <a:solidFill>
                <a:srgbClr val="FFFFFF"/>
              </a:solidFill>
              <a:effectLst/>
              <a:uFillTx/>
              <a:latin typeface="Arial"/>
            </a:endParaRPr>
          </a:p>
        </p:txBody>
      </p:sp>
      <p:sp>
        <p:nvSpPr>
          <p:cNvPr id="73" name="Rounded Rectangle 7"/>
          <p:cNvSpPr/>
          <p:nvPr/>
        </p:nvSpPr>
        <p:spPr>
          <a:xfrm>
            <a:off x="2883240" y="4846320"/>
            <a:ext cx="1859400" cy="383760"/>
          </a:xfrm>
          <a:prstGeom prst="roundRect">
            <a:avLst>
              <a:gd name="adj" fmla="val 50000"/>
            </a:avLst>
          </a:prstGeom>
          <a:solidFill>
            <a:srgbClr val="2A1608"/>
          </a:solidFill>
          <a:ln w="19050">
            <a:solidFill>
              <a:srgbClr val="FF6B1A"/>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45720" tIns="45000" rIns="45720" bIns="45000" anchor="ctr">
            <a:noAutofit/>
          </a:bodyPr>
          <a:p>
            <a:pPr algn="ctr" defTabSz="457200">
              <a:lnSpc>
                <a:spcPct val="100000"/>
              </a:lnSpc>
            </a:pPr>
            <a:r>
              <a:rPr lang="en-US" sz="1200" b="0" u="none" strike="noStrike">
                <a:solidFill>
                  <a:srgbClr val="F2F2F2"/>
                </a:solidFill>
                <a:effectLst/>
                <a:uFillTx/>
                <a:latin typeface="Arial"/>
              </a:rPr>
              <a:t>Planner-</a:t>
            </a:r>
            <a:r>
              <a:rPr lang="en-US" sz="1200" b="0" u="none" strike="noStrike">
                <a:solidFill>
                  <a:srgbClr val="F2F2F2"/>
                </a:solidFill>
                <a:effectLst/>
                <a:uFillTx/>
                <a:latin typeface="Arial"/>
              </a:rPr>
              <a:t>Executor</a:t>
            </a:r>
            <a:endParaRPr lang="en-US" sz="1200" b="0" u="none" strike="noStrike">
              <a:solidFill>
                <a:srgbClr val="FFFFFF"/>
              </a:solidFill>
              <a:effectLst/>
              <a:uFillTx/>
              <a:latin typeface="Arial"/>
            </a:endParaRPr>
          </a:p>
        </p:txBody>
      </p:sp>
      <p:sp>
        <p:nvSpPr>
          <p:cNvPr id="74" name="Rounded Rectangle 8"/>
          <p:cNvSpPr/>
          <p:nvPr/>
        </p:nvSpPr>
        <p:spPr>
          <a:xfrm>
            <a:off x="4871160" y="4846320"/>
            <a:ext cx="2139480" cy="383760"/>
          </a:xfrm>
          <a:prstGeom prst="roundRect">
            <a:avLst>
              <a:gd name="adj" fmla="val 50000"/>
            </a:avLst>
          </a:prstGeom>
          <a:solidFill>
            <a:srgbClr val="2A1608"/>
          </a:solidFill>
          <a:ln w="19050">
            <a:solidFill>
              <a:srgbClr val="FF6B1A"/>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45720" tIns="45000" rIns="45720" bIns="45000" anchor="ctr">
            <a:noAutofit/>
          </a:bodyPr>
          <a:p>
            <a:pPr algn="ctr" defTabSz="457200">
              <a:lnSpc>
                <a:spcPct val="100000"/>
              </a:lnSpc>
            </a:pPr>
            <a:r>
              <a:rPr lang="en-US" sz="1200" b="0" u="none" strike="noStrike">
                <a:solidFill>
                  <a:srgbClr val="F2F2F2"/>
                </a:solidFill>
                <a:effectLst/>
                <a:uFillTx/>
                <a:latin typeface="Arial"/>
              </a:rPr>
              <a:t>Query Decomposition</a:t>
            </a:r>
            <a:endParaRPr lang="en-US" sz="1200" b="0" u="none" strike="noStrike">
              <a:solidFill>
                <a:srgbClr val="FFFFFF"/>
              </a:solidFill>
              <a:effectLst/>
              <a:uFillTx/>
              <a:latin typeface="Arial"/>
            </a:endParaRPr>
          </a:p>
        </p:txBody>
      </p:sp>
      <p:sp>
        <p:nvSpPr>
          <p:cNvPr id="75" name="Rounded Rectangle 9"/>
          <p:cNvSpPr/>
          <p:nvPr/>
        </p:nvSpPr>
        <p:spPr>
          <a:xfrm>
            <a:off x="7139160" y="4846320"/>
            <a:ext cx="1299240" cy="383760"/>
          </a:xfrm>
          <a:prstGeom prst="roundRect">
            <a:avLst>
              <a:gd name="adj" fmla="val 50000"/>
            </a:avLst>
          </a:prstGeom>
          <a:solidFill>
            <a:srgbClr val="2A1608"/>
          </a:solidFill>
          <a:ln w="19050">
            <a:solidFill>
              <a:srgbClr val="FF6B1A"/>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45720" tIns="45000" rIns="45720" bIns="45000" anchor="ctr">
            <a:noAutofit/>
          </a:bodyPr>
          <a:p>
            <a:pPr algn="ctr" defTabSz="457200">
              <a:lnSpc>
                <a:spcPct val="100000"/>
              </a:lnSpc>
            </a:pPr>
            <a:r>
              <a:rPr lang="en-US" sz="1200" b="0" u="none" strike="noStrike">
                <a:solidFill>
                  <a:srgbClr val="F2F2F2"/>
                </a:solidFill>
                <a:effectLst/>
                <a:uFillTx/>
                <a:latin typeface="Arial"/>
              </a:rPr>
              <a:t>Reflection</a:t>
            </a:r>
            <a:endParaRPr lang="en-US" sz="1200" b="0" u="none" strike="noStrike">
              <a:solidFill>
                <a:srgbClr val="FFFFFF"/>
              </a:solidFill>
              <a:effectLst/>
              <a:uFillTx/>
              <a:latin typeface="Arial"/>
            </a:endParaRPr>
          </a:p>
        </p:txBody>
      </p:sp>
      <p:sp>
        <p:nvSpPr>
          <p:cNvPr id="76" name="Rounded Rectangle 10"/>
          <p:cNvSpPr/>
          <p:nvPr/>
        </p:nvSpPr>
        <p:spPr>
          <a:xfrm>
            <a:off x="8566920" y="4846320"/>
            <a:ext cx="1579320" cy="383760"/>
          </a:xfrm>
          <a:prstGeom prst="roundRect">
            <a:avLst>
              <a:gd name="adj" fmla="val 50000"/>
            </a:avLst>
          </a:prstGeom>
          <a:solidFill>
            <a:srgbClr val="2A1608"/>
          </a:solidFill>
          <a:ln w="19050">
            <a:solidFill>
              <a:srgbClr val="FF6B1A"/>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45720" tIns="45000" rIns="45720" bIns="45000" anchor="ctr">
            <a:noAutofit/>
          </a:bodyPr>
          <a:p>
            <a:pPr algn="ctr" defTabSz="457200">
              <a:lnSpc>
                <a:spcPct val="100000"/>
              </a:lnSpc>
            </a:pPr>
            <a:r>
              <a:rPr lang="en-US" sz="1200" b="0" u="none" strike="noStrike">
                <a:solidFill>
                  <a:srgbClr val="F2F2F2"/>
                </a:solidFill>
                <a:effectLst/>
                <a:uFillTx/>
                <a:latin typeface="Arial"/>
              </a:rPr>
              <a:t>Deep </a:t>
            </a:r>
            <a:r>
              <a:rPr lang="en-US" sz="1200" b="0" u="none" strike="noStrike">
                <a:solidFill>
                  <a:srgbClr val="F2F2F2"/>
                </a:solidFill>
                <a:effectLst/>
                <a:uFillTx/>
                <a:latin typeface="Arial"/>
              </a:rPr>
              <a:t>Research</a:t>
            </a:r>
            <a:endParaRPr lang="en-US" sz="1200" b="0" u="none" strike="noStrike">
              <a:solidFill>
                <a:srgbClr val="FFFFFF"/>
              </a:solidFill>
              <a:effectLst/>
              <a:uFillTx/>
              <a:latin typeface="Arial"/>
            </a:endParaRPr>
          </a:p>
        </p:txBody>
      </p:sp>
      <p:sp>
        <p:nvSpPr>
          <p:cNvPr id="77" name="TextBox 11"/>
          <p:cNvSpPr/>
          <p:nvPr/>
        </p:nvSpPr>
        <p:spPr>
          <a:xfrm>
            <a:off x="868680" y="6035040"/>
            <a:ext cx="7314840" cy="273960"/>
          </a:xfrm>
          <a:prstGeom prst="rect">
            <a:avLst/>
          </a:prstGeom>
          <a:noFill/>
          <a:ln w="0">
            <a:noFill/>
          </a:ln>
        </p:spPr>
        <p:style>
          <a:lnRef idx="0"/>
          <a:fillRef idx="0"/>
          <a:effectRef idx="0"/>
          <a:fontRef idx="minor"/>
        </p:style>
        <p:txBody>
          <a:bodyPr lIns="18360" tIns="9000" rIns="18360" bIns="9000" anchor="t">
            <a:spAutoFit/>
          </a:bodyPr>
          <a:p>
            <a:pPr defTabSz="457200">
              <a:lnSpc>
                <a:spcPct val="100000"/>
              </a:lnSpc>
            </a:pPr>
            <a:r>
              <a:rPr lang="en-US" sz="1100" b="0" u="none" strike="noStrike">
                <a:solidFill>
                  <a:srgbClr val="9A9A9A"/>
                </a:solidFill>
                <a:effectLst/>
                <a:uFillTx/>
                <a:latin typeface="Arial"/>
              </a:rPr>
              <a:t>Arquitectu</a:t>
            </a:r>
            <a:r>
              <a:rPr lang="en-US" sz="1100" b="0" u="none" strike="noStrike">
                <a:solidFill>
                  <a:srgbClr val="9A9A9A"/>
                </a:solidFill>
                <a:effectLst/>
                <a:uFillTx/>
                <a:latin typeface="Arial"/>
              </a:rPr>
              <a:t>ra de </a:t>
            </a:r>
            <a:r>
              <a:rPr lang="en-US" sz="1100" b="0" u="none" strike="noStrike">
                <a:solidFill>
                  <a:srgbClr val="9A9A9A"/>
                </a:solidFill>
                <a:effectLst/>
                <a:uFillTx/>
                <a:latin typeface="Arial"/>
              </a:rPr>
              <a:t>Agentes </a:t>
            </a:r>
            <a:r>
              <a:rPr lang="en-US" sz="1100" b="0" u="none" strike="noStrike">
                <a:solidFill>
                  <a:srgbClr val="9A9A9A"/>
                </a:solidFill>
                <a:effectLst/>
                <a:uFillTx/>
                <a:latin typeface="Arial"/>
              </a:rPr>
              <a:t>IA · UTDT </a:t>
            </a:r>
            <a:r>
              <a:rPr lang="en-US" sz="1100" b="0" u="none" strike="noStrike">
                <a:solidFill>
                  <a:srgbClr val="9A9A9A"/>
                </a:solidFill>
                <a:effectLst/>
                <a:uFillTx/>
                <a:latin typeface="Arial"/>
              </a:rPr>
              <a:t>2026</a:t>
            </a:r>
            <a:endParaRPr lang="en-US" sz="110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00000"/>
        </a:solidFill>
      </p:bgPr>
    </p:bg>
    <p:spTree>
      <p:nvGrpSpPr>
        <p:cNvPr id="1" name=""/>
        <p:cNvGrpSpPr/>
        <p:nvPr/>
      </p:nvGrpSpPr>
      <p:grpSpPr>
        <a:xfrm>
          <a:off x="0" y="0"/>
          <a:ext cx="0" cy="0"/>
          <a:chOff x="0" y="0"/>
          <a:chExt cx="0" cy="0"/>
        </a:xfrm>
      </p:grpSpPr>
      <p:sp>
        <p:nvSpPr>
          <p:cNvPr id="78" name="TextBox 1"/>
          <p:cNvSpPr/>
          <p:nvPr/>
        </p:nvSpPr>
        <p:spPr>
          <a:xfrm>
            <a:off x="548640" y="329040"/>
            <a:ext cx="8229240" cy="273960"/>
          </a:xfrm>
          <a:prstGeom prst="rect">
            <a:avLst/>
          </a:prstGeom>
          <a:noFill/>
          <a:ln w="0">
            <a:noFill/>
          </a:ln>
        </p:spPr>
        <p:style>
          <a:lnRef idx="0"/>
          <a:fillRef idx="0"/>
          <a:effectRef idx="0"/>
          <a:fontRef idx="minor"/>
        </p:style>
        <p:txBody>
          <a:bodyPr lIns="18360" tIns="9000" rIns="18360" bIns="9000" anchor="t">
            <a:spAutoFit/>
          </a:bodyPr>
          <a:p>
            <a:pPr defTabSz="457200">
              <a:lnSpc>
                <a:spcPct val="100000"/>
              </a:lnSpc>
            </a:pPr>
            <a:r>
              <a:rPr lang="en-US" sz="1150" b="1" u="none" strike="noStrike">
                <a:solidFill>
                  <a:srgbClr val="FF6B1A"/>
                </a:solidFill>
                <a:effectLst/>
                <a:uFillTx/>
                <a:latin typeface="Arial"/>
              </a:rPr>
              <a:t>PUNTO </a:t>
            </a:r>
            <a:r>
              <a:rPr lang="en-US" sz="1150" b="1" u="none" strike="noStrike">
                <a:solidFill>
                  <a:srgbClr val="FF6B1A"/>
                </a:solidFill>
                <a:effectLst/>
                <a:uFillTx/>
                <a:latin typeface="Arial"/>
              </a:rPr>
              <a:t>DE </a:t>
            </a:r>
            <a:r>
              <a:rPr lang="en-US" sz="1150" b="1" u="none" strike="noStrike">
                <a:solidFill>
                  <a:srgbClr val="FF6B1A"/>
                </a:solidFill>
                <a:effectLst/>
                <a:uFillTx/>
                <a:latin typeface="Arial"/>
              </a:rPr>
              <a:t>PARTIDA</a:t>
            </a:r>
            <a:endParaRPr lang="en-US" sz="1150" b="0" u="none" strike="noStrike">
              <a:solidFill>
                <a:srgbClr val="FFFFFF"/>
              </a:solidFill>
              <a:effectLst/>
              <a:uFillTx/>
              <a:latin typeface="Arial"/>
            </a:endParaRPr>
          </a:p>
        </p:txBody>
      </p:sp>
      <p:sp>
        <p:nvSpPr>
          <p:cNvPr id="79" name="TextBox 2"/>
          <p:cNvSpPr/>
          <p:nvPr/>
        </p:nvSpPr>
        <p:spPr>
          <a:xfrm>
            <a:off x="548640" y="603360"/>
            <a:ext cx="11094120" cy="639720"/>
          </a:xfrm>
          <a:prstGeom prst="rect">
            <a:avLst/>
          </a:prstGeom>
          <a:noFill/>
          <a:ln w="0">
            <a:noFill/>
          </a:ln>
        </p:spPr>
        <p:style>
          <a:lnRef idx="0"/>
          <a:fillRef idx="0"/>
          <a:effectRef idx="0"/>
          <a:fontRef idx="minor"/>
        </p:style>
        <p:txBody>
          <a:bodyPr lIns="18360" tIns="9000" rIns="18360" bIns="9000" anchor="ctr">
            <a:spAutoFit/>
          </a:bodyPr>
          <a:p>
            <a:pPr defTabSz="457200">
              <a:lnSpc>
                <a:spcPct val="100000"/>
              </a:lnSpc>
            </a:pPr>
            <a:r>
              <a:rPr lang="en-US" sz="3000" b="1" u="none" strike="noStrike">
                <a:solidFill>
                  <a:srgbClr val="F2F2F2"/>
                </a:solidFill>
                <a:effectLst/>
                <a:uFillTx/>
                <a:latin typeface="Arial"/>
              </a:rPr>
              <a:t>La orquestación son tres decisiones</a:t>
            </a:r>
            <a:endParaRPr lang="en-US" sz="3000" b="0" u="none" strike="noStrike">
              <a:solidFill>
                <a:srgbClr val="FFFFFF"/>
              </a:solidFill>
              <a:effectLst/>
              <a:uFillTx/>
              <a:latin typeface="Arial"/>
            </a:endParaRPr>
          </a:p>
        </p:txBody>
      </p:sp>
      <p:sp>
        <p:nvSpPr>
          <p:cNvPr id="80" name="TextBox 3"/>
          <p:cNvSpPr/>
          <p:nvPr/>
        </p:nvSpPr>
        <p:spPr>
          <a:xfrm>
            <a:off x="548640" y="6492240"/>
            <a:ext cx="7314840" cy="228240"/>
          </a:xfrm>
          <a:prstGeom prst="rect">
            <a:avLst/>
          </a:prstGeom>
          <a:noFill/>
          <a:ln w="0">
            <a:noFill/>
          </a:ln>
        </p:spPr>
        <p:style>
          <a:lnRef idx="0"/>
          <a:fillRef idx="0"/>
          <a:effectRef idx="0"/>
          <a:fontRef idx="minor"/>
        </p:style>
        <p:txBody>
          <a:bodyPr lIns="18360" tIns="9000" rIns="18360" bIns="9000" anchor="t">
            <a:spAutoFit/>
          </a:bodyPr>
          <a:p>
            <a:pPr defTabSz="457200">
              <a:lnSpc>
                <a:spcPct val="100000"/>
              </a:lnSpc>
            </a:pPr>
            <a:r>
              <a:rPr lang="en-US" sz="900" b="0" u="none" strike="noStrike">
                <a:solidFill>
                  <a:srgbClr val="9A9A9A"/>
                </a:solidFill>
                <a:effectLst/>
                <a:uFillTx/>
                <a:latin typeface="Arial"/>
              </a:rPr>
              <a:t>Arquetipos de agentes · Módulo 5 · UTDT</a:t>
            </a:r>
            <a:endParaRPr lang="en-US" sz="900" b="0" u="none" strike="noStrike">
              <a:solidFill>
                <a:srgbClr val="FFFFFF"/>
              </a:solidFill>
              <a:effectLst/>
              <a:uFillTx/>
              <a:latin typeface="Arial"/>
            </a:endParaRPr>
          </a:p>
        </p:txBody>
      </p:sp>
      <p:sp>
        <p:nvSpPr>
          <p:cNvPr id="81" name="TextBox 4"/>
          <p:cNvSpPr/>
          <p:nvPr/>
        </p:nvSpPr>
        <p:spPr>
          <a:xfrm>
            <a:off x="10271520" y="6492240"/>
            <a:ext cx="1371240" cy="228240"/>
          </a:xfrm>
          <a:prstGeom prst="rect">
            <a:avLst/>
          </a:prstGeom>
          <a:noFill/>
          <a:ln w="0">
            <a:noFill/>
          </a:ln>
        </p:spPr>
        <p:style>
          <a:lnRef idx="0"/>
          <a:fillRef idx="0"/>
          <a:effectRef idx="0"/>
          <a:fontRef idx="minor"/>
        </p:style>
        <p:txBody>
          <a:bodyPr lIns="18360" tIns="9000" rIns="18360" bIns="9000" anchor="t">
            <a:spAutoFit/>
          </a:bodyPr>
          <a:p>
            <a:pPr algn="r" defTabSz="457200">
              <a:lnSpc>
                <a:spcPct val="100000"/>
              </a:lnSpc>
            </a:pPr>
            <a:r>
              <a:rPr lang="en-US" sz="900" b="0" u="none" strike="noStrike">
                <a:solidFill>
                  <a:srgbClr val="9A9A9A"/>
                </a:solidFill>
                <a:effectLst/>
                <a:uFillTx/>
                <a:latin typeface="Arial"/>
              </a:rPr>
              <a:t>2 / 35</a:t>
            </a:r>
            <a:endParaRPr lang="en-US" sz="900" b="0" u="none" strike="noStrike">
              <a:solidFill>
                <a:srgbClr val="FFFFFF"/>
              </a:solidFill>
              <a:effectLst/>
              <a:uFillTx/>
              <a:latin typeface="Arial"/>
            </a:endParaRPr>
          </a:p>
        </p:txBody>
      </p:sp>
      <p:sp>
        <p:nvSpPr>
          <p:cNvPr id="82" name="Rectangle 5"/>
          <p:cNvSpPr/>
          <p:nvPr/>
        </p:nvSpPr>
        <p:spPr>
          <a:xfrm>
            <a:off x="548640" y="1417320"/>
            <a:ext cx="3563640" cy="4388760"/>
          </a:xfrm>
          <a:prstGeom prst="rect">
            <a:avLst/>
          </a:prstGeom>
          <a:solidFill>
            <a:srgbClr val="0E0E0E"/>
          </a:solidFill>
          <a:ln>
            <a:solidFill>
              <a:srgbClr val="2A2A2A"/>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83" name="Rectangle 6"/>
          <p:cNvSpPr/>
          <p:nvPr/>
        </p:nvSpPr>
        <p:spPr>
          <a:xfrm>
            <a:off x="548640" y="1417320"/>
            <a:ext cx="3563640" cy="63720"/>
          </a:xfrm>
          <a:prstGeom prst="rect">
            <a:avLst/>
          </a:prstGeom>
          <a:solidFill>
            <a:srgbClr val="FF6B1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19080" rIns="90000" bIns="19080" anchor="ctr">
            <a:noAutofit/>
          </a:bodyPr>
          <a:p>
            <a:endParaRPr lang="en-US" sz="1800" b="0" u="none" strike="noStrike">
              <a:solidFill>
                <a:schemeClr val="lt1"/>
              </a:solidFill>
              <a:effectLst/>
              <a:uFillTx/>
              <a:latin typeface="Calibri"/>
            </a:endParaRPr>
          </a:p>
        </p:txBody>
      </p:sp>
      <p:sp>
        <p:nvSpPr>
          <p:cNvPr id="84" name="TextBox 7"/>
          <p:cNvSpPr/>
          <p:nvPr/>
        </p:nvSpPr>
        <p:spPr>
          <a:xfrm>
            <a:off x="713160" y="1563480"/>
            <a:ext cx="3234600" cy="4187520"/>
          </a:xfrm>
          <a:prstGeom prst="rect">
            <a:avLst/>
          </a:prstGeom>
          <a:noFill/>
          <a:ln w="0">
            <a:noFill/>
          </a:ln>
        </p:spPr>
        <p:style>
          <a:lnRef idx="0"/>
          <a:fillRef idx="0"/>
          <a:effectRef idx="0"/>
          <a:fontRef idx="minor"/>
        </p:style>
        <p:txBody>
          <a:bodyPr lIns="18360" tIns="0" rIns="18360" bIns="0" anchor="t">
            <a:spAutoFit/>
          </a:bodyPr>
          <a:p>
            <a:pPr defTabSz="457200">
              <a:lnSpc>
                <a:spcPct val="100000"/>
              </a:lnSpc>
              <a:spcAft>
                <a:spcPts val="799"/>
              </a:spcAft>
            </a:pPr>
            <a:r>
              <a:rPr lang="en-US" sz="1790" b="1" u="none" strike="noStrike">
                <a:solidFill>
                  <a:srgbClr val="FF6B1A"/>
                </a:solidFill>
                <a:effectLst/>
                <a:uFillTx/>
                <a:latin typeface="Arial"/>
              </a:rPr>
              <a:t>1 · ¿Qué se ejecuta después?</a:t>
            </a:r>
            <a:endParaRPr lang="en-US" sz="1790" b="0" u="none" strike="noStrike">
              <a:solidFill>
                <a:srgbClr val="FFFFFF"/>
              </a:solidFill>
              <a:effectLst/>
              <a:uFillTx/>
              <a:latin typeface="Arial"/>
            </a:endParaRPr>
          </a:p>
          <a:p>
            <a:pPr marL="171360" indent="-171360" defTabSz="457200">
              <a:lnSpc>
                <a:spcPct val="100000"/>
              </a:lnSpc>
              <a:spcAft>
                <a:spcPts val="879"/>
              </a:spcAft>
              <a:buClr>
                <a:srgbClr val="D6D6D6"/>
              </a:buClr>
              <a:buFont typeface="Symbol" charset="2"/>
              <a:buChar char=""/>
            </a:pPr>
            <a:r>
              <a:rPr lang="en-US" sz="1600" b="0" u="none" strike="noStrike">
                <a:solidFill>
                  <a:srgbClr val="D6D6D6"/>
                </a:solidFill>
                <a:effectLst/>
                <a:uFillTx/>
                <a:latin typeface="Arial"/>
              </a:rPr>
              <a:t>Es el control de ejecución: quién elige el próximo paso y cuántas veces se repite.</a:t>
            </a:r>
            <a:endParaRPr lang="en-US" sz="1600" b="0" u="none" strike="noStrike">
              <a:solidFill>
                <a:srgbClr val="FFFFFF"/>
              </a:solidFill>
              <a:effectLst/>
              <a:uFillTx/>
              <a:latin typeface="Arial"/>
            </a:endParaRPr>
          </a:p>
          <a:p>
            <a:pPr marL="171360" indent="-171360" defTabSz="457200">
              <a:lnSpc>
                <a:spcPct val="100000"/>
              </a:lnSpc>
              <a:spcAft>
                <a:spcPts val="879"/>
              </a:spcAft>
              <a:buClr>
                <a:srgbClr val="D6D6D6"/>
              </a:buClr>
              <a:buFont typeface="Symbol" charset="2"/>
              <a:buChar char=""/>
            </a:pPr>
            <a:r>
              <a:rPr lang="en-US" sz="1600" b="0" u="none" strike="noStrike">
                <a:solidFill>
                  <a:srgbClr val="D6D6D6"/>
                </a:solidFill>
                <a:effectLst/>
                <a:uFillTx/>
                <a:latin typeface="Arial"/>
              </a:rPr>
              <a:t>Puede decidirlo el código, el modelo, o repartirse entre ambos.</a:t>
            </a:r>
            <a:endParaRPr lang="en-US" sz="1600" b="0" u="none" strike="noStrike">
              <a:solidFill>
                <a:srgbClr val="FFFFFF"/>
              </a:solidFill>
              <a:effectLst/>
              <a:uFillTx/>
              <a:latin typeface="Arial"/>
            </a:endParaRPr>
          </a:p>
          <a:p>
            <a:pPr marL="171360" indent="-171360" defTabSz="457200">
              <a:lnSpc>
                <a:spcPct val="100000"/>
              </a:lnSpc>
              <a:spcAft>
                <a:spcPts val="879"/>
              </a:spcAft>
              <a:buClr>
                <a:srgbClr val="D6D6D6"/>
              </a:buClr>
              <a:buFont typeface="Symbol" charset="2"/>
              <a:buChar char=""/>
            </a:pPr>
            <a:r>
              <a:rPr lang="en-US" sz="1600" b="0" u="none" strike="noStrike">
                <a:solidFill>
                  <a:srgbClr val="D6D6D6"/>
                </a:solidFill>
                <a:effectLst/>
                <a:uFillTx/>
                <a:latin typeface="Arial"/>
              </a:rPr>
              <a:t>De esta decisión dependen la previsibilidad, la latencia y el costo.</a:t>
            </a:r>
            <a:endParaRPr lang="en-US" sz="1600" b="0" u="none" strike="noStrike">
              <a:solidFill>
                <a:srgbClr val="FFFFFF"/>
              </a:solidFill>
              <a:effectLst/>
              <a:uFillTx/>
              <a:latin typeface="Arial"/>
            </a:endParaRPr>
          </a:p>
        </p:txBody>
      </p:sp>
      <p:sp>
        <p:nvSpPr>
          <p:cNvPr id="85" name="Rectangle 8"/>
          <p:cNvSpPr/>
          <p:nvPr/>
        </p:nvSpPr>
        <p:spPr>
          <a:xfrm>
            <a:off x="4313880" y="1417320"/>
            <a:ext cx="3563640" cy="4388760"/>
          </a:xfrm>
          <a:prstGeom prst="rect">
            <a:avLst/>
          </a:prstGeom>
          <a:solidFill>
            <a:srgbClr val="0E0E0E"/>
          </a:solidFill>
          <a:ln>
            <a:solidFill>
              <a:srgbClr val="2A2A2A"/>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86" name="Rectangle 9"/>
          <p:cNvSpPr/>
          <p:nvPr/>
        </p:nvSpPr>
        <p:spPr>
          <a:xfrm>
            <a:off x="4313880" y="1417320"/>
            <a:ext cx="3563640" cy="63720"/>
          </a:xfrm>
          <a:prstGeom prst="rect">
            <a:avLst/>
          </a:prstGeom>
          <a:solidFill>
            <a:srgbClr val="F5C542"/>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19080" rIns="90000" bIns="19080" anchor="ctr">
            <a:noAutofit/>
          </a:bodyPr>
          <a:p>
            <a:endParaRPr lang="en-US" sz="1800" b="0" u="none" strike="noStrike">
              <a:solidFill>
                <a:schemeClr val="lt1"/>
              </a:solidFill>
              <a:effectLst/>
              <a:uFillTx/>
              <a:latin typeface="Calibri"/>
            </a:endParaRPr>
          </a:p>
        </p:txBody>
      </p:sp>
      <p:sp>
        <p:nvSpPr>
          <p:cNvPr id="87" name="TextBox 10"/>
          <p:cNvSpPr/>
          <p:nvPr/>
        </p:nvSpPr>
        <p:spPr>
          <a:xfrm>
            <a:off x="4478400" y="1563480"/>
            <a:ext cx="3234600" cy="4187520"/>
          </a:xfrm>
          <a:prstGeom prst="rect">
            <a:avLst/>
          </a:prstGeom>
          <a:noFill/>
          <a:ln w="0">
            <a:noFill/>
          </a:ln>
        </p:spPr>
        <p:style>
          <a:lnRef idx="0"/>
          <a:fillRef idx="0"/>
          <a:effectRef idx="0"/>
          <a:fontRef idx="minor"/>
        </p:style>
        <p:txBody>
          <a:bodyPr lIns="18360" tIns="0" rIns="18360" bIns="0" anchor="t">
            <a:spAutoFit/>
          </a:bodyPr>
          <a:p>
            <a:pPr defTabSz="457200">
              <a:lnSpc>
                <a:spcPct val="100000"/>
              </a:lnSpc>
              <a:spcAft>
                <a:spcPts val="799"/>
              </a:spcAft>
            </a:pPr>
            <a:r>
              <a:rPr lang="en-US" sz="1790" b="1" u="none" strike="noStrike">
                <a:solidFill>
                  <a:srgbClr val="F5C542"/>
                </a:solidFill>
                <a:effectLst/>
                <a:uFillTx/>
                <a:latin typeface="Arial"/>
              </a:rPr>
              <a:t>2 · ¿Con qué contexto?</a:t>
            </a:r>
            <a:endParaRPr lang="en-US" sz="1790" b="0" u="none" strike="noStrike">
              <a:solidFill>
                <a:srgbClr val="FFFFFF"/>
              </a:solidFill>
              <a:effectLst/>
              <a:uFillTx/>
              <a:latin typeface="Arial"/>
            </a:endParaRPr>
          </a:p>
          <a:p>
            <a:pPr marL="171360" indent="-171360" defTabSz="457200">
              <a:lnSpc>
                <a:spcPct val="100000"/>
              </a:lnSpc>
              <a:spcAft>
                <a:spcPts val="879"/>
              </a:spcAft>
              <a:buClr>
                <a:srgbClr val="D6D6D6"/>
              </a:buClr>
              <a:buFont typeface="Symbol" charset="2"/>
              <a:buChar char=""/>
            </a:pPr>
            <a:r>
              <a:rPr lang="en-US" sz="1600" b="0" u="none" strike="noStrike">
                <a:solidFill>
                  <a:srgbClr val="D6D6D6"/>
                </a:solidFill>
                <a:effectLst/>
                <a:uFillTx/>
                <a:latin typeface="Arial"/>
              </a:rPr>
              <a:t>Es la compartición de contexto: qué información ve cada paso.</a:t>
            </a:r>
            <a:endParaRPr lang="en-US" sz="1600" b="0" u="none" strike="noStrike">
              <a:solidFill>
                <a:srgbClr val="FFFFFF"/>
              </a:solidFill>
              <a:effectLst/>
              <a:uFillTx/>
              <a:latin typeface="Arial"/>
            </a:endParaRPr>
          </a:p>
          <a:p>
            <a:pPr marL="171360" indent="-171360" defTabSz="457200">
              <a:lnSpc>
                <a:spcPct val="100000"/>
              </a:lnSpc>
              <a:spcAft>
                <a:spcPts val="879"/>
              </a:spcAft>
              <a:buClr>
                <a:srgbClr val="D6D6D6"/>
              </a:buClr>
              <a:buFont typeface="Symbol" charset="2"/>
              <a:buChar char=""/>
            </a:pPr>
            <a:r>
              <a:rPr lang="en-US" sz="1600" b="0" u="none" strike="noStrike">
                <a:solidFill>
                  <a:srgbClr val="D6D6D6"/>
                </a:solidFill>
                <a:effectLst/>
                <a:uFillTx/>
                <a:latin typeface="Arial"/>
              </a:rPr>
              <a:t>Puede ser todo el historial, un artefacto explícito, un resumen o nada.</a:t>
            </a:r>
            <a:endParaRPr lang="en-US" sz="1600" b="0" u="none" strike="noStrike">
              <a:solidFill>
                <a:srgbClr val="FFFFFF"/>
              </a:solidFill>
              <a:effectLst/>
              <a:uFillTx/>
              <a:latin typeface="Arial"/>
            </a:endParaRPr>
          </a:p>
          <a:p>
            <a:pPr marL="171360" indent="-171360" defTabSz="457200">
              <a:lnSpc>
                <a:spcPct val="100000"/>
              </a:lnSpc>
              <a:spcAft>
                <a:spcPts val="879"/>
              </a:spcAft>
              <a:buClr>
                <a:srgbClr val="D6D6D6"/>
              </a:buClr>
              <a:buFont typeface="Symbol" charset="2"/>
              <a:buChar char=""/>
            </a:pPr>
            <a:r>
              <a:rPr lang="en-US" sz="1600" b="0" u="none" strike="noStrike">
                <a:solidFill>
                  <a:srgbClr val="D6D6D6"/>
                </a:solidFill>
                <a:effectLst/>
                <a:uFillTx/>
                <a:latin typeface="Arial"/>
              </a:rPr>
              <a:t>De esta decisión dependen la coherencia, el ruido y el costo en tokens.</a:t>
            </a:r>
            <a:endParaRPr lang="en-US" sz="1600" b="0" u="none" strike="noStrike">
              <a:solidFill>
                <a:srgbClr val="FFFFFF"/>
              </a:solidFill>
              <a:effectLst/>
              <a:uFillTx/>
              <a:latin typeface="Arial"/>
            </a:endParaRPr>
          </a:p>
        </p:txBody>
      </p:sp>
      <p:sp>
        <p:nvSpPr>
          <p:cNvPr id="88" name="Rectangle 11"/>
          <p:cNvSpPr/>
          <p:nvPr/>
        </p:nvSpPr>
        <p:spPr>
          <a:xfrm>
            <a:off x="8079120" y="1417320"/>
            <a:ext cx="3563640" cy="4388760"/>
          </a:xfrm>
          <a:prstGeom prst="rect">
            <a:avLst/>
          </a:prstGeom>
          <a:solidFill>
            <a:srgbClr val="0E0E0E"/>
          </a:solidFill>
          <a:ln>
            <a:solidFill>
              <a:srgbClr val="2A2A2A"/>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89" name="Rectangle 12"/>
          <p:cNvSpPr/>
          <p:nvPr/>
        </p:nvSpPr>
        <p:spPr>
          <a:xfrm>
            <a:off x="8079120" y="1417320"/>
            <a:ext cx="3563640" cy="63720"/>
          </a:xfrm>
          <a:prstGeom prst="rect">
            <a:avLst/>
          </a:prstGeom>
          <a:solidFill>
            <a:srgbClr val="4DA3FF"/>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19080" rIns="90000" bIns="19080" anchor="ctr">
            <a:noAutofit/>
          </a:bodyPr>
          <a:p>
            <a:endParaRPr lang="en-US" sz="1800" b="0" u="none" strike="noStrike">
              <a:solidFill>
                <a:schemeClr val="lt1"/>
              </a:solidFill>
              <a:effectLst/>
              <a:uFillTx/>
              <a:latin typeface="Calibri"/>
            </a:endParaRPr>
          </a:p>
        </p:txBody>
      </p:sp>
      <p:sp>
        <p:nvSpPr>
          <p:cNvPr id="90" name="TextBox 13"/>
          <p:cNvSpPr/>
          <p:nvPr/>
        </p:nvSpPr>
        <p:spPr>
          <a:xfrm>
            <a:off x="8243640" y="1563480"/>
            <a:ext cx="3234600" cy="4187520"/>
          </a:xfrm>
          <a:prstGeom prst="rect">
            <a:avLst/>
          </a:prstGeom>
          <a:noFill/>
          <a:ln w="0">
            <a:noFill/>
          </a:ln>
        </p:spPr>
        <p:style>
          <a:lnRef idx="0"/>
          <a:fillRef idx="0"/>
          <a:effectRef idx="0"/>
          <a:fontRef idx="minor"/>
        </p:style>
        <p:txBody>
          <a:bodyPr lIns="18360" tIns="0" rIns="18360" bIns="0" anchor="t">
            <a:spAutoFit/>
          </a:bodyPr>
          <a:p>
            <a:pPr defTabSz="457200">
              <a:lnSpc>
                <a:spcPct val="100000"/>
              </a:lnSpc>
              <a:spcAft>
                <a:spcPts val="799"/>
              </a:spcAft>
            </a:pPr>
            <a:r>
              <a:rPr lang="en-US" sz="1790" b="1" u="none" strike="noStrike">
                <a:solidFill>
                  <a:srgbClr val="4DA3FF"/>
                </a:solidFill>
                <a:effectLst/>
                <a:uFillTx/>
                <a:latin typeface="Arial"/>
              </a:rPr>
              <a:t>3 · ¿Cuándo se detiene?</a:t>
            </a:r>
            <a:endParaRPr lang="en-US" sz="1790" b="0" u="none" strike="noStrike">
              <a:solidFill>
                <a:srgbClr val="FFFFFF"/>
              </a:solidFill>
              <a:effectLst/>
              <a:uFillTx/>
              <a:latin typeface="Arial"/>
            </a:endParaRPr>
          </a:p>
          <a:p>
            <a:pPr marL="171360" indent="-171360" defTabSz="457200">
              <a:lnSpc>
                <a:spcPct val="100000"/>
              </a:lnSpc>
              <a:spcAft>
                <a:spcPts val="879"/>
              </a:spcAft>
              <a:buClr>
                <a:srgbClr val="D6D6D6"/>
              </a:buClr>
              <a:buFont typeface="Symbol" charset="2"/>
              <a:buChar char=""/>
            </a:pPr>
            <a:r>
              <a:rPr lang="en-US" sz="1600" b="0" u="none" strike="noStrike">
                <a:solidFill>
                  <a:srgbClr val="D6D6D6"/>
                </a:solidFill>
                <a:effectLst/>
                <a:uFillTx/>
                <a:latin typeface="Arial"/>
              </a:rPr>
              <a:t>Es la condición de terminación: qué señal cierra la ejecución.</a:t>
            </a:r>
            <a:endParaRPr lang="en-US" sz="1600" b="0" u="none" strike="noStrike">
              <a:solidFill>
                <a:srgbClr val="FFFFFF"/>
              </a:solidFill>
              <a:effectLst/>
              <a:uFillTx/>
              <a:latin typeface="Arial"/>
            </a:endParaRPr>
          </a:p>
          <a:p>
            <a:pPr marL="171360" indent="-171360" defTabSz="457200">
              <a:lnSpc>
                <a:spcPct val="100000"/>
              </a:lnSpc>
              <a:spcAft>
                <a:spcPts val="879"/>
              </a:spcAft>
              <a:buClr>
                <a:srgbClr val="D6D6D6"/>
              </a:buClr>
              <a:buFont typeface="Symbol" charset="2"/>
              <a:buChar char=""/>
            </a:pPr>
            <a:r>
              <a:rPr lang="en-US" sz="1600" b="0" u="none" strike="noStrike">
                <a:solidFill>
                  <a:srgbClr val="D6D6D6"/>
                </a:solidFill>
                <a:effectLst/>
                <a:uFillTx/>
                <a:latin typeface="Arial"/>
              </a:rPr>
              <a:t>Puede declararla el modelo, verificarla el código o imponerla un presupuesto.</a:t>
            </a:r>
            <a:endParaRPr lang="en-US" sz="1600" b="0" u="none" strike="noStrike">
              <a:solidFill>
                <a:srgbClr val="FFFFFF"/>
              </a:solidFill>
              <a:effectLst/>
              <a:uFillTx/>
              <a:latin typeface="Arial"/>
            </a:endParaRPr>
          </a:p>
          <a:p>
            <a:pPr marL="171360" indent="-171360" defTabSz="457200">
              <a:lnSpc>
                <a:spcPct val="100000"/>
              </a:lnSpc>
              <a:spcAft>
                <a:spcPts val="879"/>
              </a:spcAft>
              <a:buClr>
                <a:srgbClr val="D6D6D6"/>
              </a:buClr>
              <a:buFont typeface="Symbol" charset="2"/>
              <a:buChar char=""/>
            </a:pPr>
            <a:r>
              <a:rPr lang="en-US" sz="1600" b="0" u="none" strike="noStrike">
                <a:solidFill>
                  <a:srgbClr val="D6D6D6"/>
                </a:solidFill>
                <a:effectLst/>
                <a:uFillTx/>
                <a:latin typeface="Arial"/>
              </a:rPr>
              <a:t>De esta decisión dependen la confiabilidad y el riesgo de loops sin fin.</a:t>
            </a:r>
            <a:endParaRPr lang="en-US" sz="1600" b="0" u="none" strike="noStrike">
              <a:solidFill>
                <a:srgbClr val="FFFFFF"/>
              </a:solidFill>
              <a:effectLst/>
              <a:uFillTx/>
              <a:latin typeface="Arial"/>
            </a:endParaRPr>
          </a:p>
        </p:txBody>
      </p:sp>
      <p:sp>
        <p:nvSpPr>
          <p:cNvPr id="91" name="TextBox 14"/>
          <p:cNvSpPr/>
          <p:nvPr/>
        </p:nvSpPr>
        <p:spPr>
          <a:xfrm>
            <a:off x="548640" y="5943600"/>
            <a:ext cx="11094120" cy="456840"/>
          </a:xfrm>
          <a:prstGeom prst="rect">
            <a:avLst/>
          </a:prstGeom>
          <a:noFill/>
          <a:ln w="0">
            <a:noFill/>
          </a:ln>
        </p:spPr>
        <p:style>
          <a:lnRef idx="0"/>
          <a:fillRef idx="0"/>
          <a:effectRef idx="0"/>
          <a:fontRef idx="minor"/>
        </p:style>
        <p:txBody>
          <a:bodyPr lIns="18360" tIns="9000" rIns="18360" bIns="9000" anchor="ctr">
            <a:spAutoFit/>
          </a:bodyPr>
          <a:p>
            <a:pPr defTabSz="457200">
              <a:lnSpc>
                <a:spcPct val="100000"/>
              </a:lnSpc>
            </a:pPr>
            <a:r>
              <a:rPr lang="en-US" sz="1300" b="0" i="1" u="none" strike="noStrike">
                <a:solidFill>
                  <a:srgbClr val="9A9A9A"/>
                </a:solidFill>
                <a:effectLst/>
                <a:uFillTx/>
                <a:latin typeface="Arial"/>
              </a:rPr>
              <a:t>Cada arquetipo es una combinación distinta de estas tres respuestas.</a:t>
            </a:r>
            <a:endParaRPr lang="en-US" sz="130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00000"/>
        </a:solidFill>
      </p:bgPr>
    </p:bg>
    <p:spTree>
      <p:nvGrpSpPr>
        <p:cNvPr id="1" name=""/>
        <p:cNvGrpSpPr/>
        <p:nvPr/>
      </p:nvGrpSpPr>
      <p:grpSpPr>
        <a:xfrm>
          <a:off x="0" y="0"/>
          <a:ext cx="0" cy="0"/>
          <a:chOff x="0" y="0"/>
          <a:chExt cx="0" cy="0"/>
        </a:xfrm>
      </p:grpSpPr>
      <p:sp>
        <p:nvSpPr>
          <p:cNvPr id="92" name="TextBox 1"/>
          <p:cNvSpPr/>
          <p:nvPr/>
        </p:nvSpPr>
        <p:spPr>
          <a:xfrm>
            <a:off x="548640" y="329040"/>
            <a:ext cx="8229240" cy="273960"/>
          </a:xfrm>
          <a:prstGeom prst="rect">
            <a:avLst/>
          </a:prstGeom>
          <a:noFill/>
          <a:ln w="0">
            <a:noFill/>
          </a:ln>
        </p:spPr>
        <p:style>
          <a:lnRef idx="0"/>
          <a:fillRef idx="0"/>
          <a:effectRef idx="0"/>
          <a:fontRef idx="minor"/>
        </p:style>
        <p:txBody>
          <a:bodyPr lIns="18360" tIns="9000" rIns="18360" bIns="9000" anchor="t">
            <a:spAutoFit/>
          </a:bodyPr>
          <a:p>
            <a:pPr defTabSz="457200">
              <a:lnSpc>
                <a:spcPct val="100000"/>
              </a:lnSpc>
            </a:pPr>
            <a:r>
              <a:rPr lang="en-US" sz="1150" b="1" u="none" strike="noStrike">
                <a:solidFill>
                  <a:srgbClr val="FF6B1A"/>
                </a:solidFill>
                <a:effectLst/>
                <a:uFillTx/>
                <a:latin typeface="Arial"/>
              </a:rPr>
              <a:t>PUNTO DE PARTIDA</a:t>
            </a:r>
            <a:endParaRPr lang="en-US" sz="1150" b="0" u="none" strike="noStrike">
              <a:solidFill>
                <a:srgbClr val="FFFFFF"/>
              </a:solidFill>
              <a:effectLst/>
              <a:uFillTx/>
              <a:latin typeface="Arial"/>
            </a:endParaRPr>
          </a:p>
        </p:txBody>
      </p:sp>
      <p:sp>
        <p:nvSpPr>
          <p:cNvPr id="93" name="TextBox 2"/>
          <p:cNvSpPr/>
          <p:nvPr/>
        </p:nvSpPr>
        <p:spPr>
          <a:xfrm>
            <a:off x="548640" y="603360"/>
            <a:ext cx="11094120" cy="639720"/>
          </a:xfrm>
          <a:prstGeom prst="rect">
            <a:avLst/>
          </a:prstGeom>
          <a:noFill/>
          <a:ln w="0">
            <a:noFill/>
          </a:ln>
        </p:spPr>
        <p:style>
          <a:lnRef idx="0"/>
          <a:fillRef idx="0"/>
          <a:effectRef idx="0"/>
          <a:fontRef idx="minor"/>
        </p:style>
        <p:txBody>
          <a:bodyPr lIns="18360" tIns="9000" rIns="18360" bIns="9000" anchor="ctr">
            <a:spAutoFit/>
          </a:bodyPr>
          <a:p>
            <a:pPr defTabSz="457200">
              <a:lnSpc>
                <a:spcPct val="100000"/>
              </a:lnSpc>
            </a:pPr>
            <a:r>
              <a:rPr lang="en-US" sz="3000" b="1" u="none" strike="noStrike">
                <a:solidFill>
                  <a:srgbClr val="F2F2F2"/>
                </a:solidFill>
                <a:effectLst/>
                <a:uFillTx/>
                <a:latin typeface="Arial"/>
              </a:rPr>
              <a:t>Control de ejecución: dónde vive la decisión</a:t>
            </a:r>
            <a:endParaRPr lang="en-US" sz="3000" b="0" u="none" strike="noStrike">
              <a:solidFill>
                <a:srgbClr val="FFFFFF"/>
              </a:solidFill>
              <a:effectLst/>
              <a:uFillTx/>
              <a:latin typeface="Arial"/>
            </a:endParaRPr>
          </a:p>
        </p:txBody>
      </p:sp>
      <p:sp>
        <p:nvSpPr>
          <p:cNvPr id="94" name="TextBox 3"/>
          <p:cNvSpPr/>
          <p:nvPr/>
        </p:nvSpPr>
        <p:spPr>
          <a:xfrm>
            <a:off x="548640" y="6492240"/>
            <a:ext cx="7314840" cy="228240"/>
          </a:xfrm>
          <a:prstGeom prst="rect">
            <a:avLst/>
          </a:prstGeom>
          <a:noFill/>
          <a:ln w="0">
            <a:noFill/>
          </a:ln>
        </p:spPr>
        <p:style>
          <a:lnRef idx="0"/>
          <a:fillRef idx="0"/>
          <a:effectRef idx="0"/>
          <a:fontRef idx="minor"/>
        </p:style>
        <p:txBody>
          <a:bodyPr lIns="18360" tIns="9000" rIns="18360" bIns="9000" anchor="t">
            <a:spAutoFit/>
          </a:bodyPr>
          <a:p>
            <a:pPr defTabSz="457200">
              <a:lnSpc>
                <a:spcPct val="100000"/>
              </a:lnSpc>
            </a:pPr>
            <a:r>
              <a:rPr lang="en-US" sz="900" b="0" u="none" strike="noStrike">
                <a:solidFill>
                  <a:srgbClr val="9A9A9A"/>
                </a:solidFill>
                <a:effectLst/>
                <a:uFillTx/>
                <a:latin typeface="Arial"/>
              </a:rPr>
              <a:t>Arquetipos de agentes · Módulo 5 · UTDT</a:t>
            </a:r>
            <a:endParaRPr lang="en-US" sz="900" b="0" u="none" strike="noStrike">
              <a:solidFill>
                <a:srgbClr val="FFFFFF"/>
              </a:solidFill>
              <a:effectLst/>
              <a:uFillTx/>
              <a:latin typeface="Arial"/>
            </a:endParaRPr>
          </a:p>
        </p:txBody>
      </p:sp>
      <p:sp>
        <p:nvSpPr>
          <p:cNvPr id="95" name="TextBox 4"/>
          <p:cNvSpPr/>
          <p:nvPr/>
        </p:nvSpPr>
        <p:spPr>
          <a:xfrm>
            <a:off x="10271520" y="6492240"/>
            <a:ext cx="1371240" cy="228240"/>
          </a:xfrm>
          <a:prstGeom prst="rect">
            <a:avLst/>
          </a:prstGeom>
          <a:noFill/>
          <a:ln w="0">
            <a:noFill/>
          </a:ln>
        </p:spPr>
        <p:style>
          <a:lnRef idx="0"/>
          <a:fillRef idx="0"/>
          <a:effectRef idx="0"/>
          <a:fontRef idx="minor"/>
        </p:style>
        <p:txBody>
          <a:bodyPr lIns="18360" tIns="9000" rIns="18360" bIns="9000" anchor="t">
            <a:spAutoFit/>
          </a:bodyPr>
          <a:p>
            <a:pPr algn="r" defTabSz="457200">
              <a:lnSpc>
                <a:spcPct val="100000"/>
              </a:lnSpc>
            </a:pPr>
            <a:r>
              <a:rPr lang="en-US" sz="900" b="0" u="none" strike="noStrike">
                <a:solidFill>
                  <a:srgbClr val="9A9A9A"/>
                </a:solidFill>
                <a:effectLst/>
                <a:uFillTx/>
                <a:latin typeface="Arial"/>
              </a:rPr>
              <a:t>3 / 35</a:t>
            </a:r>
            <a:endParaRPr lang="en-US" sz="900" b="0" u="none" strike="noStrike">
              <a:solidFill>
                <a:srgbClr val="FFFFFF"/>
              </a:solidFill>
              <a:effectLst/>
              <a:uFillTx/>
              <a:latin typeface="Arial"/>
            </a:endParaRPr>
          </a:p>
        </p:txBody>
      </p:sp>
      <p:sp>
        <p:nvSpPr>
          <p:cNvPr id="96" name="Rectangle 5"/>
          <p:cNvSpPr/>
          <p:nvPr/>
        </p:nvSpPr>
        <p:spPr>
          <a:xfrm>
            <a:off x="548640" y="1417320"/>
            <a:ext cx="3563640" cy="4388760"/>
          </a:xfrm>
          <a:prstGeom prst="rect">
            <a:avLst/>
          </a:prstGeom>
          <a:solidFill>
            <a:srgbClr val="0E0E0E"/>
          </a:solidFill>
          <a:ln>
            <a:solidFill>
              <a:srgbClr val="2A2A2A"/>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97" name="Rectangle 6"/>
          <p:cNvSpPr/>
          <p:nvPr/>
        </p:nvSpPr>
        <p:spPr>
          <a:xfrm>
            <a:off x="548640" y="1417320"/>
            <a:ext cx="3563640" cy="63720"/>
          </a:xfrm>
          <a:prstGeom prst="rect">
            <a:avLst/>
          </a:prstGeom>
          <a:solidFill>
            <a:srgbClr val="4DA3FF"/>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19080" rIns="90000" bIns="19080" anchor="ctr">
            <a:noAutofit/>
          </a:bodyPr>
          <a:p>
            <a:endParaRPr lang="en-US" sz="1800" b="0" u="none" strike="noStrike">
              <a:solidFill>
                <a:schemeClr val="lt1"/>
              </a:solidFill>
              <a:effectLst/>
              <a:uFillTx/>
              <a:latin typeface="Calibri"/>
            </a:endParaRPr>
          </a:p>
        </p:txBody>
      </p:sp>
      <p:sp>
        <p:nvSpPr>
          <p:cNvPr id="98" name="TextBox 7"/>
          <p:cNvSpPr/>
          <p:nvPr/>
        </p:nvSpPr>
        <p:spPr>
          <a:xfrm>
            <a:off x="713160" y="1563480"/>
            <a:ext cx="3234600" cy="4187520"/>
          </a:xfrm>
          <a:prstGeom prst="rect">
            <a:avLst/>
          </a:prstGeom>
          <a:noFill/>
          <a:ln w="0">
            <a:noFill/>
          </a:ln>
        </p:spPr>
        <p:style>
          <a:lnRef idx="0"/>
          <a:fillRef idx="0"/>
          <a:effectRef idx="0"/>
          <a:fontRef idx="minor"/>
        </p:style>
        <p:txBody>
          <a:bodyPr lIns="18360" tIns="0" rIns="18360" bIns="0" anchor="t">
            <a:spAutoFit/>
          </a:bodyPr>
          <a:p>
            <a:pPr defTabSz="457200">
              <a:lnSpc>
                <a:spcPct val="100000"/>
              </a:lnSpc>
              <a:spcAft>
                <a:spcPts val="799"/>
              </a:spcAft>
            </a:pPr>
            <a:r>
              <a:rPr lang="en-US" sz="1790" b="1" u="none" strike="noStrike">
                <a:solidFill>
                  <a:srgbClr val="4DA3FF"/>
                </a:solidFill>
                <a:effectLst/>
                <a:uFillTx/>
                <a:latin typeface="Arial"/>
              </a:rPr>
              <a:t>Control en el código</a:t>
            </a:r>
            <a:endParaRPr lang="en-US" sz="1790" b="0" u="none" strike="noStrike">
              <a:solidFill>
                <a:srgbClr val="FFFFFF"/>
              </a:solidFill>
              <a:effectLst/>
              <a:uFillTx/>
              <a:latin typeface="Arial"/>
            </a:endParaRPr>
          </a:p>
          <a:p>
            <a:pPr marL="171360" indent="-171360" defTabSz="457200">
              <a:lnSpc>
                <a:spcPct val="100000"/>
              </a:lnSpc>
              <a:spcAft>
                <a:spcPts val="879"/>
              </a:spcAft>
              <a:buClr>
                <a:srgbClr val="D6D6D6"/>
              </a:buClr>
              <a:buFont typeface="Symbol" charset="2"/>
              <a:buChar char=""/>
            </a:pPr>
            <a:r>
              <a:rPr lang="en-US" sz="1600" b="0" u="none" strike="noStrike">
                <a:solidFill>
                  <a:srgbClr val="D6D6D6"/>
                </a:solidFill>
                <a:effectLst/>
                <a:uFillTx/>
                <a:latin typeface="Arial"/>
              </a:rPr>
              <a:t>La secuencia se fija en el diseño: el orden de los pasos no cambia entre corridas.</a:t>
            </a:r>
            <a:endParaRPr lang="en-US" sz="1600" b="0" u="none" strike="noStrike">
              <a:solidFill>
                <a:srgbClr val="FFFFFF"/>
              </a:solidFill>
              <a:effectLst/>
              <a:uFillTx/>
              <a:latin typeface="Arial"/>
            </a:endParaRPr>
          </a:p>
          <a:p>
            <a:pPr marL="171360" indent="-171360" defTabSz="457200">
              <a:lnSpc>
                <a:spcPct val="100000"/>
              </a:lnSpc>
              <a:spcAft>
                <a:spcPts val="879"/>
              </a:spcAft>
              <a:buClr>
                <a:srgbClr val="D6D6D6"/>
              </a:buClr>
              <a:buFont typeface="Symbol" charset="2"/>
              <a:buChar char=""/>
            </a:pPr>
            <a:r>
              <a:rPr lang="en-US" sz="1600" b="0" u="none" strike="noStrike">
                <a:solidFill>
                  <a:srgbClr val="D6D6D6"/>
                </a:solidFill>
                <a:effectLst/>
                <a:uFillTx/>
                <a:latin typeface="Arial"/>
              </a:rPr>
              <a:t>Previsible, barato, auditable y fácil de probar.</a:t>
            </a:r>
            <a:endParaRPr lang="en-US" sz="1600" b="0" u="none" strike="noStrike">
              <a:solidFill>
                <a:srgbClr val="FFFFFF"/>
              </a:solidFill>
              <a:effectLst/>
              <a:uFillTx/>
              <a:latin typeface="Arial"/>
            </a:endParaRPr>
          </a:p>
          <a:p>
            <a:pPr marL="171360" indent="-171360" defTabSz="457200">
              <a:lnSpc>
                <a:spcPct val="100000"/>
              </a:lnSpc>
              <a:spcAft>
                <a:spcPts val="879"/>
              </a:spcAft>
              <a:buClr>
                <a:srgbClr val="D6D6D6"/>
              </a:buClr>
              <a:buFont typeface="Symbol" charset="2"/>
              <a:buChar char=""/>
            </a:pPr>
            <a:r>
              <a:rPr lang="en-US" sz="1600" b="0" u="none" strike="noStrike">
                <a:solidFill>
                  <a:srgbClr val="D6D6D6"/>
                </a:solidFill>
                <a:effectLst/>
                <a:uFillTx/>
                <a:latin typeface="Arial"/>
              </a:rPr>
              <a:t>Frágil ante lo imprevisto: solo cubre los caminos que alguien anticipó.</a:t>
            </a:r>
            <a:endParaRPr lang="en-US" sz="1600" b="0" u="none" strike="noStrike">
              <a:solidFill>
                <a:srgbClr val="FFFFFF"/>
              </a:solidFill>
              <a:effectLst/>
              <a:uFillTx/>
              <a:latin typeface="Arial"/>
            </a:endParaRPr>
          </a:p>
        </p:txBody>
      </p:sp>
      <p:sp>
        <p:nvSpPr>
          <p:cNvPr id="99" name="Rectangle 8"/>
          <p:cNvSpPr/>
          <p:nvPr/>
        </p:nvSpPr>
        <p:spPr>
          <a:xfrm>
            <a:off x="4313880" y="1417320"/>
            <a:ext cx="3563640" cy="4388760"/>
          </a:xfrm>
          <a:prstGeom prst="rect">
            <a:avLst/>
          </a:prstGeom>
          <a:solidFill>
            <a:srgbClr val="0E0E0E"/>
          </a:solidFill>
          <a:ln>
            <a:solidFill>
              <a:srgbClr val="2A2A2A"/>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100" name="Rectangle 9"/>
          <p:cNvSpPr/>
          <p:nvPr/>
        </p:nvSpPr>
        <p:spPr>
          <a:xfrm>
            <a:off x="4313880" y="1417320"/>
            <a:ext cx="3563640" cy="63720"/>
          </a:xfrm>
          <a:prstGeom prst="rect">
            <a:avLst/>
          </a:prstGeom>
          <a:solidFill>
            <a:srgbClr val="FF6B1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19080" rIns="90000" bIns="19080" anchor="ctr">
            <a:noAutofit/>
          </a:bodyPr>
          <a:p>
            <a:endParaRPr lang="en-US" sz="1800" b="0" u="none" strike="noStrike">
              <a:solidFill>
                <a:schemeClr val="lt1"/>
              </a:solidFill>
              <a:effectLst/>
              <a:uFillTx/>
              <a:latin typeface="Calibri"/>
            </a:endParaRPr>
          </a:p>
        </p:txBody>
      </p:sp>
      <p:sp>
        <p:nvSpPr>
          <p:cNvPr id="101" name="TextBox 10"/>
          <p:cNvSpPr/>
          <p:nvPr/>
        </p:nvSpPr>
        <p:spPr>
          <a:xfrm>
            <a:off x="4478400" y="1563480"/>
            <a:ext cx="3234600" cy="4187520"/>
          </a:xfrm>
          <a:prstGeom prst="rect">
            <a:avLst/>
          </a:prstGeom>
          <a:noFill/>
          <a:ln w="0">
            <a:noFill/>
          </a:ln>
        </p:spPr>
        <p:style>
          <a:lnRef idx="0"/>
          <a:fillRef idx="0"/>
          <a:effectRef idx="0"/>
          <a:fontRef idx="minor"/>
        </p:style>
        <p:txBody>
          <a:bodyPr lIns="18360" tIns="0" rIns="18360" bIns="0" anchor="t">
            <a:spAutoFit/>
          </a:bodyPr>
          <a:p>
            <a:pPr defTabSz="457200">
              <a:lnSpc>
                <a:spcPct val="100000"/>
              </a:lnSpc>
              <a:spcAft>
                <a:spcPts val="799"/>
              </a:spcAft>
            </a:pPr>
            <a:r>
              <a:rPr lang="en-US" sz="1790" b="1" u="none" strike="noStrike">
                <a:solidFill>
                  <a:srgbClr val="FF6B1A"/>
                </a:solidFill>
                <a:effectLst/>
                <a:uFillTx/>
                <a:latin typeface="Arial"/>
              </a:rPr>
              <a:t>Control en el LLM</a:t>
            </a:r>
            <a:endParaRPr lang="en-US" sz="1790" b="0" u="none" strike="noStrike">
              <a:solidFill>
                <a:srgbClr val="FFFFFF"/>
              </a:solidFill>
              <a:effectLst/>
              <a:uFillTx/>
              <a:latin typeface="Arial"/>
            </a:endParaRPr>
          </a:p>
          <a:p>
            <a:pPr marL="171360" indent="-171360" defTabSz="457200">
              <a:lnSpc>
                <a:spcPct val="100000"/>
              </a:lnSpc>
              <a:spcAft>
                <a:spcPts val="879"/>
              </a:spcAft>
              <a:buClr>
                <a:srgbClr val="D6D6D6"/>
              </a:buClr>
              <a:buFont typeface="Symbol" charset="2"/>
              <a:buChar char=""/>
            </a:pPr>
            <a:r>
              <a:rPr lang="en-US" sz="1600" b="0" u="none" strike="noStrike">
                <a:solidFill>
                  <a:srgbClr val="D6D6D6"/>
                </a:solidFill>
                <a:effectLst/>
                <a:uFillTx/>
                <a:latin typeface="Arial"/>
              </a:rPr>
              <a:t>El modelo decide en cada vuelta qué hacer y cuándo parar.</a:t>
            </a:r>
            <a:endParaRPr lang="en-US" sz="1600" b="0" u="none" strike="noStrike">
              <a:solidFill>
                <a:srgbClr val="FFFFFF"/>
              </a:solidFill>
              <a:effectLst/>
              <a:uFillTx/>
              <a:latin typeface="Arial"/>
            </a:endParaRPr>
          </a:p>
          <a:p>
            <a:pPr marL="171360" indent="-171360" defTabSz="457200">
              <a:lnSpc>
                <a:spcPct val="100000"/>
              </a:lnSpc>
              <a:spcAft>
                <a:spcPts val="879"/>
              </a:spcAft>
              <a:buClr>
                <a:srgbClr val="D6D6D6"/>
              </a:buClr>
              <a:buFont typeface="Symbol" charset="2"/>
              <a:buChar char=""/>
            </a:pPr>
            <a:r>
              <a:rPr lang="en-US" sz="1600" b="0" u="none" strike="noStrike">
                <a:solidFill>
                  <a:srgbClr val="D6D6D6"/>
                </a:solidFill>
                <a:effectLst/>
                <a:uFillTx/>
                <a:latin typeface="Arial"/>
              </a:rPr>
              <a:t>Se adapta a lo que aparece: resuelve tareas cuyo camino no se conoce.</a:t>
            </a:r>
            <a:endParaRPr lang="en-US" sz="1600" b="0" u="none" strike="noStrike">
              <a:solidFill>
                <a:srgbClr val="FFFFFF"/>
              </a:solidFill>
              <a:effectLst/>
              <a:uFillTx/>
              <a:latin typeface="Arial"/>
            </a:endParaRPr>
          </a:p>
          <a:p>
            <a:pPr marL="171360" indent="-171360" defTabSz="457200">
              <a:lnSpc>
                <a:spcPct val="100000"/>
              </a:lnSpc>
              <a:spcAft>
                <a:spcPts val="879"/>
              </a:spcAft>
              <a:buClr>
                <a:srgbClr val="D6D6D6"/>
              </a:buClr>
              <a:buFont typeface="Symbol" charset="2"/>
              <a:buChar char=""/>
            </a:pPr>
            <a:r>
              <a:rPr lang="en-US" sz="1600" b="0" u="none" strike="noStrike">
                <a:solidFill>
                  <a:srgbClr val="D6D6D6"/>
                </a:solidFill>
                <a:effectLst/>
                <a:uFillTx/>
                <a:latin typeface="Arial"/>
              </a:rPr>
              <a:t>Menos previsible, más caro y más difícil de depurar: cada corrida puede ser distinta.</a:t>
            </a:r>
            <a:endParaRPr lang="en-US" sz="1600" b="0" u="none" strike="noStrike">
              <a:solidFill>
                <a:srgbClr val="FFFFFF"/>
              </a:solidFill>
              <a:effectLst/>
              <a:uFillTx/>
              <a:latin typeface="Arial"/>
            </a:endParaRPr>
          </a:p>
        </p:txBody>
      </p:sp>
      <p:sp>
        <p:nvSpPr>
          <p:cNvPr id="102" name="Rectangle 11"/>
          <p:cNvSpPr/>
          <p:nvPr/>
        </p:nvSpPr>
        <p:spPr>
          <a:xfrm>
            <a:off x="8079120" y="1417320"/>
            <a:ext cx="3563640" cy="4388760"/>
          </a:xfrm>
          <a:prstGeom prst="rect">
            <a:avLst/>
          </a:prstGeom>
          <a:solidFill>
            <a:srgbClr val="0E0E0E"/>
          </a:solidFill>
          <a:ln>
            <a:solidFill>
              <a:srgbClr val="2A2A2A"/>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103" name="Rectangle 12"/>
          <p:cNvSpPr/>
          <p:nvPr/>
        </p:nvSpPr>
        <p:spPr>
          <a:xfrm>
            <a:off x="8079120" y="1417320"/>
            <a:ext cx="3563640" cy="63720"/>
          </a:xfrm>
          <a:prstGeom prst="rect">
            <a:avLst/>
          </a:prstGeom>
          <a:solidFill>
            <a:srgbClr val="9A9A9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19080" rIns="90000" bIns="19080" anchor="ctr">
            <a:noAutofit/>
          </a:bodyPr>
          <a:p>
            <a:endParaRPr lang="en-US" sz="1800" b="0" u="none" strike="noStrike">
              <a:solidFill>
                <a:schemeClr val="lt1"/>
              </a:solidFill>
              <a:effectLst/>
              <a:uFillTx/>
              <a:latin typeface="Calibri"/>
            </a:endParaRPr>
          </a:p>
        </p:txBody>
      </p:sp>
      <p:sp>
        <p:nvSpPr>
          <p:cNvPr id="104" name="TextBox 13"/>
          <p:cNvSpPr/>
          <p:nvPr/>
        </p:nvSpPr>
        <p:spPr>
          <a:xfrm>
            <a:off x="8243640" y="1563480"/>
            <a:ext cx="3234600" cy="4187520"/>
          </a:xfrm>
          <a:prstGeom prst="rect">
            <a:avLst/>
          </a:prstGeom>
          <a:noFill/>
          <a:ln w="0">
            <a:noFill/>
          </a:ln>
        </p:spPr>
        <p:style>
          <a:lnRef idx="0"/>
          <a:fillRef idx="0"/>
          <a:effectRef idx="0"/>
          <a:fontRef idx="minor"/>
        </p:style>
        <p:txBody>
          <a:bodyPr lIns="18360" tIns="0" rIns="18360" bIns="0" anchor="t">
            <a:spAutoFit/>
          </a:bodyPr>
          <a:p>
            <a:pPr defTabSz="457200">
              <a:lnSpc>
                <a:spcPct val="100000"/>
              </a:lnSpc>
              <a:spcAft>
                <a:spcPts val="799"/>
              </a:spcAft>
            </a:pPr>
            <a:r>
              <a:rPr lang="en-US" sz="1790" b="1" u="none" strike="noStrike">
                <a:solidFill>
                  <a:srgbClr val="9A9A9A"/>
                </a:solidFill>
                <a:effectLst/>
                <a:uFillTx/>
                <a:latin typeface="Arial"/>
              </a:rPr>
              <a:t>Control híbrido</a:t>
            </a:r>
            <a:endParaRPr lang="en-US" sz="1790" b="0" u="none" strike="noStrike">
              <a:solidFill>
                <a:srgbClr val="FFFFFF"/>
              </a:solidFill>
              <a:effectLst/>
              <a:uFillTx/>
              <a:latin typeface="Arial"/>
            </a:endParaRPr>
          </a:p>
          <a:p>
            <a:pPr marL="171360" indent="-171360" defTabSz="457200">
              <a:lnSpc>
                <a:spcPct val="100000"/>
              </a:lnSpc>
              <a:spcAft>
                <a:spcPts val="879"/>
              </a:spcAft>
              <a:buClr>
                <a:srgbClr val="D6D6D6"/>
              </a:buClr>
              <a:buFont typeface="Symbol" charset="2"/>
              <a:buChar char=""/>
            </a:pPr>
            <a:r>
              <a:rPr lang="en-US" sz="1600" b="0" u="none" strike="noStrike">
                <a:solidFill>
                  <a:srgbClr val="D6D6D6"/>
                </a:solidFill>
                <a:effectLst/>
                <a:uFillTx/>
                <a:latin typeface="Arial"/>
              </a:rPr>
              <a:t>El modelo decide en momentos acotados; el código ejecuta y hace cumplir los límites.</a:t>
            </a:r>
            <a:endParaRPr lang="en-US" sz="1600" b="0" u="none" strike="noStrike">
              <a:solidFill>
                <a:srgbClr val="FFFFFF"/>
              </a:solidFill>
              <a:effectLst/>
              <a:uFillTx/>
              <a:latin typeface="Arial"/>
            </a:endParaRPr>
          </a:p>
          <a:p>
            <a:pPr marL="171360" indent="-171360" defTabSz="457200">
              <a:lnSpc>
                <a:spcPct val="100000"/>
              </a:lnSpc>
              <a:spcAft>
                <a:spcPts val="879"/>
              </a:spcAft>
              <a:buClr>
                <a:srgbClr val="D6D6D6"/>
              </a:buClr>
              <a:buFont typeface="Symbol" charset="2"/>
              <a:buChar char=""/>
            </a:pPr>
            <a:r>
              <a:rPr lang="en-US" sz="1600" b="0" u="none" strike="noStrike">
                <a:solidFill>
                  <a:srgbClr val="D6D6D6"/>
                </a:solidFill>
                <a:effectLst/>
                <a:uFillTx/>
                <a:latin typeface="Arial"/>
              </a:rPr>
              <a:t>Ejemplo: el modelo escribe el plan una vez y el código lo recorre paso a paso.</a:t>
            </a:r>
            <a:endParaRPr lang="en-US" sz="1600" b="0" u="none" strike="noStrike">
              <a:solidFill>
                <a:srgbClr val="FFFFFF"/>
              </a:solidFill>
              <a:effectLst/>
              <a:uFillTx/>
              <a:latin typeface="Arial"/>
            </a:endParaRPr>
          </a:p>
          <a:p>
            <a:pPr marL="171360" indent="-171360" defTabSz="457200">
              <a:lnSpc>
                <a:spcPct val="100000"/>
              </a:lnSpc>
              <a:spcAft>
                <a:spcPts val="879"/>
              </a:spcAft>
              <a:buClr>
                <a:srgbClr val="D6D6D6"/>
              </a:buClr>
              <a:buFont typeface="Symbol" charset="2"/>
              <a:buChar char=""/>
            </a:pPr>
            <a:r>
              <a:rPr lang="en-US" sz="1600" b="0" u="none" strike="noStrike">
                <a:solidFill>
                  <a:srgbClr val="D6D6D6"/>
                </a:solidFill>
                <a:effectLst/>
                <a:uFillTx/>
                <a:latin typeface="Arial"/>
              </a:rPr>
              <a:t>Es donde viven la mayoría de los sistemas en producción.</a:t>
            </a:r>
            <a:endParaRPr lang="en-US" sz="1600" b="0" u="none" strike="noStrike">
              <a:solidFill>
                <a:srgbClr val="FFFFFF"/>
              </a:solidFill>
              <a:effectLst/>
              <a:uFillTx/>
              <a:latin typeface="Arial"/>
            </a:endParaRPr>
          </a:p>
        </p:txBody>
      </p:sp>
      <p:sp>
        <p:nvSpPr>
          <p:cNvPr id="105" name="TextBox 14"/>
          <p:cNvSpPr/>
          <p:nvPr/>
        </p:nvSpPr>
        <p:spPr>
          <a:xfrm>
            <a:off x="548640" y="5943600"/>
            <a:ext cx="11094120" cy="456840"/>
          </a:xfrm>
          <a:prstGeom prst="rect">
            <a:avLst/>
          </a:prstGeom>
          <a:noFill/>
          <a:ln w="0">
            <a:noFill/>
          </a:ln>
        </p:spPr>
        <p:style>
          <a:lnRef idx="0"/>
          <a:fillRef idx="0"/>
          <a:effectRef idx="0"/>
          <a:fontRef idx="minor"/>
        </p:style>
        <p:txBody>
          <a:bodyPr lIns="18360" tIns="9000" rIns="18360" bIns="9000" anchor="ctr">
            <a:spAutoFit/>
          </a:bodyPr>
          <a:p>
            <a:pPr defTabSz="457200">
              <a:lnSpc>
                <a:spcPct val="100000"/>
              </a:lnSpc>
            </a:pPr>
            <a:r>
              <a:rPr lang="en-US" sz="1300" b="0" i="1" u="none" strike="noStrike">
                <a:solidFill>
                  <a:srgbClr val="9A9A9A"/>
                </a:solidFill>
                <a:effectLst/>
                <a:uFillTx/>
                <a:latin typeface="Arial"/>
              </a:rPr>
              <a:t>No es una escala de calidad: es un intercambio entre adaptabilidad y previsibilidad.</a:t>
            </a:r>
            <a:endParaRPr lang="en-US" sz="130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00000"/>
        </a:solidFill>
      </p:bgPr>
    </p:bg>
    <p:spTree>
      <p:nvGrpSpPr>
        <p:cNvPr id="1" name=""/>
        <p:cNvGrpSpPr/>
        <p:nvPr/>
      </p:nvGrpSpPr>
      <p:grpSpPr>
        <a:xfrm>
          <a:off x="0" y="0"/>
          <a:ext cx="0" cy="0"/>
          <a:chOff x="0" y="0"/>
          <a:chExt cx="0" cy="0"/>
        </a:xfrm>
      </p:grpSpPr>
      <p:sp>
        <p:nvSpPr>
          <p:cNvPr id="106" name="TextBox 1"/>
          <p:cNvSpPr/>
          <p:nvPr/>
        </p:nvSpPr>
        <p:spPr>
          <a:xfrm>
            <a:off x="548640" y="329040"/>
            <a:ext cx="8229240" cy="273960"/>
          </a:xfrm>
          <a:prstGeom prst="rect">
            <a:avLst/>
          </a:prstGeom>
          <a:noFill/>
          <a:ln w="0">
            <a:noFill/>
          </a:ln>
        </p:spPr>
        <p:style>
          <a:lnRef idx="0"/>
          <a:fillRef idx="0"/>
          <a:effectRef idx="0"/>
          <a:fontRef idx="minor"/>
        </p:style>
        <p:txBody>
          <a:bodyPr lIns="18360" tIns="9000" rIns="18360" bIns="9000" anchor="t">
            <a:spAutoFit/>
          </a:bodyPr>
          <a:p>
            <a:pPr defTabSz="457200">
              <a:lnSpc>
                <a:spcPct val="100000"/>
              </a:lnSpc>
            </a:pPr>
            <a:r>
              <a:rPr lang="en-US" sz="1150" b="1" u="none" strike="noStrike">
                <a:solidFill>
                  <a:srgbClr val="FF6B1A"/>
                </a:solidFill>
                <a:effectLst/>
                <a:uFillTx/>
                <a:latin typeface="Arial"/>
              </a:rPr>
              <a:t>PUNTO DE PARTIDA</a:t>
            </a:r>
            <a:endParaRPr lang="en-US" sz="1150" b="0" u="none" strike="noStrike">
              <a:solidFill>
                <a:srgbClr val="FFFFFF"/>
              </a:solidFill>
              <a:effectLst/>
              <a:uFillTx/>
              <a:latin typeface="Arial"/>
            </a:endParaRPr>
          </a:p>
        </p:txBody>
      </p:sp>
      <p:sp>
        <p:nvSpPr>
          <p:cNvPr id="107" name="TextBox 2"/>
          <p:cNvSpPr/>
          <p:nvPr/>
        </p:nvSpPr>
        <p:spPr>
          <a:xfrm>
            <a:off x="548640" y="603360"/>
            <a:ext cx="11094120" cy="639720"/>
          </a:xfrm>
          <a:prstGeom prst="rect">
            <a:avLst/>
          </a:prstGeom>
          <a:noFill/>
          <a:ln w="0">
            <a:noFill/>
          </a:ln>
        </p:spPr>
        <p:style>
          <a:lnRef idx="0"/>
          <a:fillRef idx="0"/>
          <a:effectRef idx="0"/>
          <a:fontRef idx="minor"/>
        </p:style>
        <p:txBody>
          <a:bodyPr lIns="18360" tIns="9000" rIns="18360" bIns="9000" anchor="ctr">
            <a:spAutoFit/>
          </a:bodyPr>
          <a:p>
            <a:pPr defTabSz="457200">
              <a:lnSpc>
                <a:spcPct val="100000"/>
              </a:lnSpc>
            </a:pPr>
            <a:r>
              <a:rPr lang="en-US" sz="3000" b="1" u="none" strike="noStrike">
                <a:solidFill>
                  <a:srgbClr val="F2F2F2"/>
                </a:solidFill>
                <a:effectLst/>
                <a:uFillTx/>
                <a:latin typeface="Arial"/>
              </a:rPr>
              <a:t>Contexto compartido: qué viaja entre pasos</a:t>
            </a:r>
            <a:endParaRPr lang="en-US" sz="3000" b="0" u="none" strike="noStrike">
              <a:solidFill>
                <a:srgbClr val="FFFFFF"/>
              </a:solidFill>
              <a:effectLst/>
              <a:uFillTx/>
              <a:latin typeface="Arial"/>
            </a:endParaRPr>
          </a:p>
        </p:txBody>
      </p:sp>
      <p:sp>
        <p:nvSpPr>
          <p:cNvPr id="108" name="TextBox 3"/>
          <p:cNvSpPr/>
          <p:nvPr/>
        </p:nvSpPr>
        <p:spPr>
          <a:xfrm>
            <a:off x="548640" y="6492240"/>
            <a:ext cx="7314840" cy="228240"/>
          </a:xfrm>
          <a:prstGeom prst="rect">
            <a:avLst/>
          </a:prstGeom>
          <a:noFill/>
          <a:ln w="0">
            <a:noFill/>
          </a:ln>
        </p:spPr>
        <p:style>
          <a:lnRef idx="0"/>
          <a:fillRef idx="0"/>
          <a:effectRef idx="0"/>
          <a:fontRef idx="minor"/>
        </p:style>
        <p:txBody>
          <a:bodyPr lIns="18360" tIns="9000" rIns="18360" bIns="9000" anchor="t">
            <a:spAutoFit/>
          </a:bodyPr>
          <a:p>
            <a:pPr defTabSz="457200">
              <a:lnSpc>
                <a:spcPct val="100000"/>
              </a:lnSpc>
            </a:pPr>
            <a:r>
              <a:rPr lang="en-US" sz="900" b="0" u="none" strike="noStrike">
                <a:solidFill>
                  <a:srgbClr val="9A9A9A"/>
                </a:solidFill>
                <a:effectLst/>
                <a:uFillTx/>
                <a:latin typeface="Arial"/>
              </a:rPr>
              <a:t>Arquetipos de agentes · Módulo 5 · UTDT</a:t>
            </a:r>
            <a:endParaRPr lang="en-US" sz="900" b="0" u="none" strike="noStrike">
              <a:solidFill>
                <a:srgbClr val="FFFFFF"/>
              </a:solidFill>
              <a:effectLst/>
              <a:uFillTx/>
              <a:latin typeface="Arial"/>
            </a:endParaRPr>
          </a:p>
        </p:txBody>
      </p:sp>
      <p:sp>
        <p:nvSpPr>
          <p:cNvPr id="109" name="TextBox 4"/>
          <p:cNvSpPr/>
          <p:nvPr/>
        </p:nvSpPr>
        <p:spPr>
          <a:xfrm>
            <a:off x="10271520" y="6492240"/>
            <a:ext cx="1371240" cy="228240"/>
          </a:xfrm>
          <a:prstGeom prst="rect">
            <a:avLst/>
          </a:prstGeom>
          <a:noFill/>
          <a:ln w="0">
            <a:noFill/>
          </a:ln>
        </p:spPr>
        <p:style>
          <a:lnRef idx="0"/>
          <a:fillRef idx="0"/>
          <a:effectRef idx="0"/>
          <a:fontRef idx="minor"/>
        </p:style>
        <p:txBody>
          <a:bodyPr lIns="18360" tIns="9000" rIns="18360" bIns="9000" anchor="t">
            <a:spAutoFit/>
          </a:bodyPr>
          <a:p>
            <a:pPr algn="r" defTabSz="457200">
              <a:lnSpc>
                <a:spcPct val="100000"/>
              </a:lnSpc>
            </a:pPr>
            <a:r>
              <a:rPr lang="en-US" sz="900" b="0" u="none" strike="noStrike">
                <a:solidFill>
                  <a:srgbClr val="9A9A9A"/>
                </a:solidFill>
                <a:effectLst/>
                <a:uFillTx/>
                <a:latin typeface="Arial"/>
              </a:rPr>
              <a:t>4 / 35</a:t>
            </a:r>
            <a:endParaRPr lang="en-US" sz="900" b="0" u="none" strike="noStrike">
              <a:solidFill>
                <a:srgbClr val="FFFFFF"/>
              </a:solidFill>
              <a:effectLst/>
              <a:uFillTx/>
              <a:latin typeface="Arial"/>
            </a:endParaRPr>
          </a:p>
        </p:txBody>
      </p:sp>
      <p:sp>
        <p:nvSpPr>
          <p:cNvPr id="110" name="Rectangle 5"/>
          <p:cNvSpPr/>
          <p:nvPr/>
        </p:nvSpPr>
        <p:spPr>
          <a:xfrm>
            <a:off x="548640" y="1417320"/>
            <a:ext cx="2622240" cy="4388760"/>
          </a:xfrm>
          <a:prstGeom prst="rect">
            <a:avLst/>
          </a:prstGeom>
          <a:solidFill>
            <a:srgbClr val="0E0E0E"/>
          </a:solidFill>
          <a:ln>
            <a:solidFill>
              <a:srgbClr val="2A2A2A"/>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111" name="Rectangle 6"/>
          <p:cNvSpPr/>
          <p:nvPr/>
        </p:nvSpPr>
        <p:spPr>
          <a:xfrm>
            <a:off x="548640" y="1417320"/>
            <a:ext cx="2622240" cy="63720"/>
          </a:xfrm>
          <a:prstGeom prst="rect">
            <a:avLst/>
          </a:prstGeom>
          <a:solidFill>
            <a:srgbClr val="F5C542"/>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19080" rIns="90000" bIns="19080" anchor="ctr">
            <a:noAutofit/>
          </a:bodyPr>
          <a:p>
            <a:endParaRPr lang="en-US" sz="1800" b="0" u="none" strike="noStrike">
              <a:solidFill>
                <a:schemeClr val="lt1"/>
              </a:solidFill>
              <a:effectLst/>
              <a:uFillTx/>
              <a:latin typeface="Calibri"/>
            </a:endParaRPr>
          </a:p>
        </p:txBody>
      </p:sp>
      <p:sp>
        <p:nvSpPr>
          <p:cNvPr id="112" name="TextBox 7"/>
          <p:cNvSpPr/>
          <p:nvPr/>
        </p:nvSpPr>
        <p:spPr>
          <a:xfrm>
            <a:off x="713160" y="1563480"/>
            <a:ext cx="2293200" cy="4187520"/>
          </a:xfrm>
          <a:prstGeom prst="rect">
            <a:avLst/>
          </a:prstGeom>
          <a:noFill/>
          <a:ln w="0">
            <a:noFill/>
          </a:ln>
        </p:spPr>
        <p:style>
          <a:lnRef idx="0"/>
          <a:fillRef idx="0"/>
          <a:effectRef idx="0"/>
          <a:fontRef idx="minor"/>
        </p:style>
        <p:txBody>
          <a:bodyPr lIns="18360" tIns="0" rIns="18360" bIns="0" anchor="t">
            <a:spAutoFit/>
          </a:bodyPr>
          <a:p>
            <a:pPr defTabSz="457200">
              <a:lnSpc>
                <a:spcPct val="100000"/>
              </a:lnSpc>
              <a:spcAft>
                <a:spcPts val="799"/>
              </a:spcAft>
            </a:pPr>
            <a:r>
              <a:rPr lang="en-US" sz="1790" b="1" u="none" strike="noStrike">
                <a:solidFill>
                  <a:srgbClr val="F5C542"/>
                </a:solidFill>
                <a:effectLst/>
                <a:uFillTx/>
                <a:latin typeface="Arial"/>
              </a:rPr>
              <a:t>Historial completo</a:t>
            </a:r>
            <a:endParaRPr lang="en-US" sz="1790" b="0" u="none" strike="noStrike">
              <a:solidFill>
                <a:srgbClr val="FFFFFF"/>
              </a:solidFill>
              <a:effectLst/>
              <a:uFillTx/>
              <a:latin typeface="Arial"/>
            </a:endParaRPr>
          </a:p>
          <a:p>
            <a:pPr marL="171360" indent="-171360" defTabSz="457200">
              <a:lnSpc>
                <a:spcPct val="100000"/>
              </a:lnSpc>
              <a:spcAft>
                <a:spcPts val="879"/>
              </a:spcAft>
              <a:buClr>
                <a:srgbClr val="D6D6D6"/>
              </a:buClr>
              <a:buFont typeface="Symbol" charset="2"/>
              <a:buChar char=""/>
            </a:pPr>
            <a:r>
              <a:rPr lang="en-US" sz="1600" b="0" u="none" strike="noStrike">
                <a:solidFill>
                  <a:srgbClr val="D6D6D6"/>
                </a:solidFill>
                <a:effectLst/>
                <a:uFillTx/>
                <a:latin typeface="Arial"/>
              </a:rPr>
              <a:t>Cada paso ve todo lo anterior.</a:t>
            </a:r>
            <a:endParaRPr lang="en-US" sz="1600" b="0" u="none" strike="noStrike">
              <a:solidFill>
                <a:srgbClr val="FFFFFF"/>
              </a:solidFill>
              <a:effectLst/>
              <a:uFillTx/>
              <a:latin typeface="Arial"/>
            </a:endParaRPr>
          </a:p>
          <a:p>
            <a:pPr marL="171360" indent="-171360" defTabSz="457200">
              <a:lnSpc>
                <a:spcPct val="100000"/>
              </a:lnSpc>
              <a:spcAft>
                <a:spcPts val="879"/>
              </a:spcAft>
              <a:buClr>
                <a:srgbClr val="D6D6D6"/>
              </a:buClr>
              <a:buFont typeface="Symbol" charset="2"/>
              <a:buChar char=""/>
            </a:pPr>
            <a:r>
              <a:rPr lang="en-US" sz="1600" b="0" u="none" strike="noStrike">
                <a:solidFill>
                  <a:srgbClr val="D6D6D6"/>
                </a:solidFill>
                <a:effectLst/>
                <a:uFillTx/>
                <a:latin typeface="Arial"/>
              </a:rPr>
              <a:t>Máxima coherencia.</a:t>
            </a:r>
            <a:endParaRPr lang="en-US" sz="1600" b="0" u="none" strike="noStrike">
              <a:solidFill>
                <a:srgbClr val="FFFFFF"/>
              </a:solidFill>
              <a:effectLst/>
              <a:uFillTx/>
              <a:latin typeface="Arial"/>
            </a:endParaRPr>
          </a:p>
          <a:p>
            <a:pPr marL="171360" indent="-171360" defTabSz="457200">
              <a:lnSpc>
                <a:spcPct val="100000"/>
              </a:lnSpc>
              <a:spcAft>
                <a:spcPts val="879"/>
              </a:spcAft>
              <a:buClr>
                <a:srgbClr val="D6D6D6"/>
              </a:buClr>
              <a:buFont typeface="Symbol" charset="2"/>
              <a:buChar char=""/>
            </a:pPr>
            <a:r>
              <a:rPr lang="en-US" sz="1600" b="0" u="none" strike="noStrike">
                <a:solidFill>
                  <a:srgbClr val="D6D6D6"/>
                </a:solidFill>
                <a:effectLst/>
                <a:uFillTx/>
                <a:latin typeface="Arial"/>
              </a:rPr>
              <a:t>Crece con cada vuelta: más costo y más ruido.</a:t>
            </a:r>
            <a:endParaRPr lang="en-US" sz="1600" b="0" u="none" strike="noStrike">
              <a:solidFill>
                <a:srgbClr val="FFFFFF"/>
              </a:solidFill>
              <a:effectLst/>
              <a:uFillTx/>
              <a:latin typeface="Arial"/>
            </a:endParaRPr>
          </a:p>
        </p:txBody>
      </p:sp>
      <p:sp>
        <p:nvSpPr>
          <p:cNvPr id="113" name="Rectangle 8"/>
          <p:cNvSpPr/>
          <p:nvPr/>
        </p:nvSpPr>
        <p:spPr>
          <a:xfrm>
            <a:off x="3372480" y="1417320"/>
            <a:ext cx="2622240" cy="4388760"/>
          </a:xfrm>
          <a:prstGeom prst="rect">
            <a:avLst/>
          </a:prstGeom>
          <a:solidFill>
            <a:srgbClr val="0E0E0E"/>
          </a:solidFill>
          <a:ln>
            <a:solidFill>
              <a:srgbClr val="2A2A2A"/>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114" name="Rectangle 9"/>
          <p:cNvSpPr/>
          <p:nvPr/>
        </p:nvSpPr>
        <p:spPr>
          <a:xfrm>
            <a:off x="3372480" y="1417320"/>
            <a:ext cx="2622240" cy="63720"/>
          </a:xfrm>
          <a:prstGeom prst="rect">
            <a:avLst/>
          </a:prstGeom>
          <a:solidFill>
            <a:srgbClr val="F5C542"/>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19080" rIns="90000" bIns="19080" anchor="ctr">
            <a:noAutofit/>
          </a:bodyPr>
          <a:p>
            <a:endParaRPr lang="en-US" sz="1800" b="0" u="none" strike="noStrike">
              <a:solidFill>
                <a:schemeClr val="lt1"/>
              </a:solidFill>
              <a:effectLst/>
              <a:uFillTx/>
              <a:latin typeface="Calibri"/>
            </a:endParaRPr>
          </a:p>
        </p:txBody>
      </p:sp>
      <p:sp>
        <p:nvSpPr>
          <p:cNvPr id="115" name="TextBox 10"/>
          <p:cNvSpPr/>
          <p:nvPr/>
        </p:nvSpPr>
        <p:spPr>
          <a:xfrm>
            <a:off x="3537000" y="1563480"/>
            <a:ext cx="2293200" cy="4187520"/>
          </a:xfrm>
          <a:prstGeom prst="rect">
            <a:avLst/>
          </a:prstGeom>
          <a:noFill/>
          <a:ln w="0">
            <a:noFill/>
          </a:ln>
        </p:spPr>
        <p:style>
          <a:lnRef idx="0"/>
          <a:fillRef idx="0"/>
          <a:effectRef idx="0"/>
          <a:fontRef idx="minor"/>
        </p:style>
        <p:txBody>
          <a:bodyPr lIns="18360" tIns="0" rIns="18360" bIns="0" anchor="t">
            <a:spAutoFit/>
          </a:bodyPr>
          <a:p>
            <a:pPr defTabSz="457200">
              <a:lnSpc>
                <a:spcPct val="100000"/>
              </a:lnSpc>
              <a:spcAft>
                <a:spcPts val="799"/>
              </a:spcAft>
            </a:pPr>
            <a:r>
              <a:rPr lang="en-US" sz="1790" b="1" u="none" strike="noStrike">
                <a:solidFill>
                  <a:srgbClr val="F5C542"/>
                </a:solidFill>
                <a:effectLst/>
                <a:uFillTx/>
                <a:latin typeface="Arial"/>
              </a:rPr>
              <a:t>Artefacto explícito</a:t>
            </a:r>
            <a:endParaRPr lang="en-US" sz="1790" b="0" u="none" strike="noStrike">
              <a:solidFill>
                <a:srgbClr val="FFFFFF"/>
              </a:solidFill>
              <a:effectLst/>
              <a:uFillTx/>
              <a:latin typeface="Arial"/>
            </a:endParaRPr>
          </a:p>
          <a:p>
            <a:pPr marL="171360" indent="-171360" defTabSz="457200">
              <a:lnSpc>
                <a:spcPct val="100000"/>
              </a:lnSpc>
              <a:spcAft>
                <a:spcPts val="879"/>
              </a:spcAft>
              <a:buClr>
                <a:srgbClr val="D6D6D6"/>
              </a:buClr>
              <a:buFont typeface="Symbol" charset="2"/>
              <a:buChar char=""/>
            </a:pPr>
            <a:r>
              <a:rPr lang="en-US" sz="1600" b="0" u="none" strike="noStrike">
                <a:solidFill>
                  <a:srgbClr val="D6D6D6"/>
                </a:solidFill>
                <a:effectLst/>
                <a:uFillTx/>
                <a:latin typeface="Arial"/>
              </a:rPr>
              <a:t>Un objeto estructurado (un plan, un borrador) conecta los pasos.</a:t>
            </a:r>
            <a:endParaRPr lang="en-US" sz="1600" b="0" u="none" strike="noStrike">
              <a:solidFill>
                <a:srgbClr val="FFFFFF"/>
              </a:solidFill>
              <a:effectLst/>
              <a:uFillTx/>
              <a:latin typeface="Arial"/>
            </a:endParaRPr>
          </a:p>
          <a:p>
            <a:pPr marL="171360" indent="-171360" defTabSz="457200">
              <a:lnSpc>
                <a:spcPct val="100000"/>
              </a:lnSpc>
              <a:spcAft>
                <a:spcPts val="879"/>
              </a:spcAft>
              <a:buClr>
                <a:srgbClr val="D6D6D6"/>
              </a:buClr>
              <a:buFont typeface="Symbol" charset="2"/>
              <a:buChar char=""/>
            </a:pPr>
            <a:r>
              <a:rPr lang="en-US" sz="1600" b="0" u="none" strike="noStrike">
                <a:solidFill>
                  <a:srgbClr val="D6D6D6"/>
                </a:solidFill>
                <a:effectLst/>
                <a:uFillTx/>
                <a:latin typeface="Arial"/>
              </a:rPr>
              <a:t>Cada paso ve solo lo que necesita.</a:t>
            </a:r>
            <a:endParaRPr lang="en-US" sz="1600" b="0" u="none" strike="noStrike">
              <a:solidFill>
                <a:srgbClr val="FFFFFF"/>
              </a:solidFill>
              <a:effectLst/>
              <a:uFillTx/>
              <a:latin typeface="Arial"/>
            </a:endParaRPr>
          </a:p>
          <a:p>
            <a:pPr marL="171360" indent="-171360" defTabSz="457200">
              <a:lnSpc>
                <a:spcPct val="100000"/>
              </a:lnSpc>
              <a:spcAft>
                <a:spcPts val="879"/>
              </a:spcAft>
              <a:buClr>
                <a:srgbClr val="D6D6D6"/>
              </a:buClr>
              <a:buFont typeface="Symbol" charset="2"/>
              <a:buChar char=""/>
            </a:pPr>
            <a:r>
              <a:rPr lang="en-US" sz="1600" b="0" u="none" strike="noStrike">
                <a:solidFill>
                  <a:srgbClr val="D6D6D6"/>
                </a:solidFill>
                <a:effectLst/>
                <a:uFillTx/>
                <a:latin typeface="Arial"/>
              </a:rPr>
              <a:t>Se puede inspeccionar y corregir.</a:t>
            </a:r>
            <a:endParaRPr lang="en-US" sz="1600" b="0" u="none" strike="noStrike">
              <a:solidFill>
                <a:srgbClr val="FFFFFF"/>
              </a:solidFill>
              <a:effectLst/>
              <a:uFillTx/>
              <a:latin typeface="Arial"/>
            </a:endParaRPr>
          </a:p>
        </p:txBody>
      </p:sp>
      <p:sp>
        <p:nvSpPr>
          <p:cNvPr id="116" name="Rectangle 11"/>
          <p:cNvSpPr/>
          <p:nvPr/>
        </p:nvSpPr>
        <p:spPr>
          <a:xfrm>
            <a:off x="6196320" y="1417320"/>
            <a:ext cx="2622240" cy="4388760"/>
          </a:xfrm>
          <a:prstGeom prst="rect">
            <a:avLst/>
          </a:prstGeom>
          <a:solidFill>
            <a:srgbClr val="0E0E0E"/>
          </a:solidFill>
          <a:ln>
            <a:solidFill>
              <a:srgbClr val="2A2A2A"/>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117" name="Rectangle 12"/>
          <p:cNvSpPr/>
          <p:nvPr/>
        </p:nvSpPr>
        <p:spPr>
          <a:xfrm>
            <a:off x="6196320" y="1417320"/>
            <a:ext cx="2622240" cy="63720"/>
          </a:xfrm>
          <a:prstGeom prst="rect">
            <a:avLst/>
          </a:prstGeom>
          <a:solidFill>
            <a:srgbClr val="F5C542"/>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19080" rIns="90000" bIns="19080" anchor="ctr">
            <a:noAutofit/>
          </a:bodyPr>
          <a:p>
            <a:endParaRPr lang="en-US" sz="1800" b="0" u="none" strike="noStrike">
              <a:solidFill>
                <a:schemeClr val="lt1"/>
              </a:solidFill>
              <a:effectLst/>
              <a:uFillTx/>
              <a:latin typeface="Calibri"/>
            </a:endParaRPr>
          </a:p>
        </p:txBody>
      </p:sp>
      <p:sp>
        <p:nvSpPr>
          <p:cNvPr id="118" name="TextBox 13"/>
          <p:cNvSpPr/>
          <p:nvPr/>
        </p:nvSpPr>
        <p:spPr>
          <a:xfrm>
            <a:off x="6361200" y="1563480"/>
            <a:ext cx="2293200" cy="4187520"/>
          </a:xfrm>
          <a:prstGeom prst="rect">
            <a:avLst/>
          </a:prstGeom>
          <a:noFill/>
          <a:ln w="0">
            <a:noFill/>
          </a:ln>
        </p:spPr>
        <p:style>
          <a:lnRef idx="0"/>
          <a:fillRef idx="0"/>
          <a:effectRef idx="0"/>
          <a:fontRef idx="minor"/>
        </p:style>
        <p:txBody>
          <a:bodyPr lIns="18360" tIns="0" rIns="18360" bIns="0" anchor="t">
            <a:spAutoFit/>
          </a:bodyPr>
          <a:p>
            <a:pPr defTabSz="457200">
              <a:lnSpc>
                <a:spcPct val="100000"/>
              </a:lnSpc>
              <a:spcAft>
                <a:spcPts val="799"/>
              </a:spcAft>
            </a:pPr>
            <a:r>
              <a:rPr lang="en-US" sz="1790" b="1" u="none" strike="noStrike">
                <a:solidFill>
                  <a:srgbClr val="F5C542"/>
                </a:solidFill>
                <a:effectLst/>
                <a:uFillTx/>
                <a:latin typeface="Arial"/>
              </a:rPr>
              <a:t>Resumen o notas</a:t>
            </a:r>
            <a:endParaRPr lang="en-US" sz="1790" b="0" u="none" strike="noStrike">
              <a:solidFill>
                <a:srgbClr val="FFFFFF"/>
              </a:solidFill>
              <a:effectLst/>
              <a:uFillTx/>
              <a:latin typeface="Arial"/>
            </a:endParaRPr>
          </a:p>
          <a:p>
            <a:pPr marL="171360" indent="-171360" defTabSz="457200">
              <a:lnSpc>
                <a:spcPct val="100000"/>
              </a:lnSpc>
              <a:spcAft>
                <a:spcPts val="879"/>
              </a:spcAft>
              <a:buClr>
                <a:srgbClr val="D6D6D6"/>
              </a:buClr>
              <a:buFont typeface="Symbol" charset="2"/>
              <a:buChar char=""/>
            </a:pPr>
            <a:r>
              <a:rPr lang="en-US" sz="1600" b="0" u="none" strike="noStrike">
                <a:solidFill>
                  <a:srgbClr val="D6D6D6"/>
                </a:solidFill>
                <a:effectLst/>
                <a:uFillTx/>
                <a:latin typeface="Arial"/>
              </a:rPr>
              <a:t>Se comprime lo aprendido en un bloc de notas.</a:t>
            </a:r>
            <a:endParaRPr lang="en-US" sz="1600" b="0" u="none" strike="noStrike">
              <a:solidFill>
                <a:srgbClr val="FFFFFF"/>
              </a:solidFill>
              <a:effectLst/>
              <a:uFillTx/>
              <a:latin typeface="Arial"/>
            </a:endParaRPr>
          </a:p>
          <a:p>
            <a:pPr marL="171360" indent="-171360" defTabSz="457200">
              <a:lnSpc>
                <a:spcPct val="100000"/>
              </a:lnSpc>
              <a:spcAft>
                <a:spcPts val="879"/>
              </a:spcAft>
              <a:buClr>
                <a:srgbClr val="D6D6D6"/>
              </a:buClr>
              <a:buFont typeface="Symbol" charset="2"/>
              <a:buChar char=""/>
            </a:pPr>
            <a:r>
              <a:rPr lang="en-US" sz="1600" b="0" u="none" strike="noStrike">
                <a:solidFill>
                  <a:srgbClr val="D6D6D6"/>
                </a:solidFill>
                <a:effectLst/>
                <a:uFillTx/>
                <a:latin typeface="Arial"/>
              </a:rPr>
              <a:t>Controla el crecimiento del contexto.</a:t>
            </a:r>
            <a:endParaRPr lang="en-US" sz="1600" b="0" u="none" strike="noStrike">
              <a:solidFill>
                <a:srgbClr val="FFFFFF"/>
              </a:solidFill>
              <a:effectLst/>
              <a:uFillTx/>
              <a:latin typeface="Arial"/>
            </a:endParaRPr>
          </a:p>
          <a:p>
            <a:pPr marL="171360" indent="-171360" defTabSz="457200">
              <a:lnSpc>
                <a:spcPct val="100000"/>
              </a:lnSpc>
              <a:spcAft>
                <a:spcPts val="879"/>
              </a:spcAft>
              <a:buClr>
                <a:srgbClr val="D6D6D6"/>
              </a:buClr>
              <a:buFont typeface="Symbol" charset="2"/>
              <a:buChar char=""/>
            </a:pPr>
            <a:r>
              <a:rPr lang="en-US" sz="1600" b="0" u="none" strike="noStrike">
                <a:solidFill>
                  <a:srgbClr val="D6D6D6"/>
                </a:solidFill>
                <a:effectLst/>
                <a:uFillTx/>
                <a:latin typeface="Arial"/>
              </a:rPr>
              <a:t>Riesgo: el resumen pierde un dato clave.</a:t>
            </a:r>
            <a:endParaRPr lang="en-US" sz="1600" b="0" u="none" strike="noStrike">
              <a:solidFill>
                <a:srgbClr val="FFFFFF"/>
              </a:solidFill>
              <a:effectLst/>
              <a:uFillTx/>
              <a:latin typeface="Arial"/>
            </a:endParaRPr>
          </a:p>
        </p:txBody>
      </p:sp>
      <p:sp>
        <p:nvSpPr>
          <p:cNvPr id="119" name="Rectangle 14"/>
          <p:cNvSpPr/>
          <p:nvPr/>
        </p:nvSpPr>
        <p:spPr>
          <a:xfrm>
            <a:off x="9020160" y="1417320"/>
            <a:ext cx="2622240" cy="4388760"/>
          </a:xfrm>
          <a:prstGeom prst="rect">
            <a:avLst/>
          </a:prstGeom>
          <a:solidFill>
            <a:srgbClr val="0E0E0E"/>
          </a:solidFill>
          <a:ln>
            <a:solidFill>
              <a:srgbClr val="2A2A2A"/>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120" name="Rectangle 15"/>
          <p:cNvSpPr/>
          <p:nvPr/>
        </p:nvSpPr>
        <p:spPr>
          <a:xfrm>
            <a:off x="9020160" y="1417320"/>
            <a:ext cx="2622240" cy="63720"/>
          </a:xfrm>
          <a:prstGeom prst="rect">
            <a:avLst/>
          </a:prstGeom>
          <a:solidFill>
            <a:srgbClr val="F5C542"/>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19080" rIns="90000" bIns="19080" anchor="ctr">
            <a:noAutofit/>
          </a:bodyPr>
          <a:p>
            <a:endParaRPr lang="en-US" sz="1800" b="0" u="none" strike="noStrike">
              <a:solidFill>
                <a:schemeClr val="lt1"/>
              </a:solidFill>
              <a:effectLst/>
              <a:uFillTx/>
              <a:latin typeface="Calibri"/>
            </a:endParaRPr>
          </a:p>
        </p:txBody>
      </p:sp>
      <p:sp>
        <p:nvSpPr>
          <p:cNvPr id="121" name="TextBox 16"/>
          <p:cNvSpPr/>
          <p:nvPr/>
        </p:nvSpPr>
        <p:spPr>
          <a:xfrm>
            <a:off x="9185040" y="1563480"/>
            <a:ext cx="2293200" cy="4187520"/>
          </a:xfrm>
          <a:prstGeom prst="rect">
            <a:avLst/>
          </a:prstGeom>
          <a:noFill/>
          <a:ln w="0">
            <a:noFill/>
          </a:ln>
        </p:spPr>
        <p:style>
          <a:lnRef idx="0"/>
          <a:fillRef idx="0"/>
          <a:effectRef idx="0"/>
          <a:fontRef idx="minor"/>
        </p:style>
        <p:txBody>
          <a:bodyPr lIns="18360" tIns="0" rIns="18360" bIns="0" anchor="t">
            <a:spAutoFit/>
          </a:bodyPr>
          <a:p>
            <a:pPr defTabSz="457200">
              <a:lnSpc>
                <a:spcPct val="100000"/>
              </a:lnSpc>
              <a:spcAft>
                <a:spcPts val="799"/>
              </a:spcAft>
            </a:pPr>
            <a:r>
              <a:rPr lang="en-US" sz="1790" b="1" u="none" strike="noStrike">
                <a:solidFill>
                  <a:srgbClr val="F5C542"/>
                </a:solidFill>
                <a:effectLst/>
                <a:uFillTx/>
                <a:latin typeface="Arial"/>
              </a:rPr>
              <a:t>Contexto aislado</a:t>
            </a:r>
            <a:endParaRPr lang="en-US" sz="1790" b="0" u="none" strike="noStrike">
              <a:solidFill>
                <a:srgbClr val="FFFFFF"/>
              </a:solidFill>
              <a:effectLst/>
              <a:uFillTx/>
              <a:latin typeface="Arial"/>
            </a:endParaRPr>
          </a:p>
          <a:p>
            <a:pPr marL="171360" indent="-171360" defTabSz="457200">
              <a:lnSpc>
                <a:spcPct val="100000"/>
              </a:lnSpc>
              <a:spcAft>
                <a:spcPts val="879"/>
              </a:spcAft>
              <a:buClr>
                <a:srgbClr val="D6D6D6"/>
              </a:buClr>
              <a:buFont typeface="Symbol" charset="2"/>
              <a:buChar char=""/>
            </a:pPr>
            <a:r>
              <a:rPr lang="en-US" sz="1600" b="0" u="none" strike="noStrike">
                <a:solidFill>
                  <a:srgbClr val="D6D6D6"/>
                </a:solidFill>
                <a:effectLst/>
                <a:uFillTx/>
                <a:latin typeface="Arial"/>
              </a:rPr>
              <a:t>Cada unidad de trabajo parte limpia.</a:t>
            </a:r>
            <a:endParaRPr lang="en-US" sz="1600" b="0" u="none" strike="noStrike">
              <a:solidFill>
                <a:srgbClr val="FFFFFF"/>
              </a:solidFill>
              <a:effectLst/>
              <a:uFillTx/>
              <a:latin typeface="Arial"/>
            </a:endParaRPr>
          </a:p>
          <a:p>
            <a:pPr marL="171360" indent="-171360" defTabSz="457200">
              <a:lnSpc>
                <a:spcPct val="100000"/>
              </a:lnSpc>
              <a:spcAft>
                <a:spcPts val="879"/>
              </a:spcAft>
              <a:buClr>
                <a:srgbClr val="D6D6D6"/>
              </a:buClr>
              <a:buFont typeface="Symbol" charset="2"/>
              <a:buChar char=""/>
            </a:pPr>
            <a:r>
              <a:rPr lang="en-US" sz="1600" b="0" u="none" strike="noStrike">
                <a:solidFill>
                  <a:srgbClr val="D6D6D6"/>
                </a:solidFill>
                <a:effectLst/>
                <a:uFillTx/>
                <a:latin typeface="Arial"/>
              </a:rPr>
              <a:t>Devuelve solo su resultado.</a:t>
            </a:r>
            <a:endParaRPr lang="en-US" sz="1600" b="0" u="none" strike="noStrike">
              <a:solidFill>
                <a:srgbClr val="FFFFFF"/>
              </a:solidFill>
              <a:effectLst/>
              <a:uFillTx/>
              <a:latin typeface="Arial"/>
            </a:endParaRPr>
          </a:p>
          <a:p>
            <a:pPr marL="171360" indent="-171360" defTabSz="457200">
              <a:lnSpc>
                <a:spcPct val="100000"/>
              </a:lnSpc>
              <a:spcAft>
                <a:spcPts val="879"/>
              </a:spcAft>
              <a:buClr>
                <a:srgbClr val="D6D6D6"/>
              </a:buClr>
              <a:buFont typeface="Symbol" charset="2"/>
              <a:buChar char=""/>
            </a:pPr>
            <a:r>
              <a:rPr lang="en-US" sz="1600" b="0" u="none" strike="noStrike">
                <a:solidFill>
                  <a:srgbClr val="D6D6D6"/>
                </a:solidFill>
                <a:effectLst/>
                <a:uFillTx/>
                <a:latin typeface="Arial"/>
              </a:rPr>
              <a:t>Evita contaminación; pierde matices.</a:t>
            </a:r>
            <a:endParaRPr lang="en-US" sz="1600" b="0" u="none" strike="noStrike">
              <a:solidFill>
                <a:srgbClr val="FFFFFF"/>
              </a:solidFill>
              <a:effectLst/>
              <a:uFillTx/>
              <a:latin typeface="Arial"/>
            </a:endParaRPr>
          </a:p>
        </p:txBody>
      </p:sp>
      <p:sp>
        <p:nvSpPr>
          <p:cNvPr id="122" name="TextBox 17"/>
          <p:cNvSpPr/>
          <p:nvPr/>
        </p:nvSpPr>
        <p:spPr>
          <a:xfrm>
            <a:off x="548640" y="5943600"/>
            <a:ext cx="11094120" cy="456840"/>
          </a:xfrm>
          <a:prstGeom prst="rect">
            <a:avLst/>
          </a:prstGeom>
          <a:noFill/>
          <a:ln w="0">
            <a:noFill/>
          </a:ln>
        </p:spPr>
        <p:style>
          <a:lnRef idx="0"/>
          <a:fillRef idx="0"/>
          <a:effectRef idx="0"/>
          <a:fontRef idx="minor"/>
        </p:style>
        <p:txBody>
          <a:bodyPr lIns="18360" tIns="9000" rIns="18360" bIns="9000" anchor="ctr">
            <a:spAutoFit/>
          </a:bodyPr>
          <a:p>
            <a:pPr defTabSz="457200">
              <a:lnSpc>
                <a:spcPct val="100000"/>
              </a:lnSpc>
            </a:pPr>
            <a:r>
              <a:rPr lang="en-US" sz="1300" b="0" i="1" u="none" strike="noStrike">
                <a:solidFill>
                  <a:srgbClr val="9A9A9A"/>
                </a:solidFill>
                <a:effectLst/>
                <a:uFillTx/>
                <a:latin typeface="Arial"/>
              </a:rPr>
              <a:t>Contexto correcto + herramienta correcta + orden correcto: el contexto pesa tanto como el resto.</a:t>
            </a:r>
            <a:endParaRPr lang="en-US" sz="130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00000"/>
        </a:solidFill>
      </p:bgPr>
    </p:bg>
    <p:spTree>
      <p:nvGrpSpPr>
        <p:cNvPr id="1" name=""/>
        <p:cNvGrpSpPr/>
        <p:nvPr/>
      </p:nvGrpSpPr>
      <p:grpSpPr>
        <a:xfrm>
          <a:off x="0" y="0"/>
          <a:ext cx="0" cy="0"/>
          <a:chOff x="0" y="0"/>
          <a:chExt cx="0" cy="0"/>
        </a:xfrm>
      </p:grpSpPr>
      <p:sp>
        <p:nvSpPr>
          <p:cNvPr id="123" name="TextBox 1"/>
          <p:cNvSpPr/>
          <p:nvPr/>
        </p:nvSpPr>
        <p:spPr>
          <a:xfrm>
            <a:off x="548640" y="329040"/>
            <a:ext cx="8229240" cy="273960"/>
          </a:xfrm>
          <a:prstGeom prst="rect">
            <a:avLst/>
          </a:prstGeom>
          <a:noFill/>
          <a:ln w="0">
            <a:noFill/>
          </a:ln>
        </p:spPr>
        <p:style>
          <a:lnRef idx="0"/>
          <a:fillRef idx="0"/>
          <a:effectRef idx="0"/>
          <a:fontRef idx="minor"/>
        </p:style>
        <p:txBody>
          <a:bodyPr lIns="18360" tIns="9000" rIns="18360" bIns="9000" anchor="t">
            <a:spAutoFit/>
          </a:bodyPr>
          <a:p>
            <a:pPr defTabSz="457200">
              <a:lnSpc>
                <a:spcPct val="100000"/>
              </a:lnSpc>
            </a:pPr>
            <a:r>
              <a:rPr lang="en-US" sz="1150" b="1" u="none" strike="noStrike">
                <a:solidFill>
                  <a:srgbClr val="FF6B1A"/>
                </a:solidFill>
                <a:effectLst/>
                <a:uFillTx/>
                <a:latin typeface="Arial"/>
              </a:rPr>
              <a:t>PUNTO DE PARTIDA</a:t>
            </a:r>
            <a:endParaRPr lang="en-US" sz="1150" b="0" u="none" strike="noStrike">
              <a:solidFill>
                <a:srgbClr val="FFFFFF"/>
              </a:solidFill>
              <a:effectLst/>
              <a:uFillTx/>
              <a:latin typeface="Arial"/>
            </a:endParaRPr>
          </a:p>
        </p:txBody>
      </p:sp>
      <p:sp>
        <p:nvSpPr>
          <p:cNvPr id="124" name="TextBox 2"/>
          <p:cNvSpPr/>
          <p:nvPr/>
        </p:nvSpPr>
        <p:spPr>
          <a:xfrm>
            <a:off x="548640" y="603360"/>
            <a:ext cx="11094120" cy="639720"/>
          </a:xfrm>
          <a:prstGeom prst="rect">
            <a:avLst/>
          </a:prstGeom>
          <a:noFill/>
          <a:ln w="0">
            <a:noFill/>
          </a:ln>
        </p:spPr>
        <p:style>
          <a:lnRef idx="0"/>
          <a:fillRef idx="0"/>
          <a:effectRef idx="0"/>
          <a:fontRef idx="minor"/>
        </p:style>
        <p:txBody>
          <a:bodyPr lIns="18360" tIns="9000" rIns="18360" bIns="9000" anchor="ctr">
            <a:spAutoFit/>
          </a:bodyPr>
          <a:p>
            <a:pPr defTabSz="457200">
              <a:lnSpc>
                <a:spcPct val="100000"/>
              </a:lnSpc>
            </a:pPr>
            <a:r>
              <a:rPr lang="en-US" sz="3000" b="1" u="none" strike="noStrike">
                <a:solidFill>
                  <a:srgbClr val="F2F2F2"/>
                </a:solidFill>
                <a:effectLst/>
                <a:uFillTx/>
                <a:latin typeface="Arial"/>
              </a:rPr>
              <a:t>Razonar y actuar: cuándo se hace cada cosa</a:t>
            </a:r>
            <a:endParaRPr lang="en-US" sz="3000" b="0" u="none" strike="noStrike">
              <a:solidFill>
                <a:srgbClr val="FFFFFF"/>
              </a:solidFill>
              <a:effectLst/>
              <a:uFillTx/>
              <a:latin typeface="Arial"/>
            </a:endParaRPr>
          </a:p>
        </p:txBody>
      </p:sp>
      <p:sp>
        <p:nvSpPr>
          <p:cNvPr id="125" name="TextBox 3"/>
          <p:cNvSpPr/>
          <p:nvPr/>
        </p:nvSpPr>
        <p:spPr>
          <a:xfrm>
            <a:off x="548640" y="6492240"/>
            <a:ext cx="7314840" cy="228240"/>
          </a:xfrm>
          <a:prstGeom prst="rect">
            <a:avLst/>
          </a:prstGeom>
          <a:noFill/>
          <a:ln w="0">
            <a:noFill/>
          </a:ln>
        </p:spPr>
        <p:style>
          <a:lnRef idx="0"/>
          <a:fillRef idx="0"/>
          <a:effectRef idx="0"/>
          <a:fontRef idx="minor"/>
        </p:style>
        <p:txBody>
          <a:bodyPr lIns="18360" tIns="9000" rIns="18360" bIns="9000" anchor="t">
            <a:spAutoFit/>
          </a:bodyPr>
          <a:p>
            <a:pPr defTabSz="457200">
              <a:lnSpc>
                <a:spcPct val="100000"/>
              </a:lnSpc>
            </a:pPr>
            <a:r>
              <a:rPr lang="en-US" sz="900" b="0" u="none" strike="noStrike">
                <a:solidFill>
                  <a:srgbClr val="9A9A9A"/>
                </a:solidFill>
                <a:effectLst/>
                <a:uFillTx/>
                <a:latin typeface="Arial"/>
              </a:rPr>
              <a:t>Arquetipos de agentes · Módulo 5 · UTDT</a:t>
            </a:r>
            <a:endParaRPr lang="en-US" sz="900" b="0" u="none" strike="noStrike">
              <a:solidFill>
                <a:srgbClr val="FFFFFF"/>
              </a:solidFill>
              <a:effectLst/>
              <a:uFillTx/>
              <a:latin typeface="Arial"/>
            </a:endParaRPr>
          </a:p>
        </p:txBody>
      </p:sp>
      <p:sp>
        <p:nvSpPr>
          <p:cNvPr id="126" name="TextBox 4"/>
          <p:cNvSpPr/>
          <p:nvPr/>
        </p:nvSpPr>
        <p:spPr>
          <a:xfrm>
            <a:off x="10271520" y="6492240"/>
            <a:ext cx="1371240" cy="228240"/>
          </a:xfrm>
          <a:prstGeom prst="rect">
            <a:avLst/>
          </a:prstGeom>
          <a:noFill/>
          <a:ln w="0">
            <a:noFill/>
          </a:ln>
        </p:spPr>
        <p:style>
          <a:lnRef idx="0"/>
          <a:fillRef idx="0"/>
          <a:effectRef idx="0"/>
          <a:fontRef idx="minor"/>
        </p:style>
        <p:txBody>
          <a:bodyPr lIns="18360" tIns="9000" rIns="18360" bIns="9000" anchor="t">
            <a:spAutoFit/>
          </a:bodyPr>
          <a:p>
            <a:pPr algn="r" defTabSz="457200">
              <a:lnSpc>
                <a:spcPct val="100000"/>
              </a:lnSpc>
            </a:pPr>
            <a:r>
              <a:rPr lang="en-US" sz="900" b="0" u="none" strike="noStrike">
                <a:solidFill>
                  <a:srgbClr val="9A9A9A"/>
                </a:solidFill>
                <a:effectLst/>
                <a:uFillTx/>
                <a:latin typeface="Arial"/>
              </a:rPr>
              <a:t>5 / 35</a:t>
            </a:r>
            <a:endParaRPr lang="en-US" sz="900" b="0" u="none" strike="noStrike">
              <a:solidFill>
                <a:srgbClr val="FFFFFF"/>
              </a:solidFill>
              <a:effectLst/>
              <a:uFillTx/>
              <a:latin typeface="Arial"/>
            </a:endParaRPr>
          </a:p>
        </p:txBody>
      </p:sp>
      <p:sp>
        <p:nvSpPr>
          <p:cNvPr id="127" name="TextBox 5"/>
          <p:cNvSpPr/>
          <p:nvPr/>
        </p:nvSpPr>
        <p:spPr>
          <a:xfrm>
            <a:off x="548640" y="1490400"/>
            <a:ext cx="2285640" cy="383760"/>
          </a:xfrm>
          <a:prstGeom prst="rect">
            <a:avLst/>
          </a:prstGeom>
          <a:noFill/>
          <a:ln w="0">
            <a:noFill/>
          </a:ln>
        </p:spPr>
        <p:style>
          <a:lnRef idx="0"/>
          <a:fillRef idx="0"/>
          <a:effectRef idx="0"/>
          <a:fontRef idx="minor"/>
        </p:style>
        <p:txBody>
          <a:bodyPr lIns="18360" tIns="9000" rIns="18360" bIns="9000" anchor="ctr">
            <a:spAutoFit/>
          </a:bodyPr>
          <a:p>
            <a:pPr defTabSz="457200">
              <a:lnSpc>
                <a:spcPct val="100000"/>
              </a:lnSpc>
            </a:pPr>
            <a:r>
              <a:rPr lang="en-US" sz="1500" b="1" u="none" strike="noStrike">
                <a:solidFill>
                  <a:srgbClr val="F2F2F2"/>
                </a:solidFill>
                <a:effectLst/>
                <a:uFillTx/>
                <a:latin typeface="Arial"/>
              </a:rPr>
              <a:t>Reflex</a:t>
            </a:r>
            <a:endParaRPr lang="en-US" sz="1500" b="0" u="none" strike="noStrike">
              <a:solidFill>
                <a:srgbClr val="FFFFFF"/>
              </a:solidFill>
              <a:effectLst/>
              <a:uFillTx/>
              <a:latin typeface="Arial"/>
            </a:endParaRPr>
          </a:p>
        </p:txBody>
      </p:sp>
      <p:sp>
        <p:nvSpPr>
          <p:cNvPr id="128" name="Rounded Rectangle 6"/>
          <p:cNvSpPr/>
          <p:nvPr/>
        </p:nvSpPr>
        <p:spPr>
          <a:xfrm>
            <a:off x="2926080" y="1490400"/>
            <a:ext cx="767880" cy="383760"/>
          </a:xfrm>
          <a:prstGeom prst="roundRect">
            <a:avLst>
              <a:gd name="adj" fmla="val 20000"/>
            </a:avLst>
          </a:prstGeom>
          <a:solidFill>
            <a:srgbClr val="0F2416"/>
          </a:solidFill>
          <a:ln w="22860">
            <a:solidFill>
              <a:srgbClr val="3DDC84"/>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18360" tIns="0" rIns="18360" bIns="0" anchor="ctr">
            <a:noAutofit/>
          </a:bodyPr>
          <a:p>
            <a:pPr algn="ctr" defTabSz="457200">
              <a:lnSpc>
                <a:spcPct val="100000"/>
              </a:lnSpc>
            </a:pPr>
            <a:r>
              <a:rPr lang="en-US" sz="1100" b="0" u="none" strike="noStrike">
                <a:solidFill>
                  <a:srgbClr val="F2F2F2"/>
                </a:solidFill>
                <a:effectLst/>
                <a:uFillTx/>
                <a:latin typeface="Arial"/>
              </a:rPr>
              <a:t>Actuar</a:t>
            </a:r>
            <a:endParaRPr lang="en-US" sz="1100" b="0" u="none" strike="noStrike">
              <a:solidFill>
                <a:srgbClr val="FFFFFF"/>
              </a:solidFill>
              <a:effectLst/>
              <a:uFillTx/>
              <a:latin typeface="Arial"/>
            </a:endParaRPr>
          </a:p>
        </p:txBody>
      </p:sp>
      <p:sp>
        <p:nvSpPr>
          <p:cNvPr id="129" name="TextBox 7"/>
          <p:cNvSpPr/>
          <p:nvPr/>
        </p:nvSpPr>
        <p:spPr>
          <a:xfrm>
            <a:off x="2926080" y="1892880"/>
            <a:ext cx="8412120" cy="228240"/>
          </a:xfrm>
          <a:prstGeom prst="rect">
            <a:avLst/>
          </a:prstGeom>
          <a:noFill/>
          <a:ln w="0">
            <a:noFill/>
          </a:ln>
        </p:spPr>
        <p:style>
          <a:lnRef idx="0"/>
          <a:fillRef idx="0"/>
          <a:effectRef idx="0"/>
          <a:fontRef idx="minor"/>
        </p:style>
        <p:txBody>
          <a:bodyPr lIns="18360" tIns="9000" rIns="18360" bIns="9000" anchor="t">
            <a:spAutoFit/>
          </a:bodyPr>
          <a:p>
            <a:pPr defTabSz="457200">
              <a:lnSpc>
                <a:spcPct val="100000"/>
              </a:lnSpc>
            </a:pPr>
            <a:r>
              <a:rPr lang="en-US" sz="1150" b="0" i="1" u="none" strike="noStrike">
                <a:solidFill>
                  <a:srgbClr val="9A9A9A"/>
                </a:solidFill>
                <a:effectLst/>
                <a:uFillTx/>
                <a:latin typeface="Arial"/>
              </a:rPr>
              <a:t>Una sola pasada</a:t>
            </a:r>
            <a:endParaRPr lang="en-US" sz="1150" b="0" u="none" strike="noStrike">
              <a:solidFill>
                <a:srgbClr val="FFFFFF"/>
              </a:solidFill>
              <a:effectLst/>
              <a:uFillTx/>
              <a:latin typeface="Arial"/>
            </a:endParaRPr>
          </a:p>
        </p:txBody>
      </p:sp>
      <p:sp>
        <p:nvSpPr>
          <p:cNvPr id="130" name="TextBox 8"/>
          <p:cNvSpPr/>
          <p:nvPr/>
        </p:nvSpPr>
        <p:spPr>
          <a:xfrm>
            <a:off x="548640" y="2203560"/>
            <a:ext cx="2285640" cy="383760"/>
          </a:xfrm>
          <a:prstGeom prst="rect">
            <a:avLst/>
          </a:prstGeom>
          <a:noFill/>
          <a:ln w="0">
            <a:noFill/>
          </a:ln>
        </p:spPr>
        <p:style>
          <a:lnRef idx="0"/>
          <a:fillRef idx="0"/>
          <a:effectRef idx="0"/>
          <a:fontRef idx="minor"/>
        </p:style>
        <p:txBody>
          <a:bodyPr lIns="18360" tIns="9000" rIns="18360" bIns="9000" anchor="ctr">
            <a:spAutoFit/>
          </a:bodyPr>
          <a:p>
            <a:pPr defTabSz="457200">
              <a:lnSpc>
                <a:spcPct val="100000"/>
              </a:lnSpc>
            </a:pPr>
            <a:r>
              <a:rPr lang="en-US" sz="1500" b="1" u="none" strike="noStrike">
                <a:solidFill>
                  <a:srgbClr val="F2F2F2"/>
                </a:solidFill>
                <a:effectLst/>
                <a:uFillTx/>
                <a:latin typeface="Arial"/>
              </a:rPr>
              <a:t>ReAct</a:t>
            </a:r>
            <a:endParaRPr lang="en-US" sz="1500" b="0" u="none" strike="noStrike">
              <a:solidFill>
                <a:srgbClr val="FFFFFF"/>
              </a:solidFill>
              <a:effectLst/>
              <a:uFillTx/>
              <a:latin typeface="Arial"/>
            </a:endParaRPr>
          </a:p>
        </p:txBody>
      </p:sp>
      <p:sp>
        <p:nvSpPr>
          <p:cNvPr id="131" name="Rounded Rectangle 9"/>
          <p:cNvSpPr/>
          <p:nvPr/>
        </p:nvSpPr>
        <p:spPr>
          <a:xfrm>
            <a:off x="2926080" y="2203560"/>
            <a:ext cx="767880" cy="383760"/>
          </a:xfrm>
          <a:prstGeom prst="roundRect">
            <a:avLst>
              <a:gd name="adj" fmla="val 20000"/>
            </a:avLst>
          </a:prstGeom>
          <a:solidFill>
            <a:srgbClr val="2A1608"/>
          </a:solidFill>
          <a:ln w="22860">
            <a:solidFill>
              <a:srgbClr val="FF6B1A"/>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18360" tIns="0" rIns="18360" bIns="0" anchor="ctr">
            <a:noAutofit/>
          </a:bodyPr>
          <a:p>
            <a:pPr algn="ctr" defTabSz="457200">
              <a:lnSpc>
                <a:spcPct val="100000"/>
              </a:lnSpc>
            </a:pPr>
            <a:r>
              <a:rPr lang="en-US" sz="1100" b="0" u="none" strike="noStrike">
                <a:solidFill>
                  <a:srgbClr val="F2F2F2"/>
                </a:solidFill>
                <a:effectLst/>
                <a:uFillTx/>
                <a:latin typeface="Arial"/>
              </a:rPr>
              <a:t>Razonar</a:t>
            </a:r>
            <a:endParaRPr lang="en-US" sz="1100" b="0" u="none" strike="noStrike">
              <a:solidFill>
                <a:srgbClr val="FFFFFF"/>
              </a:solidFill>
              <a:effectLst/>
              <a:uFillTx/>
              <a:latin typeface="Arial"/>
            </a:endParaRPr>
          </a:p>
        </p:txBody>
      </p:sp>
      <p:sp>
        <p:nvSpPr>
          <p:cNvPr id="132" name="Rounded Rectangle 10"/>
          <p:cNvSpPr/>
          <p:nvPr/>
        </p:nvSpPr>
        <p:spPr>
          <a:xfrm>
            <a:off x="3767400" y="2203560"/>
            <a:ext cx="767880" cy="383760"/>
          </a:xfrm>
          <a:prstGeom prst="roundRect">
            <a:avLst>
              <a:gd name="adj" fmla="val 20000"/>
            </a:avLst>
          </a:prstGeom>
          <a:solidFill>
            <a:srgbClr val="0F2416"/>
          </a:solidFill>
          <a:ln w="22860">
            <a:solidFill>
              <a:srgbClr val="3DDC84"/>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18360" tIns="0" rIns="18360" bIns="0" anchor="ctr">
            <a:noAutofit/>
          </a:bodyPr>
          <a:p>
            <a:pPr algn="ctr" defTabSz="457200">
              <a:lnSpc>
                <a:spcPct val="100000"/>
              </a:lnSpc>
            </a:pPr>
            <a:r>
              <a:rPr lang="en-US" sz="1100" b="0" u="none" strike="noStrike">
                <a:solidFill>
                  <a:srgbClr val="F2F2F2"/>
                </a:solidFill>
                <a:effectLst/>
                <a:uFillTx/>
                <a:latin typeface="Arial"/>
              </a:rPr>
              <a:t>Actuar</a:t>
            </a:r>
            <a:endParaRPr lang="en-US" sz="1100" b="0" u="none" strike="noStrike">
              <a:solidFill>
                <a:srgbClr val="FFFFFF"/>
              </a:solidFill>
              <a:effectLst/>
              <a:uFillTx/>
              <a:latin typeface="Arial"/>
            </a:endParaRPr>
          </a:p>
        </p:txBody>
      </p:sp>
      <p:sp>
        <p:nvSpPr>
          <p:cNvPr id="133" name="Rounded Rectangle 11"/>
          <p:cNvSpPr/>
          <p:nvPr/>
        </p:nvSpPr>
        <p:spPr>
          <a:xfrm>
            <a:off x="4608720" y="2203560"/>
            <a:ext cx="767880" cy="383760"/>
          </a:xfrm>
          <a:prstGeom prst="roundRect">
            <a:avLst>
              <a:gd name="adj" fmla="val 20000"/>
            </a:avLst>
          </a:prstGeom>
          <a:solidFill>
            <a:srgbClr val="2A1608"/>
          </a:solidFill>
          <a:ln w="22860">
            <a:solidFill>
              <a:srgbClr val="FF6B1A"/>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18360" tIns="0" rIns="18360" bIns="0" anchor="ctr">
            <a:noAutofit/>
          </a:bodyPr>
          <a:p>
            <a:pPr algn="ctr" defTabSz="457200">
              <a:lnSpc>
                <a:spcPct val="100000"/>
              </a:lnSpc>
            </a:pPr>
            <a:r>
              <a:rPr lang="en-US" sz="1100" b="0" u="none" strike="noStrike">
                <a:solidFill>
                  <a:srgbClr val="F2F2F2"/>
                </a:solidFill>
                <a:effectLst/>
                <a:uFillTx/>
                <a:latin typeface="Arial"/>
              </a:rPr>
              <a:t>Razonar</a:t>
            </a:r>
            <a:endParaRPr lang="en-US" sz="1100" b="0" u="none" strike="noStrike">
              <a:solidFill>
                <a:srgbClr val="FFFFFF"/>
              </a:solidFill>
              <a:effectLst/>
              <a:uFillTx/>
              <a:latin typeface="Arial"/>
            </a:endParaRPr>
          </a:p>
        </p:txBody>
      </p:sp>
      <p:sp>
        <p:nvSpPr>
          <p:cNvPr id="134" name="Rounded Rectangle 12"/>
          <p:cNvSpPr/>
          <p:nvPr/>
        </p:nvSpPr>
        <p:spPr>
          <a:xfrm>
            <a:off x="5449680" y="2203560"/>
            <a:ext cx="767880" cy="383760"/>
          </a:xfrm>
          <a:prstGeom prst="roundRect">
            <a:avLst>
              <a:gd name="adj" fmla="val 20000"/>
            </a:avLst>
          </a:prstGeom>
          <a:solidFill>
            <a:srgbClr val="0F2416"/>
          </a:solidFill>
          <a:ln w="22860">
            <a:solidFill>
              <a:srgbClr val="3DDC84"/>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18360" tIns="0" rIns="18360" bIns="0" anchor="ctr">
            <a:noAutofit/>
          </a:bodyPr>
          <a:p>
            <a:pPr algn="ctr" defTabSz="457200">
              <a:lnSpc>
                <a:spcPct val="100000"/>
              </a:lnSpc>
            </a:pPr>
            <a:r>
              <a:rPr lang="en-US" sz="1100" b="0" u="none" strike="noStrike">
                <a:solidFill>
                  <a:srgbClr val="F2F2F2"/>
                </a:solidFill>
                <a:effectLst/>
                <a:uFillTx/>
                <a:latin typeface="Arial"/>
              </a:rPr>
              <a:t>Actuar</a:t>
            </a:r>
            <a:endParaRPr lang="en-US" sz="1100" b="0" u="none" strike="noStrike">
              <a:solidFill>
                <a:srgbClr val="FFFFFF"/>
              </a:solidFill>
              <a:effectLst/>
              <a:uFillTx/>
              <a:latin typeface="Arial"/>
            </a:endParaRPr>
          </a:p>
        </p:txBody>
      </p:sp>
      <p:sp>
        <p:nvSpPr>
          <p:cNvPr id="135" name="Rounded Rectangle 13"/>
          <p:cNvSpPr/>
          <p:nvPr/>
        </p:nvSpPr>
        <p:spPr>
          <a:xfrm>
            <a:off x="6291000" y="2203560"/>
            <a:ext cx="767880" cy="383760"/>
          </a:xfrm>
          <a:prstGeom prst="roundRect">
            <a:avLst>
              <a:gd name="adj" fmla="val 20000"/>
            </a:avLst>
          </a:prstGeom>
          <a:solidFill>
            <a:srgbClr val="2A1608"/>
          </a:solidFill>
          <a:ln w="22860">
            <a:solidFill>
              <a:srgbClr val="FF6B1A"/>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18360" tIns="0" rIns="18360" bIns="0" anchor="ctr">
            <a:noAutofit/>
          </a:bodyPr>
          <a:p>
            <a:pPr algn="ctr" defTabSz="457200">
              <a:lnSpc>
                <a:spcPct val="100000"/>
              </a:lnSpc>
            </a:pPr>
            <a:r>
              <a:rPr lang="en-US" sz="1100" b="0" u="none" strike="noStrike">
                <a:solidFill>
                  <a:srgbClr val="F2F2F2"/>
                </a:solidFill>
                <a:effectLst/>
                <a:uFillTx/>
                <a:latin typeface="Arial"/>
              </a:rPr>
              <a:t>Razonar</a:t>
            </a:r>
            <a:endParaRPr lang="en-US" sz="1100" b="0" u="none" strike="noStrike">
              <a:solidFill>
                <a:srgbClr val="FFFFFF"/>
              </a:solidFill>
              <a:effectLst/>
              <a:uFillTx/>
              <a:latin typeface="Arial"/>
            </a:endParaRPr>
          </a:p>
        </p:txBody>
      </p:sp>
      <p:sp>
        <p:nvSpPr>
          <p:cNvPr id="136" name="Rounded Rectangle 14"/>
          <p:cNvSpPr/>
          <p:nvPr/>
        </p:nvSpPr>
        <p:spPr>
          <a:xfrm>
            <a:off x="7132320" y="2203560"/>
            <a:ext cx="767880" cy="383760"/>
          </a:xfrm>
          <a:prstGeom prst="roundRect">
            <a:avLst>
              <a:gd name="adj" fmla="val 20000"/>
            </a:avLst>
          </a:prstGeom>
          <a:solidFill>
            <a:srgbClr val="0F2416"/>
          </a:solidFill>
          <a:ln w="22860">
            <a:solidFill>
              <a:srgbClr val="3DDC84"/>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18360" tIns="0" rIns="18360" bIns="0" anchor="ctr">
            <a:noAutofit/>
          </a:bodyPr>
          <a:p>
            <a:pPr algn="ctr" defTabSz="457200">
              <a:lnSpc>
                <a:spcPct val="100000"/>
              </a:lnSpc>
            </a:pPr>
            <a:r>
              <a:rPr lang="en-US" sz="1100" b="0" u="none" strike="noStrike">
                <a:solidFill>
                  <a:srgbClr val="F2F2F2"/>
                </a:solidFill>
                <a:effectLst/>
                <a:uFillTx/>
                <a:latin typeface="Arial"/>
              </a:rPr>
              <a:t>Actuar</a:t>
            </a:r>
            <a:endParaRPr lang="en-US" sz="1100" b="0" u="none" strike="noStrike">
              <a:solidFill>
                <a:srgbClr val="FFFFFF"/>
              </a:solidFill>
              <a:effectLst/>
              <a:uFillTx/>
              <a:latin typeface="Arial"/>
            </a:endParaRPr>
          </a:p>
        </p:txBody>
      </p:sp>
      <p:sp>
        <p:nvSpPr>
          <p:cNvPr id="137" name="Rounded Rectangle 15"/>
          <p:cNvSpPr/>
          <p:nvPr/>
        </p:nvSpPr>
        <p:spPr>
          <a:xfrm>
            <a:off x="7973640" y="2203560"/>
            <a:ext cx="767880" cy="383760"/>
          </a:xfrm>
          <a:prstGeom prst="roundRect">
            <a:avLst>
              <a:gd name="adj" fmla="val 20000"/>
            </a:avLst>
          </a:prstGeom>
          <a:solidFill>
            <a:srgbClr val="2A1608"/>
          </a:solidFill>
          <a:ln w="22860">
            <a:solidFill>
              <a:srgbClr val="FF6B1A"/>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18360" tIns="0" rIns="18360" bIns="0" anchor="ctr">
            <a:noAutofit/>
          </a:bodyPr>
          <a:p>
            <a:pPr algn="ctr" defTabSz="457200">
              <a:lnSpc>
                <a:spcPct val="100000"/>
              </a:lnSpc>
            </a:pPr>
            <a:r>
              <a:rPr lang="en-US" sz="1100" b="0" u="none" strike="noStrike">
                <a:solidFill>
                  <a:srgbClr val="F2F2F2"/>
                </a:solidFill>
                <a:effectLst/>
                <a:uFillTx/>
                <a:latin typeface="Arial"/>
              </a:rPr>
              <a:t>Razonar</a:t>
            </a:r>
            <a:endParaRPr lang="en-US" sz="1100" b="0" u="none" strike="noStrike">
              <a:solidFill>
                <a:srgbClr val="FFFFFF"/>
              </a:solidFill>
              <a:effectLst/>
              <a:uFillTx/>
              <a:latin typeface="Arial"/>
            </a:endParaRPr>
          </a:p>
        </p:txBody>
      </p:sp>
      <p:sp>
        <p:nvSpPr>
          <p:cNvPr id="138" name="TextBox 16"/>
          <p:cNvSpPr/>
          <p:nvPr/>
        </p:nvSpPr>
        <p:spPr>
          <a:xfrm>
            <a:off x="2926080" y="2606040"/>
            <a:ext cx="8412120" cy="228240"/>
          </a:xfrm>
          <a:prstGeom prst="rect">
            <a:avLst/>
          </a:prstGeom>
          <a:noFill/>
          <a:ln w="0">
            <a:noFill/>
          </a:ln>
        </p:spPr>
        <p:style>
          <a:lnRef idx="0"/>
          <a:fillRef idx="0"/>
          <a:effectRef idx="0"/>
          <a:fontRef idx="minor"/>
        </p:style>
        <p:txBody>
          <a:bodyPr lIns="18360" tIns="9000" rIns="18360" bIns="9000" anchor="t">
            <a:spAutoFit/>
          </a:bodyPr>
          <a:p>
            <a:pPr defTabSz="457200">
              <a:lnSpc>
                <a:spcPct val="100000"/>
              </a:lnSpc>
            </a:pPr>
            <a:r>
              <a:rPr lang="en-US" sz="1150" b="0" i="1" u="none" strike="noStrike">
                <a:solidFill>
                  <a:srgbClr val="9A9A9A"/>
                </a:solidFill>
                <a:effectLst/>
                <a:uFillTx/>
                <a:latin typeface="Arial"/>
              </a:rPr>
              <a:t>El modelo decide en cada vuelta</a:t>
            </a:r>
            <a:endParaRPr lang="en-US" sz="1150" b="0" u="none" strike="noStrike">
              <a:solidFill>
                <a:srgbClr val="FFFFFF"/>
              </a:solidFill>
              <a:effectLst/>
              <a:uFillTx/>
              <a:latin typeface="Arial"/>
            </a:endParaRPr>
          </a:p>
        </p:txBody>
      </p:sp>
      <p:sp>
        <p:nvSpPr>
          <p:cNvPr id="139" name="TextBox 17"/>
          <p:cNvSpPr/>
          <p:nvPr/>
        </p:nvSpPr>
        <p:spPr>
          <a:xfrm>
            <a:off x="548640" y="2917080"/>
            <a:ext cx="2285640" cy="383760"/>
          </a:xfrm>
          <a:prstGeom prst="rect">
            <a:avLst/>
          </a:prstGeom>
          <a:noFill/>
          <a:ln w="0">
            <a:noFill/>
          </a:ln>
        </p:spPr>
        <p:style>
          <a:lnRef idx="0"/>
          <a:fillRef idx="0"/>
          <a:effectRef idx="0"/>
          <a:fontRef idx="minor"/>
        </p:style>
        <p:txBody>
          <a:bodyPr lIns="18360" tIns="9000" rIns="18360" bIns="9000" anchor="ctr">
            <a:spAutoFit/>
          </a:bodyPr>
          <a:p>
            <a:pPr defTabSz="457200">
              <a:lnSpc>
                <a:spcPct val="100000"/>
              </a:lnSpc>
            </a:pPr>
            <a:r>
              <a:rPr lang="en-US" sz="1500" b="1" u="none" strike="noStrike">
                <a:solidFill>
                  <a:srgbClr val="F2F2F2"/>
                </a:solidFill>
                <a:effectLst/>
                <a:uFillTx/>
                <a:latin typeface="Arial"/>
              </a:rPr>
              <a:t>Planner-Executor</a:t>
            </a:r>
            <a:endParaRPr lang="en-US" sz="1500" b="0" u="none" strike="noStrike">
              <a:solidFill>
                <a:srgbClr val="FFFFFF"/>
              </a:solidFill>
              <a:effectLst/>
              <a:uFillTx/>
              <a:latin typeface="Arial"/>
            </a:endParaRPr>
          </a:p>
        </p:txBody>
      </p:sp>
      <p:sp>
        <p:nvSpPr>
          <p:cNvPr id="140" name="Rounded Rectangle 18"/>
          <p:cNvSpPr/>
          <p:nvPr/>
        </p:nvSpPr>
        <p:spPr>
          <a:xfrm>
            <a:off x="2926080" y="2917080"/>
            <a:ext cx="767880" cy="383760"/>
          </a:xfrm>
          <a:prstGeom prst="roundRect">
            <a:avLst>
              <a:gd name="adj" fmla="val 20000"/>
            </a:avLst>
          </a:prstGeom>
          <a:solidFill>
            <a:srgbClr val="2A1608"/>
          </a:solidFill>
          <a:ln w="22860">
            <a:solidFill>
              <a:srgbClr val="FF6B1A"/>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18360" tIns="0" rIns="18360" bIns="0" anchor="ctr">
            <a:noAutofit/>
          </a:bodyPr>
          <a:p>
            <a:pPr algn="ctr" defTabSz="457200">
              <a:lnSpc>
                <a:spcPct val="100000"/>
              </a:lnSpc>
            </a:pPr>
            <a:r>
              <a:rPr lang="en-US" sz="1100" b="0" u="none" strike="noStrike">
                <a:solidFill>
                  <a:srgbClr val="F2F2F2"/>
                </a:solidFill>
                <a:effectLst/>
                <a:uFillTx/>
                <a:latin typeface="Arial"/>
              </a:rPr>
              <a:t>Razonar</a:t>
            </a:r>
            <a:endParaRPr lang="en-US" sz="1100" b="0" u="none" strike="noStrike">
              <a:solidFill>
                <a:srgbClr val="FFFFFF"/>
              </a:solidFill>
              <a:effectLst/>
              <a:uFillTx/>
              <a:latin typeface="Arial"/>
            </a:endParaRPr>
          </a:p>
        </p:txBody>
      </p:sp>
      <p:sp>
        <p:nvSpPr>
          <p:cNvPr id="141" name="Rounded Rectangle 19"/>
          <p:cNvSpPr/>
          <p:nvPr/>
        </p:nvSpPr>
        <p:spPr>
          <a:xfrm>
            <a:off x="3767400" y="2917080"/>
            <a:ext cx="767880" cy="383760"/>
          </a:xfrm>
          <a:prstGeom prst="roundRect">
            <a:avLst>
              <a:gd name="adj" fmla="val 20000"/>
            </a:avLst>
          </a:prstGeom>
          <a:solidFill>
            <a:srgbClr val="0F2416"/>
          </a:solidFill>
          <a:ln w="22860">
            <a:solidFill>
              <a:srgbClr val="3DDC84"/>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18360" tIns="0" rIns="18360" bIns="0" anchor="ctr">
            <a:noAutofit/>
          </a:bodyPr>
          <a:p>
            <a:pPr algn="ctr" defTabSz="457200">
              <a:lnSpc>
                <a:spcPct val="100000"/>
              </a:lnSpc>
            </a:pPr>
            <a:r>
              <a:rPr lang="en-US" sz="1100" b="0" u="none" strike="noStrike">
                <a:solidFill>
                  <a:srgbClr val="F2F2F2"/>
                </a:solidFill>
                <a:effectLst/>
                <a:uFillTx/>
                <a:latin typeface="Arial"/>
              </a:rPr>
              <a:t>Actuar</a:t>
            </a:r>
            <a:endParaRPr lang="en-US" sz="1100" b="0" u="none" strike="noStrike">
              <a:solidFill>
                <a:srgbClr val="FFFFFF"/>
              </a:solidFill>
              <a:effectLst/>
              <a:uFillTx/>
              <a:latin typeface="Arial"/>
            </a:endParaRPr>
          </a:p>
        </p:txBody>
      </p:sp>
      <p:sp>
        <p:nvSpPr>
          <p:cNvPr id="142" name="Rounded Rectangle 20"/>
          <p:cNvSpPr/>
          <p:nvPr/>
        </p:nvSpPr>
        <p:spPr>
          <a:xfrm>
            <a:off x="4608720" y="2917080"/>
            <a:ext cx="767880" cy="383760"/>
          </a:xfrm>
          <a:prstGeom prst="roundRect">
            <a:avLst>
              <a:gd name="adj" fmla="val 20000"/>
            </a:avLst>
          </a:prstGeom>
          <a:solidFill>
            <a:srgbClr val="0F2416"/>
          </a:solidFill>
          <a:ln w="22860">
            <a:solidFill>
              <a:srgbClr val="3DDC84"/>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18360" tIns="0" rIns="18360" bIns="0" anchor="ctr">
            <a:noAutofit/>
          </a:bodyPr>
          <a:p>
            <a:pPr algn="ctr" defTabSz="457200">
              <a:lnSpc>
                <a:spcPct val="100000"/>
              </a:lnSpc>
            </a:pPr>
            <a:r>
              <a:rPr lang="en-US" sz="1100" b="0" u="none" strike="noStrike">
                <a:solidFill>
                  <a:srgbClr val="F2F2F2"/>
                </a:solidFill>
                <a:effectLst/>
                <a:uFillTx/>
                <a:latin typeface="Arial"/>
              </a:rPr>
              <a:t>Actuar</a:t>
            </a:r>
            <a:endParaRPr lang="en-US" sz="1100" b="0" u="none" strike="noStrike">
              <a:solidFill>
                <a:srgbClr val="FFFFFF"/>
              </a:solidFill>
              <a:effectLst/>
              <a:uFillTx/>
              <a:latin typeface="Arial"/>
            </a:endParaRPr>
          </a:p>
        </p:txBody>
      </p:sp>
      <p:sp>
        <p:nvSpPr>
          <p:cNvPr id="143" name="Rounded Rectangle 21"/>
          <p:cNvSpPr/>
          <p:nvPr/>
        </p:nvSpPr>
        <p:spPr>
          <a:xfrm>
            <a:off x="5449680" y="2917080"/>
            <a:ext cx="767880" cy="383760"/>
          </a:xfrm>
          <a:prstGeom prst="roundRect">
            <a:avLst>
              <a:gd name="adj" fmla="val 20000"/>
            </a:avLst>
          </a:prstGeom>
          <a:solidFill>
            <a:srgbClr val="0F2416"/>
          </a:solidFill>
          <a:ln w="22860">
            <a:solidFill>
              <a:srgbClr val="3DDC84"/>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18360" tIns="0" rIns="18360" bIns="0" anchor="ctr">
            <a:noAutofit/>
          </a:bodyPr>
          <a:p>
            <a:pPr algn="ctr" defTabSz="457200">
              <a:lnSpc>
                <a:spcPct val="100000"/>
              </a:lnSpc>
            </a:pPr>
            <a:r>
              <a:rPr lang="en-US" sz="1100" b="0" u="none" strike="noStrike">
                <a:solidFill>
                  <a:srgbClr val="F2F2F2"/>
                </a:solidFill>
                <a:effectLst/>
                <a:uFillTx/>
                <a:latin typeface="Arial"/>
              </a:rPr>
              <a:t>Actuar</a:t>
            </a:r>
            <a:endParaRPr lang="en-US" sz="1100" b="0" u="none" strike="noStrike">
              <a:solidFill>
                <a:srgbClr val="FFFFFF"/>
              </a:solidFill>
              <a:effectLst/>
              <a:uFillTx/>
              <a:latin typeface="Arial"/>
            </a:endParaRPr>
          </a:p>
        </p:txBody>
      </p:sp>
      <p:sp>
        <p:nvSpPr>
          <p:cNvPr id="144" name="Rounded Rectangle 22"/>
          <p:cNvSpPr/>
          <p:nvPr/>
        </p:nvSpPr>
        <p:spPr>
          <a:xfrm>
            <a:off x="6291000" y="2917080"/>
            <a:ext cx="767880" cy="383760"/>
          </a:xfrm>
          <a:prstGeom prst="roundRect">
            <a:avLst>
              <a:gd name="adj" fmla="val 20000"/>
            </a:avLst>
          </a:prstGeom>
          <a:solidFill>
            <a:srgbClr val="0F2416"/>
          </a:solidFill>
          <a:ln w="22860">
            <a:solidFill>
              <a:srgbClr val="3DDC84"/>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18360" tIns="0" rIns="18360" bIns="0" anchor="ctr">
            <a:noAutofit/>
          </a:bodyPr>
          <a:p>
            <a:pPr algn="ctr" defTabSz="457200">
              <a:lnSpc>
                <a:spcPct val="100000"/>
              </a:lnSpc>
            </a:pPr>
            <a:r>
              <a:rPr lang="en-US" sz="1100" b="0" u="none" strike="noStrike">
                <a:solidFill>
                  <a:srgbClr val="F2F2F2"/>
                </a:solidFill>
                <a:effectLst/>
                <a:uFillTx/>
                <a:latin typeface="Arial"/>
              </a:rPr>
              <a:t>Actuar</a:t>
            </a:r>
            <a:endParaRPr lang="en-US" sz="1100" b="0" u="none" strike="noStrike">
              <a:solidFill>
                <a:srgbClr val="FFFFFF"/>
              </a:solidFill>
              <a:effectLst/>
              <a:uFillTx/>
              <a:latin typeface="Arial"/>
            </a:endParaRPr>
          </a:p>
        </p:txBody>
      </p:sp>
      <p:sp>
        <p:nvSpPr>
          <p:cNvPr id="145" name="Rounded Rectangle 23"/>
          <p:cNvSpPr/>
          <p:nvPr/>
        </p:nvSpPr>
        <p:spPr>
          <a:xfrm>
            <a:off x="7132320" y="2917080"/>
            <a:ext cx="767880" cy="383760"/>
          </a:xfrm>
          <a:prstGeom prst="roundRect">
            <a:avLst>
              <a:gd name="adj" fmla="val 20000"/>
            </a:avLst>
          </a:prstGeom>
          <a:solidFill>
            <a:srgbClr val="0F2416"/>
          </a:solidFill>
          <a:ln w="22860">
            <a:solidFill>
              <a:srgbClr val="3DDC84"/>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18360" tIns="0" rIns="18360" bIns="0" anchor="ctr">
            <a:noAutofit/>
          </a:bodyPr>
          <a:p>
            <a:pPr algn="ctr" defTabSz="457200">
              <a:lnSpc>
                <a:spcPct val="100000"/>
              </a:lnSpc>
            </a:pPr>
            <a:r>
              <a:rPr lang="en-US" sz="1100" b="0" u="none" strike="noStrike">
                <a:solidFill>
                  <a:srgbClr val="F2F2F2"/>
                </a:solidFill>
                <a:effectLst/>
                <a:uFillTx/>
                <a:latin typeface="Arial"/>
              </a:rPr>
              <a:t>Actuar</a:t>
            </a:r>
            <a:endParaRPr lang="en-US" sz="1100" b="0" u="none" strike="noStrike">
              <a:solidFill>
                <a:srgbClr val="FFFFFF"/>
              </a:solidFill>
              <a:effectLst/>
              <a:uFillTx/>
              <a:latin typeface="Arial"/>
            </a:endParaRPr>
          </a:p>
        </p:txBody>
      </p:sp>
      <p:sp>
        <p:nvSpPr>
          <p:cNvPr id="146" name="TextBox 24"/>
          <p:cNvSpPr/>
          <p:nvPr/>
        </p:nvSpPr>
        <p:spPr>
          <a:xfrm>
            <a:off x="2926080" y="3319200"/>
            <a:ext cx="8412120" cy="228240"/>
          </a:xfrm>
          <a:prstGeom prst="rect">
            <a:avLst/>
          </a:prstGeom>
          <a:noFill/>
          <a:ln w="0">
            <a:noFill/>
          </a:ln>
        </p:spPr>
        <p:style>
          <a:lnRef idx="0"/>
          <a:fillRef idx="0"/>
          <a:effectRef idx="0"/>
          <a:fontRef idx="minor"/>
        </p:style>
        <p:txBody>
          <a:bodyPr lIns="18360" tIns="9000" rIns="18360" bIns="9000" anchor="t">
            <a:spAutoFit/>
          </a:bodyPr>
          <a:p>
            <a:pPr defTabSz="457200">
              <a:lnSpc>
                <a:spcPct val="100000"/>
              </a:lnSpc>
            </a:pPr>
            <a:r>
              <a:rPr lang="en-US" sz="1150" b="0" i="1" u="none" strike="noStrike">
                <a:solidFill>
                  <a:srgbClr val="9A9A9A"/>
                </a:solidFill>
                <a:effectLst/>
                <a:uFillTx/>
                <a:latin typeface="Arial"/>
              </a:rPr>
              <a:t>Decide una vez, ejecuta N pasos</a:t>
            </a:r>
            <a:endParaRPr lang="en-US" sz="1150" b="0" u="none" strike="noStrike">
              <a:solidFill>
                <a:srgbClr val="FFFFFF"/>
              </a:solidFill>
              <a:effectLst/>
              <a:uFillTx/>
              <a:latin typeface="Arial"/>
            </a:endParaRPr>
          </a:p>
        </p:txBody>
      </p:sp>
      <p:sp>
        <p:nvSpPr>
          <p:cNvPr id="147" name="TextBox 25"/>
          <p:cNvSpPr/>
          <p:nvPr/>
        </p:nvSpPr>
        <p:spPr>
          <a:xfrm>
            <a:off x="548640" y="3630240"/>
            <a:ext cx="2285640" cy="383760"/>
          </a:xfrm>
          <a:prstGeom prst="rect">
            <a:avLst/>
          </a:prstGeom>
          <a:noFill/>
          <a:ln w="0">
            <a:noFill/>
          </a:ln>
        </p:spPr>
        <p:style>
          <a:lnRef idx="0"/>
          <a:fillRef idx="0"/>
          <a:effectRef idx="0"/>
          <a:fontRef idx="minor"/>
        </p:style>
        <p:txBody>
          <a:bodyPr lIns="18360" tIns="9000" rIns="18360" bIns="9000" anchor="ctr">
            <a:spAutoFit/>
          </a:bodyPr>
          <a:p>
            <a:pPr defTabSz="457200">
              <a:lnSpc>
                <a:spcPct val="100000"/>
              </a:lnSpc>
            </a:pPr>
            <a:r>
              <a:rPr lang="en-US" sz="1500" b="1" u="none" strike="noStrike">
                <a:solidFill>
                  <a:srgbClr val="F2F2F2"/>
                </a:solidFill>
                <a:effectLst/>
                <a:uFillTx/>
                <a:latin typeface="Arial"/>
              </a:rPr>
              <a:t>Query Decomposition</a:t>
            </a:r>
            <a:endParaRPr lang="en-US" sz="1500" b="0" u="none" strike="noStrike">
              <a:solidFill>
                <a:srgbClr val="FFFFFF"/>
              </a:solidFill>
              <a:effectLst/>
              <a:uFillTx/>
              <a:latin typeface="Arial"/>
            </a:endParaRPr>
          </a:p>
        </p:txBody>
      </p:sp>
      <p:sp>
        <p:nvSpPr>
          <p:cNvPr id="148" name="Rounded Rectangle 26"/>
          <p:cNvSpPr/>
          <p:nvPr/>
        </p:nvSpPr>
        <p:spPr>
          <a:xfrm>
            <a:off x="2926080" y="3630240"/>
            <a:ext cx="767880" cy="383760"/>
          </a:xfrm>
          <a:prstGeom prst="roundRect">
            <a:avLst>
              <a:gd name="adj" fmla="val 20000"/>
            </a:avLst>
          </a:prstGeom>
          <a:solidFill>
            <a:srgbClr val="2A1608"/>
          </a:solidFill>
          <a:ln w="22860">
            <a:solidFill>
              <a:srgbClr val="FF6B1A"/>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18360" tIns="0" rIns="18360" bIns="0" anchor="ctr">
            <a:noAutofit/>
          </a:bodyPr>
          <a:p>
            <a:pPr algn="ctr" defTabSz="457200">
              <a:lnSpc>
                <a:spcPct val="100000"/>
              </a:lnSpc>
            </a:pPr>
            <a:r>
              <a:rPr lang="en-US" sz="1100" b="0" u="none" strike="noStrike">
                <a:solidFill>
                  <a:srgbClr val="F2F2F2"/>
                </a:solidFill>
                <a:effectLst/>
                <a:uFillTx/>
                <a:latin typeface="Arial"/>
              </a:rPr>
              <a:t>Razonar</a:t>
            </a:r>
            <a:endParaRPr lang="en-US" sz="1100" b="0" u="none" strike="noStrike">
              <a:solidFill>
                <a:srgbClr val="FFFFFF"/>
              </a:solidFill>
              <a:effectLst/>
              <a:uFillTx/>
              <a:latin typeface="Arial"/>
            </a:endParaRPr>
          </a:p>
        </p:txBody>
      </p:sp>
      <p:sp>
        <p:nvSpPr>
          <p:cNvPr id="149" name="Rounded Rectangle 27"/>
          <p:cNvSpPr/>
          <p:nvPr/>
        </p:nvSpPr>
        <p:spPr>
          <a:xfrm>
            <a:off x="3767400" y="3630240"/>
            <a:ext cx="767880" cy="383760"/>
          </a:xfrm>
          <a:prstGeom prst="roundRect">
            <a:avLst>
              <a:gd name="adj" fmla="val 20000"/>
            </a:avLst>
          </a:prstGeom>
          <a:solidFill>
            <a:srgbClr val="0F2416"/>
          </a:solidFill>
          <a:ln w="22860">
            <a:solidFill>
              <a:srgbClr val="3DDC84"/>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18360" tIns="0" rIns="18360" bIns="0" anchor="ctr">
            <a:noAutofit/>
          </a:bodyPr>
          <a:p>
            <a:pPr algn="ctr" defTabSz="457200">
              <a:lnSpc>
                <a:spcPct val="100000"/>
              </a:lnSpc>
            </a:pPr>
            <a:r>
              <a:rPr lang="en-US" sz="1100" b="0" u="none" strike="noStrike">
                <a:solidFill>
                  <a:srgbClr val="F2F2F2"/>
                </a:solidFill>
                <a:effectLst/>
                <a:uFillTx/>
                <a:latin typeface="Arial"/>
              </a:rPr>
              <a:t>Actuar</a:t>
            </a:r>
            <a:endParaRPr lang="en-US" sz="1100" b="0" u="none" strike="noStrike">
              <a:solidFill>
                <a:srgbClr val="FFFFFF"/>
              </a:solidFill>
              <a:effectLst/>
              <a:uFillTx/>
              <a:latin typeface="Arial"/>
            </a:endParaRPr>
          </a:p>
        </p:txBody>
      </p:sp>
      <p:sp>
        <p:nvSpPr>
          <p:cNvPr id="150" name="Rounded Rectangle 28"/>
          <p:cNvSpPr/>
          <p:nvPr/>
        </p:nvSpPr>
        <p:spPr>
          <a:xfrm>
            <a:off x="4608720" y="3630240"/>
            <a:ext cx="767880" cy="383760"/>
          </a:xfrm>
          <a:prstGeom prst="roundRect">
            <a:avLst>
              <a:gd name="adj" fmla="val 20000"/>
            </a:avLst>
          </a:prstGeom>
          <a:solidFill>
            <a:srgbClr val="0F2416"/>
          </a:solidFill>
          <a:ln w="22860">
            <a:solidFill>
              <a:srgbClr val="3DDC84"/>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18360" tIns="0" rIns="18360" bIns="0" anchor="ctr">
            <a:noAutofit/>
          </a:bodyPr>
          <a:p>
            <a:pPr algn="ctr" defTabSz="457200">
              <a:lnSpc>
                <a:spcPct val="100000"/>
              </a:lnSpc>
            </a:pPr>
            <a:r>
              <a:rPr lang="en-US" sz="1100" b="0" u="none" strike="noStrike">
                <a:solidFill>
                  <a:srgbClr val="F2F2F2"/>
                </a:solidFill>
                <a:effectLst/>
                <a:uFillTx/>
                <a:latin typeface="Arial"/>
              </a:rPr>
              <a:t>Actuar</a:t>
            </a:r>
            <a:endParaRPr lang="en-US" sz="1100" b="0" u="none" strike="noStrike">
              <a:solidFill>
                <a:srgbClr val="FFFFFF"/>
              </a:solidFill>
              <a:effectLst/>
              <a:uFillTx/>
              <a:latin typeface="Arial"/>
            </a:endParaRPr>
          </a:p>
        </p:txBody>
      </p:sp>
      <p:sp>
        <p:nvSpPr>
          <p:cNvPr id="151" name="Rounded Rectangle 29"/>
          <p:cNvSpPr/>
          <p:nvPr/>
        </p:nvSpPr>
        <p:spPr>
          <a:xfrm>
            <a:off x="5449680" y="3630240"/>
            <a:ext cx="767880" cy="383760"/>
          </a:xfrm>
          <a:prstGeom prst="roundRect">
            <a:avLst>
              <a:gd name="adj" fmla="val 20000"/>
            </a:avLst>
          </a:prstGeom>
          <a:solidFill>
            <a:srgbClr val="0F2416"/>
          </a:solidFill>
          <a:ln w="22860">
            <a:solidFill>
              <a:srgbClr val="3DDC84"/>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18360" tIns="0" rIns="18360" bIns="0" anchor="ctr">
            <a:noAutofit/>
          </a:bodyPr>
          <a:p>
            <a:pPr algn="ctr" defTabSz="457200">
              <a:lnSpc>
                <a:spcPct val="100000"/>
              </a:lnSpc>
            </a:pPr>
            <a:r>
              <a:rPr lang="en-US" sz="1100" b="0" u="none" strike="noStrike">
                <a:solidFill>
                  <a:srgbClr val="F2F2F2"/>
                </a:solidFill>
                <a:effectLst/>
                <a:uFillTx/>
                <a:latin typeface="Arial"/>
              </a:rPr>
              <a:t>Actuar</a:t>
            </a:r>
            <a:endParaRPr lang="en-US" sz="1100" b="0" u="none" strike="noStrike">
              <a:solidFill>
                <a:srgbClr val="FFFFFF"/>
              </a:solidFill>
              <a:effectLst/>
              <a:uFillTx/>
              <a:latin typeface="Arial"/>
            </a:endParaRPr>
          </a:p>
        </p:txBody>
      </p:sp>
      <p:sp>
        <p:nvSpPr>
          <p:cNvPr id="152" name="Rounded Rectangle 30"/>
          <p:cNvSpPr/>
          <p:nvPr/>
        </p:nvSpPr>
        <p:spPr>
          <a:xfrm>
            <a:off x="6291000" y="3630240"/>
            <a:ext cx="767880" cy="383760"/>
          </a:xfrm>
          <a:prstGeom prst="roundRect">
            <a:avLst>
              <a:gd name="adj" fmla="val 20000"/>
            </a:avLst>
          </a:prstGeom>
          <a:solidFill>
            <a:srgbClr val="2A1608"/>
          </a:solidFill>
          <a:ln w="22860">
            <a:solidFill>
              <a:srgbClr val="FF6B1A"/>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18360" tIns="0" rIns="18360" bIns="0" anchor="ctr">
            <a:noAutofit/>
          </a:bodyPr>
          <a:p>
            <a:pPr algn="ctr" defTabSz="457200">
              <a:lnSpc>
                <a:spcPct val="100000"/>
              </a:lnSpc>
            </a:pPr>
            <a:r>
              <a:rPr lang="en-US" sz="1100" b="0" u="none" strike="noStrike">
                <a:solidFill>
                  <a:srgbClr val="F2F2F2"/>
                </a:solidFill>
                <a:effectLst/>
                <a:uFillTx/>
                <a:latin typeface="Arial"/>
              </a:rPr>
              <a:t>Razonar</a:t>
            </a:r>
            <a:endParaRPr lang="en-US" sz="1100" b="0" u="none" strike="noStrike">
              <a:solidFill>
                <a:srgbClr val="FFFFFF"/>
              </a:solidFill>
              <a:effectLst/>
              <a:uFillTx/>
              <a:latin typeface="Arial"/>
            </a:endParaRPr>
          </a:p>
        </p:txBody>
      </p:sp>
      <p:sp>
        <p:nvSpPr>
          <p:cNvPr id="153" name="TextBox 31"/>
          <p:cNvSpPr/>
          <p:nvPr/>
        </p:nvSpPr>
        <p:spPr>
          <a:xfrm>
            <a:off x="2926080" y="4032360"/>
            <a:ext cx="8412120" cy="228240"/>
          </a:xfrm>
          <a:prstGeom prst="rect">
            <a:avLst/>
          </a:prstGeom>
          <a:noFill/>
          <a:ln w="0">
            <a:noFill/>
          </a:ln>
        </p:spPr>
        <p:style>
          <a:lnRef idx="0"/>
          <a:fillRef idx="0"/>
          <a:effectRef idx="0"/>
          <a:fontRef idx="minor"/>
        </p:style>
        <p:txBody>
          <a:bodyPr lIns="18360" tIns="9000" rIns="18360" bIns="9000" anchor="t">
            <a:spAutoFit/>
          </a:bodyPr>
          <a:p>
            <a:pPr defTabSz="457200">
              <a:lnSpc>
                <a:spcPct val="100000"/>
              </a:lnSpc>
            </a:pPr>
            <a:r>
              <a:rPr lang="en-US" sz="1150" b="0" i="1" u="none" strike="noStrike">
                <a:solidFill>
                  <a:srgbClr val="9A9A9A"/>
                </a:solidFill>
                <a:effectLst/>
                <a:uFillTx/>
                <a:latin typeface="Arial"/>
              </a:rPr>
              <a:t>Parte, resuelve cada parte, sintetiza</a:t>
            </a:r>
            <a:endParaRPr lang="en-US" sz="1150" b="0" u="none" strike="noStrike">
              <a:solidFill>
                <a:srgbClr val="FFFFFF"/>
              </a:solidFill>
              <a:effectLst/>
              <a:uFillTx/>
              <a:latin typeface="Arial"/>
            </a:endParaRPr>
          </a:p>
        </p:txBody>
      </p:sp>
      <p:sp>
        <p:nvSpPr>
          <p:cNvPr id="154" name="TextBox 32"/>
          <p:cNvSpPr/>
          <p:nvPr/>
        </p:nvSpPr>
        <p:spPr>
          <a:xfrm>
            <a:off x="548640" y="4343400"/>
            <a:ext cx="2285640" cy="383760"/>
          </a:xfrm>
          <a:prstGeom prst="rect">
            <a:avLst/>
          </a:prstGeom>
          <a:noFill/>
          <a:ln w="0">
            <a:noFill/>
          </a:ln>
        </p:spPr>
        <p:style>
          <a:lnRef idx="0"/>
          <a:fillRef idx="0"/>
          <a:effectRef idx="0"/>
          <a:fontRef idx="minor"/>
        </p:style>
        <p:txBody>
          <a:bodyPr lIns="18360" tIns="9000" rIns="18360" bIns="9000" anchor="ctr">
            <a:spAutoFit/>
          </a:bodyPr>
          <a:p>
            <a:pPr defTabSz="457200">
              <a:lnSpc>
                <a:spcPct val="100000"/>
              </a:lnSpc>
            </a:pPr>
            <a:r>
              <a:rPr lang="en-US" sz="1500" b="1" u="none" strike="noStrike">
                <a:solidFill>
                  <a:srgbClr val="F2F2F2"/>
                </a:solidFill>
                <a:effectLst/>
                <a:uFillTx/>
                <a:latin typeface="Arial"/>
              </a:rPr>
              <a:t>Reflection</a:t>
            </a:r>
            <a:endParaRPr lang="en-US" sz="1500" b="0" u="none" strike="noStrike">
              <a:solidFill>
                <a:srgbClr val="FFFFFF"/>
              </a:solidFill>
              <a:effectLst/>
              <a:uFillTx/>
              <a:latin typeface="Arial"/>
            </a:endParaRPr>
          </a:p>
        </p:txBody>
      </p:sp>
      <p:sp>
        <p:nvSpPr>
          <p:cNvPr id="155" name="Rounded Rectangle 33"/>
          <p:cNvSpPr/>
          <p:nvPr/>
        </p:nvSpPr>
        <p:spPr>
          <a:xfrm>
            <a:off x="2926080" y="4343400"/>
            <a:ext cx="767880" cy="383760"/>
          </a:xfrm>
          <a:prstGeom prst="roundRect">
            <a:avLst>
              <a:gd name="adj" fmla="val 20000"/>
            </a:avLst>
          </a:prstGeom>
          <a:solidFill>
            <a:srgbClr val="2A1608"/>
          </a:solidFill>
          <a:ln w="22860">
            <a:solidFill>
              <a:srgbClr val="FF6B1A"/>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18360" tIns="0" rIns="18360" bIns="0" anchor="ctr">
            <a:noAutofit/>
          </a:bodyPr>
          <a:p>
            <a:pPr algn="ctr" defTabSz="457200">
              <a:lnSpc>
                <a:spcPct val="100000"/>
              </a:lnSpc>
            </a:pPr>
            <a:r>
              <a:rPr lang="en-US" sz="1100" b="0" u="none" strike="noStrike">
                <a:solidFill>
                  <a:srgbClr val="F2F2F2"/>
                </a:solidFill>
                <a:effectLst/>
                <a:uFillTx/>
                <a:latin typeface="Arial"/>
              </a:rPr>
              <a:t>Razonar</a:t>
            </a:r>
            <a:endParaRPr lang="en-US" sz="1100" b="0" u="none" strike="noStrike">
              <a:solidFill>
                <a:srgbClr val="FFFFFF"/>
              </a:solidFill>
              <a:effectLst/>
              <a:uFillTx/>
              <a:latin typeface="Arial"/>
            </a:endParaRPr>
          </a:p>
        </p:txBody>
      </p:sp>
      <p:sp>
        <p:nvSpPr>
          <p:cNvPr id="156" name="Rounded Rectangle 34"/>
          <p:cNvSpPr/>
          <p:nvPr/>
        </p:nvSpPr>
        <p:spPr>
          <a:xfrm>
            <a:off x="3767400" y="4343400"/>
            <a:ext cx="767880" cy="383760"/>
          </a:xfrm>
          <a:prstGeom prst="roundRect">
            <a:avLst>
              <a:gd name="adj" fmla="val 20000"/>
            </a:avLst>
          </a:prstGeom>
          <a:solidFill>
            <a:srgbClr val="2A2408"/>
          </a:solidFill>
          <a:ln w="22860">
            <a:solidFill>
              <a:srgbClr val="F5C542"/>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18360" tIns="0" rIns="18360" bIns="0" anchor="ctr">
            <a:noAutofit/>
          </a:bodyPr>
          <a:p>
            <a:pPr algn="ctr" defTabSz="457200">
              <a:lnSpc>
                <a:spcPct val="100000"/>
              </a:lnSpc>
            </a:pPr>
            <a:r>
              <a:rPr lang="en-US" sz="1100" b="0" u="none" strike="noStrike">
                <a:solidFill>
                  <a:srgbClr val="F2F2F2"/>
                </a:solidFill>
                <a:effectLst/>
                <a:uFillTx/>
                <a:latin typeface="Arial"/>
              </a:rPr>
              <a:t>Evaluar</a:t>
            </a:r>
            <a:endParaRPr lang="en-US" sz="1100" b="0" u="none" strike="noStrike">
              <a:solidFill>
                <a:srgbClr val="FFFFFF"/>
              </a:solidFill>
              <a:effectLst/>
              <a:uFillTx/>
              <a:latin typeface="Arial"/>
            </a:endParaRPr>
          </a:p>
        </p:txBody>
      </p:sp>
      <p:sp>
        <p:nvSpPr>
          <p:cNvPr id="157" name="Rounded Rectangle 35"/>
          <p:cNvSpPr/>
          <p:nvPr/>
        </p:nvSpPr>
        <p:spPr>
          <a:xfrm>
            <a:off x="4608720" y="4343400"/>
            <a:ext cx="767880" cy="383760"/>
          </a:xfrm>
          <a:prstGeom prst="roundRect">
            <a:avLst>
              <a:gd name="adj" fmla="val 20000"/>
            </a:avLst>
          </a:prstGeom>
          <a:solidFill>
            <a:srgbClr val="2A1608"/>
          </a:solidFill>
          <a:ln w="22860">
            <a:solidFill>
              <a:srgbClr val="FF6B1A"/>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18360" tIns="0" rIns="18360" bIns="0" anchor="ctr">
            <a:noAutofit/>
          </a:bodyPr>
          <a:p>
            <a:pPr algn="ctr" defTabSz="457200">
              <a:lnSpc>
                <a:spcPct val="100000"/>
              </a:lnSpc>
            </a:pPr>
            <a:r>
              <a:rPr lang="en-US" sz="1100" b="0" u="none" strike="noStrike">
                <a:solidFill>
                  <a:srgbClr val="F2F2F2"/>
                </a:solidFill>
                <a:effectLst/>
                <a:uFillTx/>
                <a:latin typeface="Arial"/>
              </a:rPr>
              <a:t>Razonar</a:t>
            </a:r>
            <a:endParaRPr lang="en-US" sz="1100" b="0" u="none" strike="noStrike">
              <a:solidFill>
                <a:srgbClr val="FFFFFF"/>
              </a:solidFill>
              <a:effectLst/>
              <a:uFillTx/>
              <a:latin typeface="Arial"/>
            </a:endParaRPr>
          </a:p>
        </p:txBody>
      </p:sp>
      <p:sp>
        <p:nvSpPr>
          <p:cNvPr id="158" name="Rounded Rectangle 36"/>
          <p:cNvSpPr/>
          <p:nvPr/>
        </p:nvSpPr>
        <p:spPr>
          <a:xfrm>
            <a:off x="5449680" y="4343400"/>
            <a:ext cx="767880" cy="383760"/>
          </a:xfrm>
          <a:prstGeom prst="roundRect">
            <a:avLst>
              <a:gd name="adj" fmla="val 20000"/>
            </a:avLst>
          </a:prstGeom>
          <a:solidFill>
            <a:srgbClr val="2A2408"/>
          </a:solidFill>
          <a:ln w="22860">
            <a:solidFill>
              <a:srgbClr val="F5C542"/>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18360" tIns="0" rIns="18360" bIns="0" anchor="ctr">
            <a:noAutofit/>
          </a:bodyPr>
          <a:p>
            <a:pPr algn="ctr" defTabSz="457200">
              <a:lnSpc>
                <a:spcPct val="100000"/>
              </a:lnSpc>
            </a:pPr>
            <a:r>
              <a:rPr lang="en-US" sz="1100" b="0" u="none" strike="noStrike">
                <a:solidFill>
                  <a:srgbClr val="F2F2F2"/>
                </a:solidFill>
                <a:effectLst/>
                <a:uFillTx/>
                <a:latin typeface="Arial"/>
              </a:rPr>
              <a:t>Evaluar</a:t>
            </a:r>
            <a:endParaRPr lang="en-US" sz="1100" b="0" u="none" strike="noStrike">
              <a:solidFill>
                <a:srgbClr val="FFFFFF"/>
              </a:solidFill>
              <a:effectLst/>
              <a:uFillTx/>
              <a:latin typeface="Arial"/>
            </a:endParaRPr>
          </a:p>
        </p:txBody>
      </p:sp>
      <p:sp>
        <p:nvSpPr>
          <p:cNvPr id="159" name="Rounded Rectangle 37"/>
          <p:cNvSpPr/>
          <p:nvPr/>
        </p:nvSpPr>
        <p:spPr>
          <a:xfrm>
            <a:off x="6291000" y="4343400"/>
            <a:ext cx="767880" cy="383760"/>
          </a:xfrm>
          <a:prstGeom prst="roundRect">
            <a:avLst>
              <a:gd name="adj" fmla="val 20000"/>
            </a:avLst>
          </a:prstGeom>
          <a:solidFill>
            <a:srgbClr val="2A1608"/>
          </a:solidFill>
          <a:ln w="22860">
            <a:solidFill>
              <a:srgbClr val="FF6B1A"/>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18360" tIns="0" rIns="18360" bIns="0" anchor="ctr">
            <a:noAutofit/>
          </a:bodyPr>
          <a:p>
            <a:pPr algn="ctr" defTabSz="457200">
              <a:lnSpc>
                <a:spcPct val="100000"/>
              </a:lnSpc>
            </a:pPr>
            <a:r>
              <a:rPr lang="en-US" sz="1100" b="0" u="none" strike="noStrike">
                <a:solidFill>
                  <a:srgbClr val="F2F2F2"/>
                </a:solidFill>
                <a:effectLst/>
                <a:uFillTx/>
                <a:latin typeface="Arial"/>
              </a:rPr>
              <a:t>Razonar</a:t>
            </a:r>
            <a:endParaRPr lang="en-US" sz="1100" b="0" u="none" strike="noStrike">
              <a:solidFill>
                <a:srgbClr val="FFFFFF"/>
              </a:solidFill>
              <a:effectLst/>
              <a:uFillTx/>
              <a:latin typeface="Arial"/>
            </a:endParaRPr>
          </a:p>
        </p:txBody>
      </p:sp>
      <p:sp>
        <p:nvSpPr>
          <p:cNvPr id="160" name="Rounded Rectangle 38"/>
          <p:cNvSpPr/>
          <p:nvPr/>
        </p:nvSpPr>
        <p:spPr>
          <a:xfrm>
            <a:off x="7132320" y="4343400"/>
            <a:ext cx="767880" cy="383760"/>
          </a:xfrm>
          <a:prstGeom prst="roundRect">
            <a:avLst>
              <a:gd name="adj" fmla="val 20000"/>
            </a:avLst>
          </a:prstGeom>
          <a:solidFill>
            <a:srgbClr val="2A2408"/>
          </a:solidFill>
          <a:ln w="22860">
            <a:solidFill>
              <a:srgbClr val="F5C542"/>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18360" tIns="0" rIns="18360" bIns="0" anchor="ctr">
            <a:noAutofit/>
          </a:bodyPr>
          <a:p>
            <a:pPr algn="ctr" defTabSz="457200">
              <a:lnSpc>
                <a:spcPct val="100000"/>
              </a:lnSpc>
            </a:pPr>
            <a:r>
              <a:rPr lang="en-US" sz="1100" b="0" u="none" strike="noStrike">
                <a:solidFill>
                  <a:srgbClr val="F2F2F2"/>
                </a:solidFill>
                <a:effectLst/>
                <a:uFillTx/>
                <a:latin typeface="Arial"/>
              </a:rPr>
              <a:t>Evaluar</a:t>
            </a:r>
            <a:endParaRPr lang="en-US" sz="1100" b="0" u="none" strike="noStrike">
              <a:solidFill>
                <a:srgbClr val="FFFFFF"/>
              </a:solidFill>
              <a:effectLst/>
              <a:uFillTx/>
              <a:latin typeface="Arial"/>
            </a:endParaRPr>
          </a:p>
        </p:txBody>
      </p:sp>
      <p:sp>
        <p:nvSpPr>
          <p:cNvPr id="161" name="TextBox 39"/>
          <p:cNvSpPr/>
          <p:nvPr/>
        </p:nvSpPr>
        <p:spPr>
          <a:xfrm>
            <a:off x="2926080" y="4745880"/>
            <a:ext cx="8412120" cy="228240"/>
          </a:xfrm>
          <a:prstGeom prst="rect">
            <a:avLst/>
          </a:prstGeom>
          <a:noFill/>
          <a:ln w="0">
            <a:noFill/>
          </a:ln>
        </p:spPr>
        <p:style>
          <a:lnRef idx="0"/>
          <a:fillRef idx="0"/>
          <a:effectRef idx="0"/>
          <a:fontRef idx="minor"/>
        </p:style>
        <p:txBody>
          <a:bodyPr lIns="18360" tIns="9000" rIns="18360" bIns="9000" anchor="t">
            <a:spAutoFit/>
          </a:bodyPr>
          <a:p>
            <a:pPr defTabSz="457200">
              <a:lnSpc>
                <a:spcPct val="100000"/>
              </a:lnSpc>
            </a:pPr>
            <a:r>
              <a:rPr lang="en-US" sz="1150" b="0" i="1" u="none" strike="noStrike">
                <a:solidFill>
                  <a:srgbClr val="9A9A9A"/>
                </a:solidFill>
                <a:effectLst/>
                <a:uFillTx/>
                <a:latin typeface="Arial"/>
              </a:rPr>
              <a:t>Lazo fijo: generar y evaluar</a:t>
            </a:r>
            <a:endParaRPr lang="en-US" sz="1150" b="0" u="none" strike="noStrike">
              <a:solidFill>
                <a:srgbClr val="FFFFFF"/>
              </a:solidFill>
              <a:effectLst/>
              <a:uFillTx/>
              <a:latin typeface="Arial"/>
            </a:endParaRPr>
          </a:p>
        </p:txBody>
      </p:sp>
      <p:sp>
        <p:nvSpPr>
          <p:cNvPr id="162" name="TextBox 40"/>
          <p:cNvSpPr/>
          <p:nvPr/>
        </p:nvSpPr>
        <p:spPr>
          <a:xfrm>
            <a:off x="548640" y="5056560"/>
            <a:ext cx="2285640" cy="383760"/>
          </a:xfrm>
          <a:prstGeom prst="rect">
            <a:avLst/>
          </a:prstGeom>
          <a:noFill/>
          <a:ln w="0">
            <a:noFill/>
          </a:ln>
        </p:spPr>
        <p:style>
          <a:lnRef idx="0"/>
          <a:fillRef idx="0"/>
          <a:effectRef idx="0"/>
          <a:fontRef idx="minor"/>
        </p:style>
        <p:txBody>
          <a:bodyPr lIns="18360" tIns="9000" rIns="18360" bIns="9000" anchor="ctr">
            <a:spAutoFit/>
          </a:bodyPr>
          <a:p>
            <a:pPr defTabSz="457200">
              <a:lnSpc>
                <a:spcPct val="100000"/>
              </a:lnSpc>
            </a:pPr>
            <a:r>
              <a:rPr lang="en-US" sz="1500" b="1" u="none" strike="noStrike">
                <a:solidFill>
                  <a:srgbClr val="F2F2F2"/>
                </a:solidFill>
                <a:effectLst/>
                <a:uFillTx/>
                <a:latin typeface="Arial"/>
              </a:rPr>
              <a:t>Deep Research</a:t>
            </a:r>
            <a:endParaRPr lang="en-US" sz="1500" b="0" u="none" strike="noStrike">
              <a:solidFill>
                <a:srgbClr val="FFFFFF"/>
              </a:solidFill>
              <a:effectLst/>
              <a:uFillTx/>
              <a:latin typeface="Arial"/>
            </a:endParaRPr>
          </a:p>
        </p:txBody>
      </p:sp>
      <p:sp>
        <p:nvSpPr>
          <p:cNvPr id="163" name="Rounded Rectangle 41"/>
          <p:cNvSpPr/>
          <p:nvPr/>
        </p:nvSpPr>
        <p:spPr>
          <a:xfrm>
            <a:off x="2926080" y="5056560"/>
            <a:ext cx="767880" cy="383760"/>
          </a:xfrm>
          <a:prstGeom prst="roundRect">
            <a:avLst>
              <a:gd name="adj" fmla="val 20000"/>
            </a:avLst>
          </a:prstGeom>
          <a:solidFill>
            <a:srgbClr val="2A1608"/>
          </a:solidFill>
          <a:ln w="22860">
            <a:solidFill>
              <a:srgbClr val="FF6B1A"/>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18360" tIns="0" rIns="18360" bIns="0" anchor="ctr">
            <a:noAutofit/>
          </a:bodyPr>
          <a:p>
            <a:pPr algn="ctr" defTabSz="457200">
              <a:lnSpc>
                <a:spcPct val="100000"/>
              </a:lnSpc>
            </a:pPr>
            <a:r>
              <a:rPr lang="en-US" sz="1100" b="0" u="none" strike="noStrike">
                <a:solidFill>
                  <a:srgbClr val="F2F2F2"/>
                </a:solidFill>
                <a:effectLst/>
                <a:uFillTx/>
                <a:latin typeface="Arial"/>
              </a:rPr>
              <a:t>Razonar</a:t>
            </a:r>
            <a:endParaRPr lang="en-US" sz="1100" b="0" u="none" strike="noStrike">
              <a:solidFill>
                <a:srgbClr val="FFFFFF"/>
              </a:solidFill>
              <a:effectLst/>
              <a:uFillTx/>
              <a:latin typeface="Arial"/>
            </a:endParaRPr>
          </a:p>
        </p:txBody>
      </p:sp>
      <p:sp>
        <p:nvSpPr>
          <p:cNvPr id="164" name="Rounded Rectangle 42"/>
          <p:cNvSpPr/>
          <p:nvPr/>
        </p:nvSpPr>
        <p:spPr>
          <a:xfrm>
            <a:off x="3767400" y="5056560"/>
            <a:ext cx="767880" cy="383760"/>
          </a:xfrm>
          <a:prstGeom prst="roundRect">
            <a:avLst>
              <a:gd name="adj" fmla="val 20000"/>
            </a:avLst>
          </a:prstGeom>
          <a:solidFill>
            <a:srgbClr val="0F2416"/>
          </a:solidFill>
          <a:ln w="22860">
            <a:solidFill>
              <a:srgbClr val="3DDC84"/>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18360" tIns="0" rIns="18360" bIns="0" anchor="ctr">
            <a:noAutofit/>
          </a:bodyPr>
          <a:p>
            <a:pPr algn="ctr" defTabSz="457200">
              <a:lnSpc>
                <a:spcPct val="100000"/>
              </a:lnSpc>
            </a:pPr>
            <a:r>
              <a:rPr lang="en-US" sz="1100" b="0" u="none" strike="noStrike">
                <a:solidFill>
                  <a:srgbClr val="F2F2F2"/>
                </a:solidFill>
                <a:effectLst/>
                <a:uFillTx/>
                <a:latin typeface="Arial"/>
              </a:rPr>
              <a:t>Actuar</a:t>
            </a:r>
            <a:endParaRPr lang="en-US" sz="1100" b="0" u="none" strike="noStrike">
              <a:solidFill>
                <a:srgbClr val="FFFFFF"/>
              </a:solidFill>
              <a:effectLst/>
              <a:uFillTx/>
              <a:latin typeface="Arial"/>
            </a:endParaRPr>
          </a:p>
        </p:txBody>
      </p:sp>
      <p:sp>
        <p:nvSpPr>
          <p:cNvPr id="165" name="Rounded Rectangle 43"/>
          <p:cNvSpPr/>
          <p:nvPr/>
        </p:nvSpPr>
        <p:spPr>
          <a:xfrm>
            <a:off x="4608720" y="5056560"/>
            <a:ext cx="767880" cy="383760"/>
          </a:xfrm>
          <a:prstGeom prst="roundRect">
            <a:avLst>
              <a:gd name="adj" fmla="val 20000"/>
            </a:avLst>
          </a:prstGeom>
          <a:solidFill>
            <a:srgbClr val="0F2416"/>
          </a:solidFill>
          <a:ln w="22860">
            <a:solidFill>
              <a:srgbClr val="3DDC84"/>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18360" tIns="0" rIns="18360" bIns="0" anchor="ctr">
            <a:noAutofit/>
          </a:bodyPr>
          <a:p>
            <a:pPr algn="ctr" defTabSz="457200">
              <a:lnSpc>
                <a:spcPct val="100000"/>
              </a:lnSpc>
            </a:pPr>
            <a:r>
              <a:rPr lang="en-US" sz="1100" b="0" u="none" strike="noStrike">
                <a:solidFill>
                  <a:srgbClr val="F2F2F2"/>
                </a:solidFill>
                <a:effectLst/>
                <a:uFillTx/>
                <a:latin typeface="Arial"/>
              </a:rPr>
              <a:t>Actuar</a:t>
            </a:r>
            <a:endParaRPr lang="en-US" sz="1100" b="0" u="none" strike="noStrike">
              <a:solidFill>
                <a:srgbClr val="FFFFFF"/>
              </a:solidFill>
              <a:effectLst/>
              <a:uFillTx/>
              <a:latin typeface="Arial"/>
            </a:endParaRPr>
          </a:p>
        </p:txBody>
      </p:sp>
      <p:sp>
        <p:nvSpPr>
          <p:cNvPr id="166" name="Rounded Rectangle 44"/>
          <p:cNvSpPr/>
          <p:nvPr/>
        </p:nvSpPr>
        <p:spPr>
          <a:xfrm>
            <a:off x="5449680" y="5056560"/>
            <a:ext cx="767880" cy="383760"/>
          </a:xfrm>
          <a:prstGeom prst="roundRect">
            <a:avLst>
              <a:gd name="adj" fmla="val 20000"/>
            </a:avLst>
          </a:prstGeom>
          <a:solidFill>
            <a:srgbClr val="2A2408"/>
          </a:solidFill>
          <a:ln w="22860">
            <a:solidFill>
              <a:srgbClr val="F5C542"/>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18360" tIns="0" rIns="18360" bIns="0" anchor="ctr">
            <a:noAutofit/>
          </a:bodyPr>
          <a:p>
            <a:pPr algn="ctr" defTabSz="457200">
              <a:lnSpc>
                <a:spcPct val="100000"/>
              </a:lnSpc>
            </a:pPr>
            <a:r>
              <a:rPr lang="en-US" sz="1100" b="0" u="none" strike="noStrike">
                <a:solidFill>
                  <a:srgbClr val="F2F2F2"/>
                </a:solidFill>
                <a:effectLst/>
                <a:uFillTx/>
                <a:latin typeface="Arial"/>
              </a:rPr>
              <a:t>Evaluar</a:t>
            </a:r>
            <a:endParaRPr lang="en-US" sz="1100" b="0" u="none" strike="noStrike">
              <a:solidFill>
                <a:srgbClr val="FFFFFF"/>
              </a:solidFill>
              <a:effectLst/>
              <a:uFillTx/>
              <a:latin typeface="Arial"/>
            </a:endParaRPr>
          </a:p>
        </p:txBody>
      </p:sp>
      <p:sp>
        <p:nvSpPr>
          <p:cNvPr id="167" name="Rounded Rectangle 45"/>
          <p:cNvSpPr/>
          <p:nvPr/>
        </p:nvSpPr>
        <p:spPr>
          <a:xfrm>
            <a:off x="6291000" y="5056560"/>
            <a:ext cx="767880" cy="383760"/>
          </a:xfrm>
          <a:prstGeom prst="roundRect">
            <a:avLst>
              <a:gd name="adj" fmla="val 20000"/>
            </a:avLst>
          </a:prstGeom>
          <a:solidFill>
            <a:srgbClr val="2A1608"/>
          </a:solidFill>
          <a:ln w="22860">
            <a:solidFill>
              <a:srgbClr val="FF6B1A"/>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18360" tIns="0" rIns="18360" bIns="0" anchor="ctr">
            <a:noAutofit/>
          </a:bodyPr>
          <a:p>
            <a:pPr algn="ctr" defTabSz="457200">
              <a:lnSpc>
                <a:spcPct val="100000"/>
              </a:lnSpc>
            </a:pPr>
            <a:r>
              <a:rPr lang="en-US" sz="1100" b="0" u="none" strike="noStrike">
                <a:solidFill>
                  <a:srgbClr val="F2F2F2"/>
                </a:solidFill>
                <a:effectLst/>
                <a:uFillTx/>
                <a:latin typeface="Arial"/>
              </a:rPr>
              <a:t>Razonar</a:t>
            </a:r>
            <a:endParaRPr lang="en-US" sz="1100" b="0" u="none" strike="noStrike">
              <a:solidFill>
                <a:srgbClr val="FFFFFF"/>
              </a:solidFill>
              <a:effectLst/>
              <a:uFillTx/>
              <a:latin typeface="Arial"/>
            </a:endParaRPr>
          </a:p>
        </p:txBody>
      </p:sp>
      <p:sp>
        <p:nvSpPr>
          <p:cNvPr id="168" name="Rounded Rectangle 46"/>
          <p:cNvSpPr/>
          <p:nvPr/>
        </p:nvSpPr>
        <p:spPr>
          <a:xfrm>
            <a:off x="7132320" y="5056560"/>
            <a:ext cx="767880" cy="383760"/>
          </a:xfrm>
          <a:prstGeom prst="roundRect">
            <a:avLst>
              <a:gd name="adj" fmla="val 20000"/>
            </a:avLst>
          </a:prstGeom>
          <a:solidFill>
            <a:srgbClr val="0F2416"/>
          </a:solidFill>
          <a:ln w="22860">
            <a:solidFill>
              <a:srgbClr val="3DDC84"/>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18360" tIns="0" rIns="18360" bIns="0" anchor="ctr">
            <a:noAutofit/>
          </a:bodyPr>
          <a:p>
            <a:pPr algn="ctr" defTabSz="457200">
              <a:lnSpc>
                <a:spcPct val="100000"/>
              </a:lnSpc>
            </a:pPr>
            <a:r>
              <a:rPr lang="en-US" sz="1100" b="0" u="none" strike="noStrike">
                <a:solidFill>
                  <a:srgbClr val="F2F2F2"/>
                </a:solidFill>
                <a:effectLst/>
                <a:uFillTx/>
                <a:latin typeface="Arial"/>
              </a:rPr>
              <a:t>Actuar</a:t>
            </a:r>
            <a:endParaRPr lang="en-US" sz="1100" b="0" u="none" strike="noStrike">
              <a:solidFill>
                <a:srgbClr val="FFFFFF"/>
              </a:solidFill>
              <a:effectLst/>
              <a:uFillTx/>
              <a:latin typeface="Arial"/>
            </a:endParaRPr>
          </a:p>
        </p:txBody>
      </p:sp>
      <p:sp>
        <p:nvSpPr>
          <p:cNvPr id="169" name="Rounded Rectangle 47"/>
          <p:cNvSpPr/>
          <p:nvPr/>
        </p:nvSpPr>
        <p:spPr>
          <a:xfrm>
            <a:off x="7973640" y="5056560"/>
            <a:ext cx="767880" cy="383760"/>
          </a:xfrm>
          <a:prstGeom prst="roundRect">
            <a:avLst>
              <a:gd name="adj" fmla="val 20000"/>
            </a:avLst>
          </a:prstGeom>
          <a:solidFill>
            <a:srgbClr val="0F2416"/>
          </a:solidFill>
          <a:ln w="22860">
            <a:solidFill>
              <a:srgbClr val="3DDC84"/>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18360" tIns="0" rIns="18360" bIns="0" anchor="ctr">
            <a:noAutofit/>
          </a:bodyPr>
          <a:p>
            <a:pPr algn="ctr" defTabSz="457200">
              <a:lnSpc>
                <a:spcPct val="100000"/>
              </a:lnSpc>
            </a:pPr>
            <a:r>
              <a:rPr lang="en-US" sz="1100" b="0" u="none" strike="noStrike">
                <a:solidFill>
                  <a:srgbClr val="F2F2F2"/>
                </a:solidFill>
                <a:effectLst/>
                <a:uFillTx/>
                <a:latin typeface="Arial"/>
              </a:rPr>
              <a:t>Actuar</a:t>
            </a:r>
            <a:endParaRPr lang="en-US" sz="1100" b="0" u="none" strike="noStrike">
              <a:solidFill>
                <a:srgbClr val="FFFFFF"/>
              </a:solidFill>
              <a:effectLst/>
              <a:uFillTx/>
              <a:latin typeface="Arial"/>
            </a:endParaRPr>
          </a:p>
        </p:txBody>
      </p:sp>
      <p:sp>
        <p:nvSpPr>
          <p:cNvPr id="170" name="Rounded Rectangle 48"/>
          <p:cNvSpPr/>
          <p:nvPr/>
        </p:nvSpPr>
        <p:spPr>
          <a:xfrm>
            <a:off x="8814960" y="5056560"/>
            <a:ext cx="767880" cy="383760"/>
          </a:xfrm>
          <a:prstGeom prst="roundRect">
            <a:avLst>
              <a:gd name="adj" fmla="val 20000"/>
            </a:avLst>
          </a:prstGeom>
          <a:solidFill>
            <a:srgbClr val="2A2408"/>
          </a:solidFill>
          <a:ln w="22860">
            <a:solidFill>
              <a:srgbClr val="F5C542"/>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18360" tIns="0" rIns="18360" bIns="0" anchor="ctr">
            <a:noAutofit/>
          </a:bodyPr>
          <a:p>
            <a:pPr algn="ctr" defTabSz="457200">
              <a:lnSpc>
                <a:spcPct val="100000"/>
              </a:lnSpc>
            </a:pPr>
            <a:r>
              <a:rPr lang="en-US" sz="1100" b="0" u="none" strike="noStrike">
                <a:solidFill>
                  <a:srgbClr val="F2F2F2"/>
                </a:solidFill>
                <a:effectLst/>
                <a:uFillTx/>
                <a:latin typeface="Arial"/>
              </a:rPr>
              <a:t>Evaluar</a:t>
            </a:r>
            <a:endParaRPr lang="en-US" sz="1100" b="0" u="none" strike="noStrike">
              <a:solidFill>
                <a:srgbClr val="FFFFFF"/>
              </a:solidFill>
              <a:effectLst/>
              <a:uFillTx/>
              <a:latin typeface="Arial"/>
            </a:endParaRPr>
          </a:p>
        </p:txBody>
      </p:sp>
      <p:sp>
        <p:nvSpPr>
          <p:cNvPr id="171" name="Rounded Rectangle 49"/>
          <p:cNvSpPr/>
          <p:nvPr/>
        </p:nvSpPr>
        <p:spPr>
          <a:xfrm>
            <a:off x="9655920" y="5056560"/>
            <a:ext cx="767880" cy="383760"/>
          </a:xfrm>
          <a:prstGeom prst="roundRect">
            <a:avLst>
              <a:gd name="adj" fmla="val 20000"/>
            </a:avLst>
          </a:prstGeom>
          <a:solidFill>
            <a:srgbClr val="2A1608"/>
          </a:solidFill>
          <a:ln w="22860">
            <a:solidFill>
              <a:srgbClr val="FF6B1A"/>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18360" tIns="0" rIns="18360" bIns="0" anchor="ctr">
            <a:noAutofit/>
          </a:bodyPr>
          <a:p>
            <a:pPr algn="ctr" defTabSz="457200">
              <a:lnSpc>
                <a:spcPct val="100000"/>
              </a:lnSpc>
            </a:pPr>
            <a:r>
              <a:rPr lang="en-US" sz="1100" b="0" u="none" strike="noStrike">
                <a:solidFill>
                  <a:srgbClr val="F2F2F2"/>
                </a:solidFill>
                <a:effectLst/>
                <a:uFillTx/>
                <a:latin typeface="Arial"/>
              </a:rPr>
              <a:t>Razonar</a:t>
            </a:r>
            <a:endParaRPr lang="en-US" sz="1100" b="0" u="none" strike="noStrike">
              <a:solidFill>
                <a:srgbClr val="FFFFFF"/>
              </a:solidFill>
              <a:effectLst/>
              <a:uFillTx/>
              <a:latin typeface="Arial"/>
            </a:endParaRPr>
          </a:p>
        </p:txBody>
      </p:sp>
      <p:sp>
        <p:nvSpPr>
          <p:cNvPr id="172" name="TextBox 50"/>
          <p:cNvSpPr/>
          <p:nvPr/>
        </p:nvSpPr>
        <p:spPr>
          <a:xfrm>
            <a:off x="2926080" y="5459040"/>
            <a:ext cx="8412120" cy="228240"/>
          </a:xfrm>
          <a:prstGeom prst="rect">
            <a:avLst/>
          </a:prstGeom>
          <a:noFill/>
          <a:ln w="0">
            <a:noFill/>
          </a:ln>
        </p:spPr>
        <p:style>
          <a:lnRef idx="0"/>
          <a:fillRef idx="0"/>
          <a:effectRef idx="0"/>
          <a:fontRef idx="minor"/>
        </p:style>
        <p:txBody>
          <a:bodyPr lIns="18360" tIns="9000" rIns="18360" bIns="9000" anchor="t">
            <a:spAutoFit/>
          </a:bodyPr>
          <a:p>
            <a:pPr defTabSz="457200">
              <a:lnSpc>
                <a:spcPct val="100000"/>
              </a:lnSpc>
            </a:pPr>
            <a:r>
              <a:rPr lang="en-US" sz="1150" b="0" i="1" u="none" strike="noStrike">
                <a:solidFill>
                  <a:srgbClr val="9A9A9A"/>
                </a:solidFill>
                <a:effectLst/>
                <a:uFillTx/>
                <a:latin typeface="Arial"/>
              </a:rPr>
              <a:t>Rondas hasta cubrir o agotar presupuesto</a:t>
            </a:r>
            <a:endParaRPr lang="en-US" sz="1150" b="0" u="none" strike="noStrike">
              <a:solidFill>
                <a:srgbClr val="FFFFFF"/>
              </a:solidFill>
              <a:effectLst/>
              <a:uFillTx/>
              <a:latin typeface="Arial"/>
            </a:endParaRPr>
          </a:p>
        </p:txBody>
      </p:sp>
      <p:sp>
        <p:nvSpPr>
          <p:cNvPr id="173" name="Rounded Rectangle 51"/>
          <p:cNvSpPr/>
          <p:nvPr/>
        </p:nvSpPr>
        <p:spPr>
          <a:xfrm>
            <a:off x="548640" y="5806440"/>
            <a:ext cx="164160" cy="164160"/>
          </a:xfrm>
          <a:prstGeom prst="roundRect">
            <a:avLst>
              <a:gd name="adj" fmla="val 25000"/>
            </a:avLst>
          </a:prstGeom>
          <a:solidFill>
            <a:srgbClr val="2A1608"/>
          </a:solidFill>
          <a:ln w="19050">
            <a:solidFill>
              <a:srgbClr val="FF6B1A"/>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174" name="TextBox 52"/>
          <p:cNvSpPr/>
          <p:nvPr/>
        </p:nvSpPr>
        <p:spPr>
          <a:xfrm>
            <a:off x="777240" y="5779080"/>
            <a:ext cx="1725120" cy="228240"/>
          </a:xfrm>
          <a:prstGeom prst="rect">
            <a:avLst/>
          </a:prstGeom>
          <a:noFill/>
          <a:ln w="0">
            <a:noFill/>
          </a:ln>
        </p:spPr>
        <p:style>
          <a:lnRef idx="0"/>
          <a:fillRef idx="0"/>
          <a:effectRef idx="0"/>
          <a:fontRef idx="minor"/>
        </p:style>
        <p:txBody>
          <a:bodyPr lIns="18360" tIns="9000" rIns="18360" bIns="9000" anchor="t">
            <a:spAutoFit/>
          </a:bodyPr>
          <a:p>
            <a:pPr defTabSz="457200">
              <a:lnSpc>
                <a:spcPct val="100000"/>
              </a:lnSpc>
            </a:pPr>
            <a:r>
              <a:rPr lang="en-US" sz="1050" b="0" u="none" strike="noStrike">
                <a:solidFill>
                  <a:srgbClr val="D6D6D6"/>
                </a:solidFill>
                <a:effectLst/>
                <a:uFillTx/>
                <a:latin typeface="Arial"/>
              </a:rPr>
              <a:t>Razonar / decidir (LLM)</a:t>
            </a:r>
            <a:endParaRPr lang="en-US" sz="1050" b="0" u="none" strike="noStrike">
              <a:solidFill>
                <a:srgbClr val="FFFFFF"/>
              </a:solidFill>
              <a:effectLst/>
              <a:uFillTx/>
              <a:latin typeface="Arial"/>
            </a:endParaRPr>
          </a:p>
        </p:txBody>
      </p:sp>
      <p:sp>
        <p:nvSpPr>
          <p:cNvPr id="175" name="Rounded Rectangle 53"/>
          <p:cNvSpPr/>
          <p:nvPr/>
        </p:nvSpPr>
        <p:spPr>
          <a:xfrm>
            <a:off x="2758680" y="5806440"/>
            <a:ext cx="164160" cy="164160"/>
          </a:xfrm>
          <a:prstGeom prst="roundRect">
            <a:avLst>
              <a:gd name="adj" fmla="val 25000"/>
            </a:avLst>
          </a:prstGeom>
          <a:solidFill>
            <a:srgbClr val="0F2416"/>
          </a:solidFill>
          <a:ln w="19050">
            <a:solidFill>
              <a:srgbClr val="3DDC84"/>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176" name="TextBox 54"/>
          <p:cNvSpPr/>
          <p:nvPr/>
        </p:nvSpPr>
        <p:spPr>
          <a:xfrm>
            <a:off x="2987280" y="5779080"/>
            <a:ext cx="1512000" cy="228240"/>
          </a:xfrm>
          <a:prstGeom prst="rect">
            <a:avLst/>
          </a:prstGeom>
          <a:noFill/>
          <a:ln w="0">
            <a:noFill/>
          </a:ln>
        </p:spPr>
        <p:style>
          <a:lnRef idx="0"/>
          <a:fillRef idx="0"/>
          <a:effectRef idx="0"/>
          <a:fontRef idx="minor"/>
        </p:style>
        <p:txBody>
          <a:bodyPr lIns="18360" tIns="9000" rIns="18360" bIns="9000" anchor="t">
            <a:spAutoFit/>
          </a:bodyPr>
          <a:p>
            <a:pPr defTabSz="457200">
              <a:lnSpc>
                <a:spcPct val="100000"/>
              </a:lnSpc>
            </a:pPr>
            <a:r>
              <a:rPr lang="en-US" sz="1050" b="0" u="none" strike="noStrike">
                <a:solidFill>
                  <a:srgbClr val="D6D6D6"/>
                </a:solidFill>
                <a:effectLst/>
                <a:uFillTx/>
                <a:latin typeface="Arial"/>
              </a:rPr>
              <a:t>Actuar (herramienta)</a:t>
            </a:r>
            <a:endParaRPr lang="en-US" sz="1050" b="0" u="none" strike="noStrike">
              <a:solidFill>
                <a:srgbClr val="FFFFFF"/>
              </a:solidFill>
              <a:effectLst/>
              <a:uFillTx/>
              <a:latin typeface="Arial"/>
            </a:endParaRPr>
          </a:p>
        </p:txBody>
      </p:sp>
      <p:sp>
        <p:nvSpPr>
          <p:cNvPr id="177" name="Rounded Rectangle 55"/>
          <p:cNvSpPr/>
          <p:nvPr/>
        </p:nvSpPr>
        <p:spPr>
          <a:xfrm>
            <a:off x="4755960" y="5806440"/>
            <a:ext cx="164160" cy="164160"/>
          </a:xfrm>
          <a:prstGeom prst="roundRect">
            <a:avLst>
              <a:gd name="adj" fmla="val 25000"/>
            </a:avLst>
          </a:prstGeom>
          <a:solidFill>
            <a:srgbClr val="2A2408"/>
          </a:solidFill>
          <a:ln w="19050">
            <a:solidFill>
              <a:srgbClr val="F5C542"/>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178" name="TextBox 56"/>
          <p:cNvSpPr/>
          <p:nvPr/>
        </p:nvSpPr>
        <p:spPr>
          <a:xfrm>
            <a:off x="4984560" y="5779080"/>
            <a:ext cx="588600" cy="228240"/>
          </a:xfrm>
          <a:prstGeom prst="rect">
            <a:avLst/>
          </a:prstGeom>
          <a:noFill/>
          <a:ln w="0">
            <a:noFill/>
          </a:ln>
        </p:spPr>
        <p:style>
          <a:lnRef idx="0"/>
          <a:fillRef idx="0"/>
          <a:effectRef idx="0"/>
          <a:fontRef idx="minor"/>
        </p:style>
        <p:txBody>
          <a:bodyPr lIns="18360" tIns="9000" rIns="18360" bIns="9000" anchor="t">
            <a:spAutoFit/>
          </a:bodyPr>
          <a:p>
            <a:pPr defTabSz="457200">
              <a:lnSpc>
                <a:spcPct val="100000"/>
              </a:lnSpc>
            </a:pPr>
            <a:r>
              <a:rPr lang="en-US" sz="1050" b="0" u="none" strike="noStrike">
                <a:solidFill>
                  <a:srgbClr val="D6D6D6"/>
                </a:solidFill>
                <a:effectLst/>
                <a:uFillTx/>
                <a:latin typeface="Arial"/>
              </a:rPr>
              <a:t>Evaluar</a:t>
            </a:r>
            <a:endParaRPr lang="en-US" sz="1050" b="0" u="none" strike="noStrike">
              <a:solidFill>
                <a:srgbClr val="FFFFFF"/>
              </a:solidFill>
              <a:effectLst/>
              <a:uFillTx/>
              <a:latin typeface="Arial"/>
            </a:endParaRPr>
          </a:p>
        </p:txBody>
      </p:sp>
      <p:sp>
        <p:nvSpPr>
          <p:cNvPr id="179" name="TextBox 57"/>
          <p:cNvSpPr/>
          <p:nvPr/>
        </p:nvSpPr>
        <p:spPr>
          <a:xfrm>
            <a:off x="548640" y="6035040"/>
            <a:ext cx="11094120" cy="365400"/>
          </a:xfrm>
          <a:prstGeom prst="rect">
            <a:avLst/>
          </a:prstGeom>
          <a:noFill/>
          <a:ln w="0">
            <a:noFill/>
          </a:ln>
        </p:spPr>
        <p:style>
          <a:lnRef idx="0"/>
          <a:fillRef idx="0"/>
          <a:effectRef idx="0"/>
          <a:fontRef idx="minor"/>
        </p:style>
        <p:txBody>
          <a:bodyPr lIns="18360" tIns="9000" rIns="18360" bIns="9000" anchor="ctr">
            <a:spAutoFit/>
          </a:bodyPr>
          <a:p>
            <a:pPr defTabSz="457200">
              <a:lnSpc>
                <a:spcPct val="100000"/>
              </a:lnSpc>
            </a:pPr>
            <a:r>
              <a:rPr lang="en-US" sz="1300" b="0" i="1" u="none" strike="noStrike">
                <a:solidFill>
                  <a:srgbClr val="9A9A9A"/>
                </a:solidFill>
                <a:effectLst/>
                <a:uFillTx/>
                <a:latin typeface="Arial"/>
              </a:rPr>
              <a:t>La diferencia entre arquetipos es el patrón con el que se alternan razonar, actuar y evaluar.</a:t>
            </a:r>
            <a:endParaRPr lang="en-US" sz="130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00000"/>
        </a:solidFill>
      </p:bgPr>
    </p:bg>
    <p:spTree>
      <p:nvGrpSpPr>
        <p:cNvPr id="1" name=""/>
        <p:cNvGrpSpPr/>
        <p:nvPr/>
      </p:nvGrpSpPr>
      <p:grpSpPr>
        <a:xfrm>
          <a:off x="0" y="0"/>
          <a:ext cx="0" cy="0"/>
          <a:chOff x="0" y="0"/>
          <a:chExt cx="0" cy="0"/>
        </a:xfrm>
      </p:grpSpPr>
      <p:sp>
        <p:nvSpPr>
          <p:cNvPr id="180" name="TextBox 1"/>
          <p:cNvSpPr/>
          <p:nvPr/>
        </p:nvSpPr>
        <p:spPr>
          <a:xfrm>
            <a:off x="548640" y="329040"/>
            <a:ext cx="8229240" cy="273960"/>
          </a:xfrm>
          <a:prstGeom prst="rect">
            <a:avLst/>
          </a:prstGeom>
          <a:noFill/>
          <a:ln w="0">
            <a:noFill/>
          </a:ln>
        </p:spPr>
        <p:style>
          <a:lnRef idx="0"/>
          <a:fillRef idx="0"/>
          <a:effectRef idx="0"/>
          <a:fontRef idx="minor"/>
        </p:style>
        <p:txBody>
          <a:bodyPr lIns="18360" tIns="9000" rIns="18360" bIns="9000" anchor="t">
            <a:spAutoFit/>
          </a:bodyPr>
          <a:p>
            <a:pPr defTabSz="457200">
              <a:lnSpc>
                <a:spcPct val="100000"/>
              </a:lnSpc>
            </a:pPr>
            <a:r>
              <a:rPr lang="en-US" sz="1150" b="1" u="none" strike="noStrike">
                <a:solidFill>
                  <a:srgbClr val="FF6B1A"/>
                </a:solidFill>
                <a:effectLst/>
                <a:uFillTx/>
                <a:latin typeface="Arial"/>
              </a:rPr>
              <a:t>PUNTO DE PARTIDA</a:t>
            </a:r>
            <a:endParaRPr lang="en-US" sz="1150" b="0" u="none" strike="noStrike">
              <a:solidFill>
                <a:srgbClr val="FFFFFF"/>
              </a:solidFill>
              <a:effectLst/>
              <a:uFillTx/>
              <a:latin typeface="Arial"/>
            </a:endParaRPr>
          </a:p>
        </p:txBody>
      </p:sp>
      <p:sp>
        <p:nvSpPr>
          <p:cNvPr id="181" name="TextBox 2"/>
          <p:cNvSpPr/>
          <p:nvPr/>
        </p:nvSpPr>
        <p:spPr>
          <a:xfrm>
            <a:off x="548640" y="603360"/>
            <a:ext cx="11094120" cy="639720"/>
          </a:xfrm>
          <a:prstGeom prst="rect">
            <a:avLst/>
          </a:prstGeom>
          <a:noFill/>
          <a:ln w="0">
            <a:noFill/>
          </a:ln>
        </p:spPr>
        <p:style>
          <a:lnRef idx="0"/>
          <a:fillRef idx="0"/>
          <a:effectRef idx="0"/>
          <a:fontRef idx="minor"/>
        </p:style>
        <p:txBody>
          <a:bodyPr lIns="18360" tIns="9000" rIns="18360" bIns="9000" anchor="ctr">
            <a:spAutoFit/>
          </a:bodyPr>
          <a:p>
            <a:pPr defTabSz="457200">
              <a:lnSpc>
                <a:spcPct val="100000"/>
              </a:lnSpc>
            </a:pPr>
            <a:r>
              <a:rPr lang="en-US" sz="3000" b="1" u="none" strike="noStrike">
                <a:solidFill>
                  <a:srgbClr val="F2F2F2"/>
                </a:solidFill>
                <a:effectLst/>
                <a:uFillTx/>
                <a:latin typeface="Arial"/>
              </a:rPr>
              <a:t>Un espectro de control: del código al LLM</a:t>
            </a:r>
            <a:endParaRPr lang="en-US" sz="3000" b="0" u="none" strike="noStrike">
              <a:solidFill>
                <a:srgbClr val="FFFFFF"/>
              </a:solidFill>
              <a:effectLst/>
              <a:uFillTx/>
              <a:latin typeface="Arial"/>
            </a:endParaRPr>
          </a:p>
        </p:txBody>
      </p:sp>
      <p:sp>
        <p:nvSpPr>
          <p:cNvPr id="182" name="TextBox 3"/>
          <p:cNvSpPr/>
          <p:nvPr/>
        </p:nvSpPr>
        <p:spPr>
          <a:xfrm>
            <a:off x="548640" y="6492240"/>
            <a:ext cx="7314840" cy="228240"/>
          </a:xfrm>
          <a:prstGeom prst="rect">
            <a:avLst/>
          </a:prstGeom>
          <a:noFill/>
          <a:ln w="0">
            <a:noFill/>
          </a:ln>
        </p:spPr>
        <p:style>
          <a:lnRef idx="0"/>
          <a:fillRef idx="0"/>
          <a:effectRef idx="0"/>
          <a:fontRef idx="minor"/>
        </p:style>
        <p:txBody>
          <a:bodyPr lIns="18360" tIns="9000" rIns="18360" bIns="9000" anchor="t">
            <a:spAutoFit/>
          </a:bodyPr>
          <a:p>
            <a:pPr defTabSz="457200">
              <a:lnSpc>
                <a:spcPct val="100000"/>
              </a:lnSpc>
            </a:pPr>
            <a:r>
              <a:rPr lang="en-US" sz="900" b="0" u="none" strike="noStrike">
                <a:solidFill>
                  <a:srgbClr val="9A9A9A"/>
                </a:solidFill>
                <a:effectLst/>
                <a:uFillTx/>
                <a:latin typeface="Arial"/>
              </a:rPr>
              <a:t>Arquetipos de agentes · Módulo 5 · UTDT</a:t>
            </a:r>
            <a:endParaRPr lang="en-US" sz="900" b="0" u="none" strike="noStrike">
              <a:solidFill>
                <a:srgbClr val="FFFFFF"/>
              </a:solidFill>
              <a:effectLst/>
              <a:uFillTx/>
              <a:latin typeface="Arial"/>
            </a:endParaRPr>
          </a:p>
        </p:txBody>
      </p:sp>
      <p:sp>
        <p:nvSpPr>
          <p:cNvPr id="183" name="TextBox 4"/>
          <p:cNvSpPr/>
          <p:nvPr/>
        </p:nvSpPr>
        <p:spPr>
          <a:xfrm>
            <a:off x="10271520" y="6492240"/>
            <a:ext cx="1371240" cy="228240"/>
          </a:xfrm>
          <a:prstGeom prst="rect">
            <a:avLst/>
          </a:prstGeom>
          <a:noFill/>
          <a:ln w="0">
            <a:noFill/>
          </a:ln>
        </p:spPr>
        <p:style>
          <a:lnRef idx="0"/>
          <a:fillRef idx="0"/>
          <a:effectRef idx="0"/>
          <a:fontRef idx="minor"/>
        </p:style>
        <p:txBody>
          <a:bodyPr lIns="18360" tIns="9000" rIns="18360" bIns="9000" anchor="t">
            <a:spAutoFit/>
          </a:bodyPr>
          <a:p>
            <a:pPr algn="r" defTabSz="457200">
              <a:lnSpc>
                <a:spcPct val="100000"/>
              </a:lnSpc>
            </a:pPr>
            <a:r>
              <a:rPr lang="en-US" sz="900" b="0" u="none" strike="noStrike">
                <a:solidFill>
                  <a:srgbClr val="9A9A9A"/>
                </a:solidFill>
                <a:effectLst/>
                <a:uFillTx/>
                <a:latin typeface="Arial"/>
              </a:rPr>
              <a:t>6 / 35</a:t>
            </a:r>
            <a:endParaRPr lang="en-US" sz="900" b="0" u="none" strike="noStrike">
              <a:solidFill>
                <a:srgbClr val="FFFFFF"/>
              </a:solidFill>
              <a:effectLst/>
              <a:uFillTx/>
              <a:latin typeface="Arial"/>
            </a:endParaRPr>
          </a:p>
        </p:txBody>
      </p:sp>
      <p:sp>
        <p:nvSpPr>
          <p:cNvPr id="184" name="Rounded Rectangle 5"/>
          <p:cNvSpPr/>
          <p:nvPr/>
        </p:nvSpPr>
        <p:spPr>
          <a:xfrm>
            <a:off x="822960" y="3401640"/>
            <a:ext cx="10545480" cy="273960"/>
          </a:xfrm>
          <a:prstGeom prst="roundRect">
            <a:avLst>
              <a:gd name="adj" fmla="val 50000"/>
            </a:avLst>
          </a:prstGeom>
          <a:gradFill rotWithShape="0">
            <a:gsLst>
              <a:gs pos="0">
                <a:srgbClr val="4DA3FF"/>
              </a:gs>
              <a:gs pos="100000">
                <a:srgbClr val="FF6B1A"/>
              </a:gs>
            </a:gsLst>
            <a:lin ang="0"/>
          </a:gra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185" name="Oval 6"/>
          <p:cNvSpPr/>
          <p:nvPr/>
        </p:nvSpPr>
        <p:spPr>
          <a:xfrm>
            <a:off x="1405800" y="3383280"/>
            <a:ext cx="310680" cy="310680"/>
          </a:xfrm>
          <a:prstGeom prst="ellipse">
            <a:avLst/>
          </a:prstGeom>
          <a:solidFill>
            <a:srgbClr val="000000"/>
          </a:solidFill>
          <a:ln w="31750">
            <a:solidFill>
              <a:srgbClr val="FFFFFF"/>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186" name="Rectangle 7"/>
          <p:cNvSpPr/>
          <p:nvPr/>
        </p:nvSpPr>
        <p:spPr>
          <a:xfrm>
            <a:off x="1551960" y="2743200"/>
            <a:ext cx="18000" cy="639720"/>
          </a:xfrm>
          <a:prstGeom prst="rect">
            <a:avLst/>
          </a:prstGeom>
          <a:solidFill>
            <a:srgbClr val="6A6A6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187" name="TextBox 8"/>
          <p:cNvSpPr/>
          <p:nvPr/>
        </p:nvSpPr>
        <p:spPr>
          <a:xfrm>
            <a:off x="548640" y="1874520"/>
            <a:ext cx="2285640" cy="328680"/>
          </a:xfrm>
          <a:prstGeom prst="rect">
            <a:avLst/>
          </a:prstGeom>
          <a:noFill/>
          <a:ln w="0">
            <a:noFill/>
          </a:ln>
        </p:spPr>
        <p:style>
          <a:lnRef idx="0"/>
          <a:fillRef idx="0"/>
          <a:effectRef idx="0"/>
          <a:fontRef idx="minor"/>
        </p:style>
        <p:txBody>
          <a:bodyPr lIns="18360" tIns="9000" rIns="18360" bIns="9000" anchor="t">
            <a:spAutoFit/>
          </a:bodyPr>
          <a:p>
            <a:pPr algn="ctr" defTabSz="457200">
              <a:lnSpc>
                <a:spcPct val="100000"/>
              </a:lnSpc>
            </a:pPr>
            <a:r>
              <a:rPr lang="en-US" sz="1700" b="1" u="none" strike="noStrike">
                <a:solidFill>
                  <a:srgbClr val="F2F2F2"/>
                </a:solidFill>
                <a:effectLst/>
                <a:uFillTx/>
                <a:latin typeface="Arial"/>
              </a:rPr>
              <a:t>Reflex</a:t>
            </a:r>
            <a:endParaRPr lang="en-US" sz="1700" b="0" u="none" strike="noStrike">
              <a:solidFill>
                <a:srgbClr val="FFFFFF"/>
              </a:solidFill>
              <a:effectLst/>
              <a:uFillTx/>
              <a:latin typeface="Arial"/>
            </a:endParaRPr>
          </a:p>
        </p:txBody>
      </p:sp>
      <p:sp>
        <p:nvSpPr>
          <p:cNvPr id="188" name="TextBox 9"/>
          <p:cNvSpPr/>
          <p:nvPr/>
        </p:nvSpPr>
        <p:spPr>
          <a:xfrm>
            <a:off x="548640" y="2212920"/>
            <a:ext cx="2285640" cy="548280"/>
          </a:xfrm>
          <a:prstGeom prst="rect">
            <a:avLst/>
          </a:prstGeom>
          <a:noFill/>
          <a:ln w="0">
            <a:noFill/>
          </a:ln>
        </p:spPr>
        <p:style>
          <a:lnRef idx="0"/>
          <a:fillRef idx="0"/>
          <a:effectRef idx="0"/>
          <a:fontRef idx="minor"/>
        </p:style>
        <p:txBody>
          <a:bodyPr lIns="18360" tIns="9000" rIns="18360" bIns="9000" anchor="t">
            <a:spAutoFit/>
          </a:bodyPr>
          <a:p>
            <a:pPr algn="ctr" defTabSz="457200">
              <a:lnSpc>
                <a:spcPct val="100000"/>
              </a:lnSpc>
            </a:pPr>
            <a:r>
              <a:rPr lang="en-US" sz="1200" b="0" u="none" strike="noStrike">
                <a:solidFill>
                  <a:srgbClr val="D6D6D6"/>
                </a:solidFill>
                <a:effectLst/>
                <a:uFillTx/>
                <a:latin typeface="Arial"/>
              </a:rPr>
              <a:t>La regla o una sola inferencia</a:t>
            </a:r>
            <a:endParaRPr lang="en-US" sz="1200" b="0" u="none" strike="noStrike">
              <a:solidFill>
                <a:srgbClr val="FFFFFF"/>
              </a:solidFill>
              <a:effectLst/>
              <a:uFillTx/>
              <a:latin typeface="Arial"/>
            </a:endParaRPr>
          </a:p>
        </p:txBody>
      </p:sp>
      <p:sp>
        <p:nvSpPr>
          <p:cNvPr id="189" name="Oval 10"/>
          <p:cNvSpPr/>
          <p:nvPr/>
        </p:nvSpPr>
        <p:spPr>
          <a:xfrm>
            <a:off x="3409560" y="3383280"/>
            <a:ext cx="310680" cy="310680"/>
          </a:xfrm>
          <a:prstGeom prst="ellipse">
            <a:avLst/>
          </a:prstGeom>
          <a:solidFill>
            <a:srgbClr val="000000"/>
          </a:solidFill>
          <a:ln w="31750">
            <a:solidFill>
              <a:srgbClr val="FFFFFF"/>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190" name="Rectangle 11"/>
          <p:cNvSpPr/>
          <p:nvPr/>
        </p:nvSpPr>
        <p:spPr>
          <a:xfrm>
            <a:off x="3555720" y="3712320"/>
            <a:ext cx="18000" cy="456840"/>
          </a:xfrm>
          <a:prstGeom prst="rect">
            <a:avLst/>
          </a:prstGeom>
          <a:solidFill>
            <a:srgbClr val="6A6A6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191" name="TextBox 12"/>
          <p:cNvSpPr/>
          <p:nvPr/>
        </p:nvSpPr>
        <p:spPr>
          <a:xfrm>
            <a:off x="2421720" y="4224600"/>
            <a:ext cx="2285640" cy="328680"/>
          </a:xfrm>
          <a:prstGeom prst="rect">
            <a:avLst/>
          </a:prstGeom>
          <a:noFill/>
          <a:ln w="0">
            <a:noFill/>
          </a:ln>
        </p:spPr>
        <p:style>
          <a:lnRef idx="0"/>
          <a:fillRef idx="0"/>
          <a:effectRef idx="0"/>
          <a:fontRef idx="minor"/>
        </p:style>
        <p:txBody>
          <a:bodyPr lIns="18360" tIns="9000" rIns="18360" bIns="9000" anchor="t">
            <a:spAutoFit/>
          </a:bodyPr>
          <a:p>
            <a:pPr algn="ctr" defTabSz="457200">
              <a:lnSpc>
                <a:spcPct val="100000"/>
              </a:lnSpc>
            </a:pPr>
            <a:r>
              <a:rPr lang="en-US" sz="1700" b="1" u="none" strike="noStrike">
                <a:solidFill>
                  <a:srgbClr val="F2F2F2"/>
                </a:solidFill>
                <a:effectLst/>
                <a:uFillTx/>
                <a:latin typeface="Arial"/>
              </a:rPr>
              <a:t>Planner-Executor</a:t>
            </a:r>
            <a:endParaRPr lang="en-US" sz="1700" b="0" u="none" strike="noStrike">
              <a:solidFill>
                <a:srgbClr val="FFFFFF"/>
              </a:solidFill>
              <a:effectLst/>
              <a:uFillTx/>
              <a:latin typeface="Arial"/>
            </a:endParaRPr>
          </a:p>
        </p:txBody>
      </p:sp>
      <p:sp>
        <p:nvSpPr>
          <p:cNvPr id="192" name="TextBox 13"/>
          <p:cNvSpPr/>
          <p:nvPr/>
        </p:nvSpPr>
        <p:spPr>
          <a:xfrm>
            <a:off x="2421720" y="4563000"/>
            <a:ext cx="2285640" cy="548280"/>
          </a:xfrm>
          <a:prstGeom prst="rect">
            <a:avLst/>
          </a:prstGeom>
          <a:noFill/>
          <a:ln w="0">
            <a:noFill/>
          </a:ln>
        </p:spPr>
        <p:style>
          <a:lnRef idx="0"/>
          <a:fillRef idx="0"/>
          <a:effectRef idx="0"/>
          <a:fontRef idx="minor"/>
        </p:style>
        <p:txBody>
          <a:bodyPr lIns="18360" tIns="9000" rIns="18360" bIns="9000" anchor="t">
            <a:spAutoFit/>
          </a:bodyPr>
          <a:p>
            <a:pPr algn="ctr" defTabSz="457200">
              <a:lnSpc>
                <a:spcPct val="100000"/>
              </a:lnSpc>
            </a:pPr>
            <a:r>
              <a:rPr lang="en-US" sz="1200" b="0" u="none" strike="noStrike">
                <a:solidFill>
                  <a:srgbClr val="D6D6D6"/>
                </a:solidFill>
                <a:effectLst/>
                <a:uFillTx/>
                <a:latin typeface="Arial"/>
              </a:rPr>
              <a:t>El LLM planifica una vez; el código ejecuta</a:t>
            </a:r>
            <a:endParaRPr lang="en-US" sz="1200" b="0" u="none" strike="noStrike">
              <a:solidFill>
                <a:srgbClr val="FFFFFF"/>
              </a:solidFill>
              <a:effectLst/>
              <a:uFillTx/>
              <a:latin typeface="Arial"/>
            </a:endParaRPr>
          </a:p>
        </p:txBody>
      </p:sp>
      <p:sp>
        <p:nvSpPr>
          <p:cNvPr id="193" name="Oval 14"/>
          <p:cNvSpPr/>
          <p:nvPr/>
        </p:nvSpPr>
        <p:spPr>
          <a:xfrm>
            <a:off x="5096880" y="3383280"/>
            <a:ext cx="310680" cy="310680"/>
          </a:xfrm>
          <a:prstGeom prst="ellipse">
            <a:avLst/>
          </a:prstGeom>
          <a:solidFill>
            <a:srgbClr val="000000"/>
          </a:solidFill>
          <a:ln w="31750">
            <a:solidFill>
              <a:srgbClr val="FFFFFF"/>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194" name="Rectangle 15"/>
          <p:cNvSpPr/>
          <p:nvPr/>
        </p:nvSpPr>
        <p:spPr>
          <a:xfrm>
            <a:off x="5243040" y="2743200"/>
            <a:ext cx="18000" cy="639720"/>
          </a:xfrm>
          <a:prstGeom prst="rect">
            <a:avLst/>
          </a:prstGeom>
          <a:solidFill>
            <a:srgbClr val="6A6A6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195" name="TextBox 16"/>
          <p:cNvSpPr/>
          <p:nvPr/>
        </p:nvSpPr>
        <p:spPr>
          <a:xfrm>
            <a:off x="4109040" y="1874520"/>
            <a:ext cx="2285640" cy="328680"/>
          </a:xfrm>
          <a:prstGeom prst="rect">
            <a:avLst/>
          </a:prstGeom>
          <a:noFill/>
          <a:ln w="0">
            <a:noFill/>
          </a:ln>
        </p:spPr>
        <p:style>
          <a:lnRef idx="0"/>
          <a:fillRef idx="0"/>
          <a:effectRef idx="0"/>
          <a:fontRef idx="minor"/>
        </p:style>
        <p:txBody>
          <a:bodyPr lIns="18360" tIns="9000" rIns="18360" bIns="9000" anchor="t">
            <a:spAutoFit/>
          </a:bodyPr>
          <a:p>
            <a:pPr algn="ctr" defTabSz="457200">
              <a:lnSpc>
                <a:spcPct val="100000"/>
              </a:lnSpc>
            </a:pPr>
            <a:r>
              <a:rPr lang="en-US" sz="1700" b="1" u="none" strike="noStrike">
                <a:solidFill>
                  <a:srgbClr val="F2F2F2"/>
                </a:solidFill>
                <a:effectLst/>
                <a:uFillTx/>
                <a:latin typeface="Arial"/>
              </a:rPr>
              <a:t>Query Decomp.</a:t>
            </a:r>
            <a:endParaRPr lang="en-US" sz="1700" b="0" u="none" strike="noStrike">
              <a:solidFill>
                <a:srgbClr val="FFFFFF"/>
              </a:solidFill>
              <a:effectLst/>
              <a:uFillTx/>
              <a:latin typeface="Arial"/>
            </a:endParaRPr>
          </a:p>
        </p:txBody>
      </p:sp>
      <p:sp>
        <p:nvSpPr>
          <p:cNvPr id="196" name="TextBox 17"/>
          <p:cNvSpPr/>
          <p:nvPr/>
        </p:nvSpPr>
        <p:spPr>
          <a:xfrm>
            <a:off x="4109040" y="2212920"/>
            <a:ext cx="2285640" cy="548280"/>
          </a:xfrm>
          <a:prstGeom prst="rect">
            <a:avLst/>
          </a:prstGeom>
          <a:noFill/>
          <a:ln w="0">
            <a:noFill/>
          </a:ln>
        </p:spPr>
        <p:style>
          <a:lnRef idx="0"/>
          <a:fillRef idx="0"/>
          <a:effectRef idx="0"/>
          <a:fontRef idx="minor"/>
        </p:style>
        <p:txBody>
          <a:bodyPr lIns="18360" tIns="9000" rIns="18360" bIns="9000" anchor="t">
            <a:spAutoFit/>
          </a:bodyPr>
          <a:p>
            <a:pPr algn="ctr" defTabSz="457200">
              <a:lnSpc>
                <a:spcPct val="100000"/>
              </a:lnSpc>
            </a:pPr>
            <a:r>
              <a:rPr lang="en-US" sz="1200" b="0" u="none" strike="noStrike">
                <a:solidFill>
                  <a:srgbClr val="D6D6D6"/>
                </a:solidFill>
                <a:effectLst/>
                <a:uFillTx/>
                <a:latin typeface="Arial"/>
              </a:rPr>
              <a:t>El LLM parte; el código resuelve cada parte</a:t>
            </a:r>
            <a:endParaRPr lang="en-US" sz="1200" b="0" u="none" strike="noStrike">
              <a:solidFill>
                <a:srgbClr val="FFFFFF"/>
              </a:solidFill>
              <a:effectLst/>
              <a:uFillTx/>
              <a:latin typeface="Arial"/>
            </a:endParaRPr>
          </a:p>
        </p:txBody>
      </p:sp>
      <p:sp>
        <p:nvSpPr>
          <p:cNvPr id="197" name="Oval 18"/>
          <p:cNvSpPr/>
          <p:nvPr/>
        </p:nvSpPr>
        <p:spPr>
          <a:xfrm>
            <a:off x="6784200" y="3383280"/>
            <a:ext cx="310680" cy="310680"/>
          </a:xfrm>
          <a:prstGeom prst="ellipse">
            <a:avLst/>
          </a:prstGeom>
          <a:solidFill>
            <a:srgbClr val="000000"/>
          </a:solidFill>
          <a:ln w="31750">
            <a:solidFill>
              <a:srgbClr val="FFFFFF"/>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198" name="Rectangle 19"/>
          <p:cNvSpPr/>
          <p:nvPr/>
        </p:nvSpPr>
        <p:spPr>
          <a:xfrm>
            <a:off x="6930360" y="3712320"/>
            <a:ext cx="18000" cy="456840"/>
          </a:xfrm>
          <a:prstGeom prst="rect">
            <a:avLst/>
          </a:prstGeom>
          <a:solidFill>
            <a:srgbClr val="6A6A6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199" name="TextBox 20"/>
          <p:cNvSpPr/>
          <p:nvPr/>
        </p:nvSpPr>
        <p:spPr>
          <a:xfrm>
            <a:off x="5796360" y="4224600"/>
            <a:ext cx="2285640" cy="328680"/>
          </a:xfrm>
          <a:prstGeom prst="rect">
            <a:avLst/>
          </a:prstGeom>
          <a:noFill/>
          <a:ln w="0">
            <a:noFill/>
          </a:ln>
        </p:spPr>
        <p:style>
          <a:lnRef idx="0"/>
          <a:fillRef idx="0"/>
          <a:effectRef idx="0"/>
          <a:fontRef idx="minor"/>
        </p:style>
        <p:txBody>
          <a:bodyPr lIns="18360" tIns="9000" rIns="18360" bIns="9000" anchor="t">
            <a:spAutoFit/>
          </a:bodyPr>
          <a:p>
            <a:pPr algn="ctr" defTabSz="457200">
              <a:lnSpc>
                <a:spcPct val="100000"/>
              </a:lnSpc>
            </a:pPr>
            <a:r>
              <a:rPr lang="en-US" sz="1700" b="1" u="none" strike="noStrike">
                <a:solidFill>
                  <a:srgbClr val="F2F2F2"/>
                </a:solidFill>
                <a:effectLst/>
                <a:uFillTx/>
                <a:latin typeface="Arial"/>
              </a:rPr>
              <a:t>Reflection</a:t>
            </a:r>
            <a:endParaRPr lang="en-US" sz="1700" b="0" u="none" strike="noStrike">
              <a:solidFill>
                <a:srgbClr val="FFFFFF"/>
              </a:solidFill>
              <a:effectLst/>
              <a:uFillTx/>
              <a:latin typeface="Arial"/>
            </a:endParaRPr>
          </a:p>
        </p:txBody>
      </p:sp>
      <p:sp>
        <p:nvSpPr>
          <p:cNvPr id="200" name="TextBox 21"/>
          <p:cNvSpPr/>
          <p:nvPr/>
        </p:nvSpPr>
        <p:spPr>
          <a:xfrm>
            <a:off x="5796360" y="4563000"/>
            <a:ext cx="2285640" cy="548280"/>
          </a:xfrm>
          <a:prstGeom prst="rect">
            <a:avLst/>
          </a:prstGeom>
          <a:noFill/>
          <a:ln w="0">
            <a:noFill/>
          </a:ln>
        </p:spPr>
        <p:style>
          <a:lnRef idx="0"/>
          <a:fillRef idx="0"/>
          <a:effectRef idx="0"/>
          <a:fontRef idx="minor"/>
        </p:style>
        <p:txBody>
          <a:bodyPr lIns="18360" tIns="9000" rIns="18360" bIns="9000" anchor="t">
            <a:spAutoFit/>
          </a:bodyPr>
          <a:p>
            <a:pPr algn="ctr" defTabSz="457200">
              <a:lnSpc>
                <a:spcPct val="100000"/>
              </a:lnSpc>
            </a:pPr>
            <a:r>
              <a:rPr lang="en-US" sz="1200" b="0" u="none" strike="noStrike">
                <a:solidFill>
                  <a:srgbClr val="D6D6D6"/>
                </a:solidFill>
                <a:effectLst/>
                <a:uFillTx/>
                <a:latin typeface="Arial"/>
              </a:rPr>
              <a:t>El código fija el lazo; el LLM juzga</a:t>
            </a:r>
            <a:endParaRPr lang="en-US" sz="1200" b="0" u="none" strike="noStrike">
              <a:solidFill>
                <a:srgbClr val="FFFFFF"/>
              </a:solidFill>
              <a:effectLst/>
              <a:uFillTx/>
              <a:latin typeface="Arial"/>
            </a:endParaRPr>
          </a:p>
        </p:txBody>
      </p:sp>
      <p:sp>
        <p:nvSpPr>
          <p:cNvPr id="201" name="Oval 22"/>
          <p:cNvSpPr/>
          <p:nvPr/>
        </p:nvSpPr>
        <p:spPr>
          <a:xfrm>
            <a:off x="8893080" y="3383280"/>
            <a:ext cx="310680" cy="310680"/>
          </a:xfrm>
          <a:prstGeom prst="ellipse">
            <a:avLst/>
          </a:prstGeom>
          <a:solidFill>
            <a:srgbClr val="000000"/>
          </a:solidFill>
          <a:ln w="31750">
            <a:solidFill>
              <a:srgbClr val="FFFFFF"/>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202" name="Rectangle 23"/>
          <p:cNvSpPr/>
          <p:nvPr/>
        </p:nvSpPr>
        <p:spPr>
          <a:xfrm>
            <a:off x="9039600" y="2743200"/>
            <a:ext cx="18000" cy="639720"/>
          </a:xfrm>
          <a:prstGeom prst="rect">
            <a:avLst/>
          </a:prstGeom>
          <a:solidFill>
            <a:srgbClr val="6A6A6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203" name="TextBox 24"/>
          <p:cNvSpPr/>
          <p:nvPr/>
        </p:nvSpPr>
        <p:spPr>
          <a:xfrm>
            <a:off x="7905600" y="1874520"/>
            <a:ext cx="2285640" cy="328680"/>
          </a:xfrm>
          <a:prstGeom prst="rect">
            <a:avLst/>
          </a:prstGeom>
          <a:noFill/>
          <a:ln w="0">
            <a:noFill/>
          </a:ln>
        </p:spPr>
        <p:style>
          <a:lnRef idx="0"/>
          <a:fillRef idx="0"/>
          <a:effectRef idx="0"/>
          <a:fontRef idx="minor"/>
        </p:style>
        <p:txBody>
          <a:bodyPr lIns="18360" tIns="9000" rIns="18360" bIns="9000" anchor="t">
            <a:spAutoFit/>
          </a:bodyPr>
          <a:p>
            <a:pPr algn="ctr" defTabSz="457200">
              <a:lnSpc>
                <a:spcPct val="100000"/>
              </a:lnSpc>
            </a:pPr>
            <a:r>
              <a:rPr lang="en-US" sz="1700" b="1" u="none" strike="noStrike">
                <a:solidFill>
                  <a:srgbClr val="F2F2F2"/>
                </a:solidFill>
                <a:effectLst/>
                <a:uFillTx/>
                <a:latin typeface="Arial"/>
              </a:rPr>
              <a:t>ReAct</a:t>
            </a:r>
            <a:endParaRPr lang="en-US" sz="1700" b="0" u="none" strike="noStrike">
              <a:solidFill>
                <a:srgbClr val="FFFFFF"/>
              </a:solidFill>
              <a:effectLst/>
              <a:uFillTx/>
              <a:latin typeface="Arial"/>
            </a:endParaRPr>
          </a:p>
        </p:txBody>
      </p:sp>
      <p:sp>
        <p:nvSpPr>
          <p:cNvPr id="204" name="TextBox 25"/>
          <p:cNvSpPr/>
          <p:nvPr/>
        </p:nvSpPr>
        <p:spPr>
          <a:xfrm>
            <a:off x="7905600" y="2212920"/>
            <a:ext cx="2285640" cy="548280"/>
          </a:xfrm>
          <a:prstGeom prst="rect">
            <a:avLst/>
          </a:prstGeom>
          <a:noFill/>
          <a:ln w="0">
            <a:noFill/>
          </a:ln>
        </p:spPr>
        <p:style>
          <a:lnRef idx="0"/>
          <a:fillRef idx="0"/>
          <a:effectRef idx="0"/>
          <a:fontRef idx="minor"/>
        </p:style>
        <p:txBody>
          <a:bodyPr lIns="18360" tIns="9000" rIns="18360" bIns="9000" anchor="t">
            <a:spAutoFit/>
          </a:bodyPr>
          <a:p>
            <a:pPr algn="ctr" defTabSz="457200">
              <a:lnSpc>
                <a:spcPct val="100000"/>
              </a:lnSpc>
            </a:pPr>
            <a:r>
              <a:rPr lang="en-US" sz="1200" b="0" u="none" strike="noStrike">
                <a:solidFill>
                  <a:srgbClr val="D6D6D6"/>
                </a:solidFill>
                <a:effectLst/>
                <a:uFillTx/>
                <a:latin typeface="Arial"/>
              </a:rPr>
              <a:t>El LLM decide cada paso</a:t>
            </a:r>
            <a:endParaRPr lang="en-US" sz="1200" b="0" u="none" strike="noStrike">
              <a:solidFill>
                <a:srgbClr val="FFFFFF"/>
              </a:solidFill>
              <a:effectLst/>
              <a:uFillTx/>
              <a:latin typeface="Arial"/>
            </a:endParaRPr>
          </a:p>
        </p:txBody>
      </p:sp>
      <p:sp>
        <p:nvSpPr>
          <p:cNvPr id="205" name="Oval 26"/>
          <p:cNvSpPr/>
          <p:nvPr/>
        </p:nvSpPr>
        <p:spPr>
          <a:xfrm>
            <a:off x="10580400" y="3383280"/>
            <a:ext cx="310680" cy="310680"/>
          </a:xfrm>
          <a:prstGeom prst="ellipse">
            <a:avLst/>
          </a:prstGeom>
          <a:solidFill>
            <a:srgbClr val="000000"/>
          </a:solidFill>
          <a:ln w="31750">
            <a:solidFill>
              <a:srgbClr val="FFFFFF"/>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206" name="Rectangle 27"/>
          <p:cNvSpPr/>
          <p:nvPr/>
        </p:nvSpPr>
        <p:spPr>
          <a:xfrm>
            <a:off x="10726920" y="3712320"/>
            <a:ext cx="18000" cy="456840"/>
          </a:xfrm>
          <a:prstGeom prst="rect">
            <a:avLst/>
          </a:prstGeom>
          <a:solidFill>
            <a:srgbClr val="6A6A6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207" name="TextBox 28"/>
          <p:cNvSpPr/>
          <p:nvPr/>
        </p:nvSpPr>
        <p:spPr>
          <a:xfrm>
            <a:off x="9357120" y="4224600"/>
            <a:ext cx="2285640" cy="328680"/>
          </a:xfrm>
          <a:prstGeom prst="rect">
            <a:avLst/>
          </a:prstGeom>
          <a:noFill/>
          <a:ln w="0">
            <a:noFill/>
          </a:ln>
        </p:spPr>
        <p:style>
          <a:lnRef idx="0"/>
          <a:fillRef idx="0"/>
          <a:effectRef idx="0"/>
          <a:fontRef idx="minor"/>
        </p:style>
        <p:txBody>
          <a:bodyPr lIns="18360" tIns="9000" rIns="18360" bIns="9000" anchor="t">
            <a:spAutoFit/>
          </a:bodyPr>
          <a:p>
            <a:pPr algn="ctr" defTabSz="457200">
              <a:lnSpc>
                <a:spcPct val="100000"/>
              </a:lnSpc>
            </a:pPr>
            <a:r>
              <a:rPr lang="en-US" sz="1700" b="1" u="none" strike="noStrike">
                <a:solidFill>
                  <a:srgbClr val="F2F2F2"/>
                </a:solidFill>
                <a:effectLst/>
                <a:uFillTx/>
                <a:latin typeface="Arial"/>
              </a:rPr>
              <a:t>Deep Research</a:t>
            </a:r>
            <a:endParaRPr lang="en-US" sz="1700" b="0" u="none" strike="noStrike">
              <a:solidFill>
                <a:srgbClr val="FFFFFF"/>
              </a:solidFill>
              <a:effectLst/>
              <a:uFillTx/>
              <a:latin typeface="Arial"/>
            </a:endParaRPr>
          </a:p>
        </p:txBody>
      </p:sp>
      <p:sp>
        <p:nvSpPr>
          <p:cNvPr id="208" name="TextBox 29"/>
          <p:cNvSpPr/>
          <p:nvPr/>
        </p:nvSpPr>
        <p:spPr>
          <a:xfrm>
            <a:off x="9357120" y="4563000"/>
            <a:ext cx="2285640" cy="548280"/>
          </a:xfrm>
          <a:prstGeom prst="rect">
            <a:avLst/>
          </a:prstGeom>
          <a:noFill/>
          <a:ln w="0">
            <a:noFill/>
          </a:ln>
        </p:spPr>
        <p:style>
          <a:lnRef idx="0"/>
          <a:fillRef idx="0"/>
          <a:effectRef idx="0"/>
          <a:fontRef idx="minor"/>
        </p:style>
        <p:txBody>
          <a:bodyPr lIns="18360" tIns="9000" rIns="18360" bIns="9000" anchor="t">
            <a:spAutoFit/>
          </a:bodyPr>
          <a:p>
            <a:pPr algn="ctr" defTabSz="457200">
              <a:lnSpc>
                <a:spcPct val="100000"/>
              </a:lnSpc>
            </a:pPr>
            <a:r>
              <a:rPr lang="en-US" sz="1200" b="0" u="none" strike="noStrike">
                <a:solidFill>
                  <a:srgbClr val="D6D6D6"/>
                </a:solidFill>
                <a:effectLst/>
                <a:uFillTx/>
                <a:latin typeface="Arial"/>
              </a:rPr>
              <a:t>El LLM dirige rondas abiertas</a:t>
            </a:r>
            <a:endParaRPr lang="en-US" sz="1200" b="0" u="none" strike="noStrike">
              <a:solidFill>
                <a:srgbClr val="FFFFFF"/>
              </a:solidFill>
              <a:effectLst/>
              <a:uFillTx/>
              <a:latin typeface="Arial"/>
            </a:endParaRPr>
          </a:p>
        </p:txBody>
      </p:sp>
      <p:sp>
        <p:nvSpPr>
          <p:cNvPr id="209" name="TextBox 30"/>
          <p:cNvSpPr/>
          <p:nvPr/>
        </p:nvSpPr>
        <p:spPr>
          <a:xfrm>
            <a:off x="822960" y="5349240"/>
            <a:ext cx="3657240" cy="319680"/>
          </a:xfrm>
          <a:prstGeom prst="rect">
            <a:avLst/>
          </a:prstGeom>
          <a:noFill/>
          <a:ln w="0">
            <a:noFill/>
          </a:ln>
        </p:spPr>
        <p:style>
          <a:lnRef idx="0"/>
          <a:fillRef idx="0"/>
          <a:effectRef idx="0"/>
          <a:fontRef idx="minor"/>
        </p:style>
        <p:txBody>
          <a:bodyPr lIns="18360" tIns="9000" rIns="18360" bIns="9000" anchor="t">
            <a:spAutoFit/>
          </a:bodyPr>
          <a:p>
            <a:pPr defTabSz="457200">
              <a:lnSpc>
                <a:spcPct val="100000"/>
              </a:lnSpc>
            </a:pPr>
            <a:r>
              <a:rPr lang="en-US" sz="1500" b="1" u="none" strike="noStrike">
                <a:solidFill>
                  <a:srgbClr val="4DA3FF"/>
                </a:solidFill>
                <a:effectLst/>
                <a:uFillTx/>
                <a:latin typeface="Arial"/>
              </a:rPr>
              <a:t>◄  Decide el código</a:t>
            </a:r>
            <a:endParaRPr lang="en-US" sz="1500" b="0" u="none" strike="noStrike">
              <a:solidFill>
                <a:srgbClr val="FFFFFF"/>
              </a:solidFill>
              <a:effectLst/>
              <a:uFillTx/>
              <a:latin typeface="Arial"/>
            </a:endParaRPr>
          </a:p>
        </p:txBody>
      </p:sp>
      <p:sp>
        <p:nvSpPr>
          <p:cNvPr id="210" name="TextBox 31"/>
          <p:cNvSpPr/>
          <p:nvPr/>
        </p:nvSpPr>
        <p:spPr>
          <a:xfrm>
            <a:off x="7711200" y="5349240"/>
            <a:ext cx="3657240" cy="319680"/>
          </a:xfrm>
          <a:prstGeom prst="rect">
            <a:avLst/>
          </a:prstGeom>
          <a:noFill/>
          <a:ln w="0">
            <a:noFill/>
          </a:ln>
        </p:spPr>
        <p:style>
          <a:lnRef idx="0"/>
          <a:fillRef idx="0"/>
          <a:effectRef idx="0"/>
          <a:fontRef idx="minor"/>
        </p:style>
        <p:txBody>
          <a:bodyPr lIns="18360" tIns="9000" rIns="18360" bIns="9000" anchor="t">
            <a:spAutoFit/>
          </a:bodyPr>
          <a:p>
            <a:pPr algn="r" defTabSz="457200">
              <a:lnSpc>
                <a:spcPct val="100000"/>
              </a:lnSpc>
            </a:pPr>
            <a:r>
              <a:rPr lang="en-US" sz="1500" b="1" u="none" strike="noStrike">
                <a:solidFill>
                  <a:srgbClr val="FF6B1A"/>
                </a:solidFill>
                <a:effectLst/>
                <a:uFillTx/>
                <a:latin typeface="Arial"/>
              </a:rPr>
              <a:t>Decide el LLM  ►</a:t>
            </a:r>
            <a:endParaRPr lang="en-US" sz="1500" b="0" u="none" strike="noStrike">
              <a:solidFill>
                <a:srgbClr val="FFFFFF"/>
              </a:solidFill>
              <a:effectLst/>
              <a:uFillTx/>
              <a:latin typeface="Arial"/>
            </a:endParaRPr>
          </a:p>
        </p:txBody>
      </p:sp>
      <p:sp>
        <p:nvSpPr>
          <p:cNvPr id="211" name="TextBox 32"/>
          <p:cNvSpPr/>
          <p:nvPr/>
        </p:nvSpPr>
        <p:spPr>
          <a:xfrm>
            <a:off x="548640" y="5943600"/>
            <a:ext cx="11094120" cy="456840"/>
          </a:xfrm>
          <a:prstGeom prst="rect">
            <a:avLst/>
          </a:prstGeom>
          <a:noFill/>
          <a:ln w="0">
            <a:noFill/>
          </a:ln>
        </p:spPr>
        <p:style>
          <a:lnRef idx="0"/>
          <a:fillRef idx="0"/>
          <a:effectRef idx="0"/>
          <a:fontRef idx="minor"/>
        </p:style>
        <p:txBody>
          <a:bodyPr lIns="18360" tIns="9000" rIns="18360" bIns="9000" anchor="ctr">
            <a:spAutoFit/>
          </a:bodyPr>
          <a:p>
            <a:pPr defTabSz="457200">
              <a:lnSpc>
                <a:spcPct val="100000"/>
              </a:lnSpc>
            </a:pPr>
            <a:r>
              <a:rPr lang="en-US" sz="1300" b="0" i="1" u="none" strike="noStrike">
                <a:solidFill>
                  <a:srgbClr val="9A9A9A"/>
                </a:solidFill>
                <a:effectLst/>
                <a:uFillTx/>
                <a:latin typeface="Arial"/>
              </a:rPr>
              <a:t>Ordenamiento didáctico, no una medida: cada implementación concreta mueve el marcador.</a:t>
            </a:r>
            <a:endParaRPr lang="en-US" sz="130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00000"/>
        </a:solidFill>
      </p:bgPr>
    </p:bg>
    <p:spTree>
      <p:nvGrpSpPr>
        <p:cNvPr id="1" name=""/>
        <p:cNvGrpSpPr/>
        <p:nvPr/>
      </p:nvGrpSpPr>
      <p:grpSpPr>
        <a:xfrm>
          <a:off x="0" y="0"/>
          <a:ext cx="0" cy="0"/>
          <a:chOff x="0" y="0"/>
          <a:chExt cx="0" cy="0"/>
        </a:xfrm>
      </p:grpSpPr>
      <p:sp>
        <p:nvSpPr>
          <p:cNvPr id="212" name="TextBox 1"/>
          <p:cNvSpPr/>
          <p:nvPr/>
        </p:nvSpPr>
        <p:spPr>
          <a:xfrm>
            <a:off x="548640" y="329040"/>
            <a:ext cx="8229240" cy="273960"/>
          </a:xfrm>
          <a:prstGeom prst="rect">
            <a:avLst/>
          </a:prstGeom>
          <a:noFill/>
          <a:ln w="0">
            <a:noFill/>
          </a:ln>
        </p:spPr>
        <p:style>
          <a:lnRef idx="0"/>
          <a:fillRef idx="0"/>
          <a:effectRef idx="0"/>
          <a:fontRef idx="minor"/>
        </p:style>
        <p:txBody>
          <a:bodyPr lIns="18360" tIns="9000" rIns="18360" bIns="9000" anchor="t">
            <a:spAutoFit/>
          </a:bodyPr>
          <a:p>
            <a:pPr defTabSz="457200">
              <a:lnSpc>
                <a:spcPct val="100000"/>
              </a:lnSpc>
            </a:pPr>
            <a:r>
              <a:rPr lang="en-US" sz="1150" b="1" u="none" strike="noStrike">
                <a:solidFill>
                  <a:srgbClr val="FF6B1A"/>
                </a:solidFill>
                <a:effectLst/>
                <a:uFillTx/>
                <a:latin typeface="Arial"/>
              </a:rPr>
              <a:t>MAPA DEL MATERIAL</a:t>
            </a:r>
            <a:endParaRPr lang="en-US" sz="1150" b="0" u="none" strike="noStrike">
              <a:solidFill>
                <a:srgbClr val="FFFFFF"/>
              </a:solidFill>
              <a:effectLst/>
              <a:uFillTx/>
              <a:latin typeface="Arial"/>
            </a:endParaRPr>
          </a:p>
        </p:txBody>
      </p:sp>
      <p:sp>
        <p:nvSpPr>
          <p:cNvPr id="213" name="TextBox 2"/>
          <p:cNvSpPr/>
          <p:nvPr/>
        </p:nvSpPr>
        <p:spPr>
          <a:xfrm>
            <a:off x="548640" y="603360"/>
            <a:ext cx="11094120" cy="639720"/>
          </a:xfrm>
          <a:prstGeom prst="rect">
            <a:avLst/>
          </a:prstGeom>
          <a:noFill/>
          <a:ln w="0">
            <a:noFill/>
          </a:ln>
        </p:spPr>
        <p:style>
          <a:lnRef idx="0"/>
          <a:fillRef idx="0"/>
          <a:effectRef idx="0"/>
          <a:fontRef idx="minor"/>
        </p:style>
        <p:txBody>
          <a:bodyPr lIns="18360" tIns="9000" rIns="18360" bIns="9000" anchor="ctr">
            <a:spAutoFit/>
          </a:bodyPr>
          <a:p>
            <a:pPr defTabSz="457200">
              <a:lnSpc>
                <a:spcPct val="100000"/>
              </a:lnSpc>
            </a:pPr>
            <a:r>
              <a:rPr lang="en-US" sz="3000" b="1" u="none" strike="noStrike">
                <a:solidFill>
                  <a:srgbClr val="F2F2F2"/>
                </a:solidFill>
                <a:effectLst/>
                <a:uFillTx/>
                <a:latin typeface="Arial"/>
              </a:rPr>
              <a:t>Seis arquetipos, seis respuestas</a:t>
            </a:r>
            <a:endParaRPr lang="en-US" sz="3000" b="0" u="none" strike="noStrike">
              <a:solidFill>
                <a:srgbClr val="FFFFFF"/>
              </a:solidFill>
              <a:effectLst/>
              <a:uFillTx/>
              <a:latin typeface="Arial"/>
            </a:endParaRPr>
          </a:p>
        </p:txBody>
      </p:sp>
      <p:sp>
        <p:nvSpPr>
          <p:cNvPr id="214" name="TextBox 3"/>
          <p:cNvSpPr/>
          <p:nvPr/>
        </p:nvSpPr>
        <p:spPr>
          <a:xfrm>
            <a:off x="548640" y="6492240"/>
            <a:ext cx="7314840" cy="228240"/>
          </a:xfrm>
          <a:prstGeom prst="rect">
            <a:avLst/>
          </a:prstGeom>
          <a:noFill/>
          <a:ln w="0">
            <a:noFill/>
          </a:ln>
        </p:spPr>
        <p:style>
          <a:lnRef idx="0"/>
          <a:fillRef idx="0"/>
          <a:effectRef idx="0"/>
          <a:fontRef idx="minor"/>
        </p:style>
        <p:txBody>
          <a:bodyPr lIns="18360" tIns="9000" rIns="18360" bIns="9000" anchor="t">
            <a:spAutoFit/>
          </a:bodyPr>
          <a:p>
            <a:pPr defTabSz="457200">
              <a:lnSpc>
                <a:spcPct val="100000"/>
              </a:lnSpc>
            </a:pPr>
            <a:r>
              <a:rPr lang="en-US" sz="900" b="0" u="none" strike="noStrike">
                <a:solidFill>
                  <a:srgbClr val="9A9A9A"/>
                </a:solidFill>
                <a:effectLst/>
                <a:uFillTx/>
                <a:latin typeface="Arial"/>
              </a:rPr>
              <a:t>Arquetipos de agentes · Módulo 5 · UTDT</a:t>
            </a:r>
            <a:endParaRPr lang="en-US" sz="900" b="0" u="none" strike="noStrike">
              <a:solidFill>
                <a:srgbClr val="FFFFFF"/>
              </a:solidFill>
              <a:effectLst/>
              <a:uFillTx/>
              <a:latin typeface="Arial"/>
            </a:endParaRPr>
          </a:p>
        </p:txBody>
      </p:sp>
      <p:sp>
        <p:nvSpPr>
          <p:cNvPr id="215" name="TextBox 4"/>
          <p:cNvSpPr/>
          <p:nvPr/>
        </p:nvSpPr>
        <p:spPr>
          <a:xfrm>
            <a:off x="10271520" y="6492240"/>
            <a:ext cx="1371240" cy="228240"/>
          </a:xfrm>
          <a:prstGeom prst="rect">
            <a:avLst/>
          </a:prstGeom>
          <a:noFill/>
          <a:ln w="0">
            <a:noFill/>
          </a:ln>
        </p:spPr>
        <p:style>
          <a:lnRef idx="0"/>
          <a:fillRef idx="0"/>
          <a:effectRef idx="0"/>
          <a:fontRef idx="minor"/>
        </p:style>
        <p:txBody>
          <a:bodyPr lIns="18360" tIns="9000" rIns="18360" bIns="9000" anchor="t">
            <a:spAutoFit/>
          </a:bodyPr>
          <a:p>
            <a:pPr algn="r" defTabSz="457200">
              <a:lnSpc>
                <a:spcPct val="100000"/>
              </a:lnSpc>
            </a:pPr>
            <a:r>
              <a:rPr lang="en-US" sz="900" b="0" u="none" strike="noStrike">
                <a:solidFill>
                  <a:srgbClr val="9A9A9A"/>
                </a:solidFill>
                <a:effectLst/>
                <a:uFillTx/>
                <a:latin typeface="Arial"/>
              </a:rPr>
              <a:t>7 / 35</a:t>
            </a:r>
            <a:endParaRPr lang="en-US" sz="900" b="0" u="none" strike="noStrike">
              <a:solidFill>
                <a:srgbClr val="FFFFFF"/>
              </a:solidFill>
              <a:effectLst/>
              <a:uFillTx/>
              <a:latin typeface="Arial"/>
            </a:endParaRPr>
          </a:p>
        </p:txBody>
      </p:sp>
      <p:sp>
        <p:nvSpPr>
          <p:cNvPr id="216" name="Rectangle 5"/>
          <p:cNvSpPr/>
          <p:nvPr/>
        </p:nvSpPr>
        <p:spPr>
          <a:xfrm>
            <a:off x="548640" y="1417320"/>
            <a:ext cx="3563640" cy="2093760"/>
          </a:xfrm>
          <a:prstGeom prst="rect">
            <a:avLst/>
          </a:prstGeom>
          <a:solidFill>
            <a:srgbClr val="0E0E0E"/>
          </a:solidFill>
          <a:ln>
            <a:solidFill>
              <a:srgbClr val="2A2A2A"/>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217" name="Rectangle 6"/>
          <p:cNvSpPr/>
          <p:nvPr/>
        </p:nvSpPr>
        <p:spPr>
          <a:xfrm>
            <a:off x="548640" y="1417320"/>
            <a:ext cx="3563640" cy="63720"/>
          </a:xfrm>
          <a:prstGeom prst="rect">
            <a:avLst/>
          </a:prstGeom>
          <a:solidFill>
            <a:srgbClr val="FF6B1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19080" rIns="90000" bIns="19080" anchor="ctr">
            <a:noAutofit/>
          </a:bodyPr>
          <a:p>
            <a:endParaRPr lang="en-US" sz="1800" b="0" u="none" strike="noStrike">
              <a:solidFill>
                <a:schemeClr val="lt1"/>
              </a:solidFill>
              <a:effectLst/>
              <a:uFillTx/>
              <a:latin typeface="Calibri"/>
            </a:endParaRPr>
          </a:p>
        </p:txBody>
      </p:sp>
      <p:sp>
        <p:nvSpPr>
          <p:cNvPr id="218" name="TextBox 7"/>
          <p:cNvSpPr/>
          <p:nvPr/>
        </p:nvSpPr>
        <p:spPr>
          <a:xfrm>
            <a:off x="713160" y="1563480"/>
            <a:ext cx="3234600" cy="1892520"/>
          </a:xfrm>
          <a:prstGeom prst="rect">
            <a:avLst/>
          </a:prstGeom>
          <a:noFill/>
          <a:ln w="0">
            <a:noFill/>
          </a:ln>
        </p:spPr>
        <p:style>
          <a:lnRef idx="0"/>
          <a:fillRef idx="0"/>
          <a:effectRef idx="0"/>
          <a:fontRef idx="minor"/>
        </p:style>
        <p:txBody>
          <a:bodyPr lIns="18360" tIns="0" rIns="18360" bIns="0" anchor="t">
            <a:spAutoFit/>
          </a:bodyPr>
          <a:p>
            <a:pPr defTabSz="457200">
              <a:lnSpc>
                <a:spcPct val="100000"/>
              </a:lnSpc>
              <a:spcAft>
                <a:spcPts val="799"/>
              </a:spcAft>
            </a:pPr>
            <a:r>
              <a:rPr lang="en-US" sz="1790" b="1" u="none" strike="noStrike">
                <a:solidFill>
                  <a:srgbClr val="FF6B1A"/>
                </a:solidFill>
                <a:effectLst/>
                <a:uFillTx/>
                <a:latin typeface="Arial"/>
              </a:rPr>
              <a:t>1 · Reflex</a:t>
            </a:r>
            <a:endParaRPr lang="en-US" sz="1790" b="0" u="none" strike="noStrike">
              <a:solidFill>
                <a:srgbClr val="FFFFFF"/>
              </a:solidFill>
              <a:effectLst/>
              <a:uFillTx/>
              <a:latin typeface="Arial"/>
            </a:endParaRPr>
          </a:p>
          <a:p>
            <a:pPr marL="171360" indent="-171360" defTabSz="457200">
              <a:lnSpc>
                <a:spcPct val="100000"/>
              </a:lnSpc>
              <a:spcAft>
                <a:spcPts val="879"/>
              </a:spcAft>
              <a:buClr>
                <a:srgbClr val="D6D6D6"/>
              </a:buClr>
              <a:buFont typeface="Symbol" charset="2"/>
              <a:buChar char=""/>
            </a:pPr>
            <a:r>
              <a:rPr lang="en-US" sz="1600" b="0" u="none" strike="noStrike">
                <a:solidFill>
                  <a:srgbClr val="D6D6D6"/>
                </a:solidFill>
                <a:effectLst/>
                <a:uFillTx/>
                <a:latin typeface="Arial"/>
              </a:rPr>
              <a:t>Responde en una pasada, sin bucle ni estado intermedio.</a:t>
            </a:r>
            <a:endParaRPr lang="en-US" sz="1600" b="0" u="none" strike="noStrike">
              <a:solidFill>
                <a:srgbClr val="FFFFFF"/>
              </a:solidFill>
              <a:effectLst/>
              <a:uFillTx/>
              <a:latin typeface="Arial"/>
            </a:endParaRPr>
          </a:p>
        </p:txBody>
      </p:sp>
      <p:sp>
        <p:nvSpPr>
          <p:cNvPr id="219" name="Rectangle 8"/>
          <p:cNvSpPr/>
          <p:nvPr/>
        </p:nvSpPr>
        <p:spPr>
          <a:xfrm>
            <a:off x="4313880" y="1417320"/>
            <a:ext cx="3563640" cy="2093760"/>
          </a:xfrm>
          <a:prstGeom prst="rect">
            <a:avLst/>
          </a:prstGeom>
          <a:solidFill>
            <a:srgbClr val="0E0E0E"/>
          </a:solidFill>
          <a:ln>
            <a:solidFill>
              <a:srgbClr val="2A2A2A"/>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220" name="Rectangle 9"/>
          <p:cNvSpPr/>
          <p:nvPr/>
        </p:nvSpPr>
        <p:spPr>
          <a:xfrm>
            <a:off x="4313880" y="1417320"/>
            <a:ext cx="3563640" cy="63720"/>
          </a:xfrm>
          <a:prstGeom prst="rect">
            <a:avLst/>
          </a:prstGeom>
          <a:solidFill>
            <a:srgbClr val="FF6B1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19080" rIns="90000" bIns="19080" anchor="ctr">
            <a:noAutofit/>
          </a:bodyPr>
          <a:p>
            <a:endParaRPr lang="en-US" sz="1800" b="0" u="none" strike="noStrike">
              <a:solidFill>
                <a:schemeClr val="lt1"/>
              </a:solidFill>
              <a:effectLst/>
              <a:uFillTx/>
              <a:latin typeface="Calibri"/>
            </a:endParaRPr>
          </a:p>
        </p:txBody>
      </p:sp>
      <p:sp>
        <p:nvSpPr>
          <p:cNvPr id="221" name="TextBox 10"/>
          <p:cNvSpPr/>
          <p:nvPr/>
        </p:nvSpPr>
        <p:spPr>
          <a:xfrm>
            <a:off x="4478400" y="1563480"/>
            <a:ext cx="3234600" cy="1892520"/>
          </a:xfrm>
          <a:prstGeom prst="rect">
            <a:avLst/>
          </a:prstGeom>
          <a:noFill/>
          <a:ln w="0">
            <a:noFill/>
          </a:ln>
        </p:spPr>
        <p:style>
          <a:lnRef idx="0"/>
          <a:fillRef idx="0"/>
          <a:effectRef idx="0"/>
          <a:fontRef idx="minor"/>
        </p:style>
        <p:txBody>
          <a:bodyPr lIns="18360" tIns="0" rIns="18360" bIns="0" anchor="t">
            <a:spAutoFit/>
          </a:bodyPr>
          <a:p>
            <a:pPr defTabSz="457200">
              <a:lnSpc>
                <a:spcPct val="100000"/>
              </a:lnSpc>
              <a:spcAft>
                <a:spcPts val="799"/>
              </a:spcAft>
            </a:pPr>
            <a:r>
              <a:rPr lang="en-US" sz="1790" b="1" u="none" strike="noStrike">
                <a:solidFill>
                  <a:srgbClr val="FF6B1A"/>
                </a:solidFill>
                <a:effectLst/>
                <a:uFillTx/>
                <a:latin typeface="Arial"/>
              </a:rPr>
              <a:t>2 · ReAct</a:t>
            </a:r>
            <a:endParaRPr lang="en-US" sz="1790" b="0" u="none" strike="noStrike">
              <a:solidFill>
                <a:srgbClr val="FFFFFF"/>
              </a:solidFill>
              <a:effectLst/>
              <a:uFillTx/>
              <a:latin typeface="Arial"/>
            </a:endParaRPr>
          </a:p>
          <a:p>
            <a:pPr marL="171360" indent="-171360" defTabSz="457200">
              <a:lnSpc>
                <a:spcPct val="100000"/>
              </a:lnSpc>
              <a:spcAft>
                <a:spcPts val="879"/>
              </a:spcAft>
              <a:buClr>
                <a:srgbClr val="D6D6D6"/>
              </a:buClr>
              <a:buFont typeface="Symbol" charset="2"/>
              <a:buChar char=""/>
            </a:pPr>
            <a:r>
              <a:rPr lang="en-US" sz="1600" b="0" u="none" strike="noStrike">
                <a:solidFill>
                  <a:srgbClr val="D6D6D6"/>
                </a:solidFill>
                <a:effectLst/>
                <a:uFillTx/>
                <a:latin typeface="Arial"/>
              </a:rPr>
              <a:t>Alterna razonar y actuar; el modelo decide cada vuelta.</a:t>
            </a:r>
            <a:endParaRPr lang="en-US" sz="1600" b="0" u="none" strike="noStrike">
              <a:solidFill>
                <a:srgbClr val="FFFFFF"/>
              </a:solidFill>
              <a:effectLst/>
              <a:uFillTx/>
              <a:latin typeface="Arial"/>
            </a:endParaRPr>
          </a:p>
        </p:txBody>
      </p:sp>
      <p:sp>
        <p:nvSpPr>
          <p:cNvPr id="222" name="Rectangle 11"/>
          <p:cNvSpPr/>
          <p:nvPr/>
        </p:nvSpPr>
        <p:spPr>
          <a:xfrm>
            <a:off x="8079120" y="1417320"/>
            <a:ext cx="3563640" cy="2093760"/>
          </a:xfrm>
          <a:prstGeom prst="rect">
            <a:avLst/>
          </a:prstGeom>
          <a:solidFill>
            <a:srgbClr val="0E0E0E"/>
          </a:solidFill>
          <a:ln>
            <a:solidFill>
              <a:srgbClr val="2A2A2A"/>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223" name="Rectangle 12"/>
          <p:cNvSpPr/>
          <p:nvPr/>
        </p:nvSpPr>
        <p:spPr>
          <a:xfrm>
            <a:off x="8079120" y="1417320"/>
            <a:ext cx="3563640" cy="63720"/>
          </a:xfrm>
          <a:prstGeom prst="rect">
            <a:avLst/>
          </a:prstGeom>
          <a:solidFill>
            <a:srgbClr val="FF6B1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19080" rIns="90000" bIns="19080" anchor="ctr">
            <a:noAutofit/>
          </a:bodyPr>
          <a:p>
            <a:endParaRPr lang="en-US" sz="1800" b="0" u="none" strike="noStrike">
              <a:solidFill>
                <a:schemeClr val="lt1"/>
              </a:solidFill>
              <a:effectLst/>
              <a:uFillTx/>
              <a:latin typeface="Calibri"/>
            </a:endParaRPr>
          </a:p>
        </p:txBody>
      </p:sp>
      <p:sp>
        <p:nvSpPr>
          <p:cNvPr id="224" name="TextBox 13"/>
          <p:cNvSpPr/>
          <p:nvPr/>
        </p:nvSpPr>
        <p:spPr>
          <a:xfrm>
            <a:off x="8243640" y="1563480"/>
            <a:ext cx="3234600" cy="1892520"/>
          </a:xfrm>
          <a:prstGeom prst="rect">
            <a:avLst/>
          </a:prstGeom>
          <a:noFill/>
          <a:ln w="0">
            <a:noFill/>
          </a:ln>
        </p:spPr>
        <p:style>
          <a:lnRef idx="0"/>
          <a:fillRef idx="0"/>
          <a:effectRef idx="0"/>
          <a:fontRef idx="minor"/>
        </p:style>
        <p:txBody>
          <a:bodyPr lIns="18360" tIns="0" rIns="18360" bIns="0" anchor="t">
            <a:spAutoFit/>
          </a:bodyPr>
          <a:p>
            <a:pPr defTabSz="457200">
              <a:lnSpc>
                <a:spcPct val="100000"/>
              </a:lnSpc>
              <a:spcAft>
                <a:spcPts val="799"/>
              </a:spcAft>
            </a:pPr>
            <a:r>
              <a:rPr lang="en-US" sz="1790" b="1" u="none" strike="noStrike">
                <a:solidFill>
                  <a:srgbClr val="FF6B1A"/>
                </a:solidFill>
                <a:effectLst/>
                <a:uFillTx/>
                <a:latin typeface="Arial"/>
              </a:rPr>
              <a:t>3 · Planner-Executor</a:t>
            </a:r>
            <a:endParaRPr lang="en-US" sz="1790" b="0" u="none" strike="noStrike">
              <a:solidFill>
                <a:srgbClr val="FFFFFF"/>
              </a:solidFill>
              <a:effectLst/>
              <a:uFillTx/>
              <a:latin typeface="Arial"/>
            </a:endParaRPr>
          </a:p>
          <a:p>
            <a:pPr marL="171360" indent="-171360" defTabSz="457200">
              <a:lnSpc>
                <a:spcPct val="100000"/>
              </a:lnSpc>
              <a:spcAft>
                <a:spcPts val="879"/>
              </a:spcAft>
              <a:buClr>
                <a:srgbClr val="D6D6D6"/>
              </a:buClr>
              <a:buFont typeface="Symbol" charset="2"/>
              <a:buChar char=""/>
            </a:pPr>
            <a:r>
              <a:rPr lang="en-US" sz="1600" b="0" u="none" strike="noStrike">
                <a:solidFill>
                  <a:srgbClr val="D6D6D6"/>
                </a:solidFill>
                <a:effectLst/>
                <a:uFillTx/>
                <a:latin typeface="Arial"/>
              </a:rPr>
              <a:t>Separa planificar de ejecutar; el plan es un artefacto.</a:t>
            </a:r>
            <a:endParaRPr lang="en-US" sz="1600" b="0" u="none" strike="noStrike">
              <a:solidFill>
                <a:srgbClr val="FFFFFF"/>
              </a:solidFill>
              <a:effectLst/>
              <a:uFillTx/>
              <a:latin typeface="Arial"/>
            </a:endParaRPr>
          </a:p>
        </p:txBody>
      </p:sp>
      <p:sp>
        <p:nvSpPr>
          <p:cNvPr id="225" name="Rectangle 14"/>
          <p:cNvSpPr/>
          <p:nvPr/>
        </p:nvSpPr>
        <p:spPr>
          <a:xfrm>
            <a:off x="548640" y="3712320"/>
            <a:ext cx="3563640" cy="2093760"/>
          </a:xfrm>
          <a:prstGeom prst="rect">
            <a:avLst/>
          </a:prstGeom>
          <a:solidFill>
            <a:srgbClr val="0E0E0E"/>
          </a:solidFill>
          <a:ln>
            <a:solidFill>
              <a:srgbClr val="2A2A2A"/>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226" name="Rectangle 15"/>
          <p:cNvSpPr/>
          <p:nvPr/>
        </p:nvSpPr>
        <p:spPr>
          <a:xfrm>
            <a:off x="548640" y="3712320"/>
            <a:ext cx="3563640" cy="63720"/>
          </a:xfrm>
          <a:prstGeom prst="rect">
            <a:avLst/>
          </a:prstGeom>
          <a:solidFill>
            <a:srgbClr val="FF6B1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19080" rIns="90000" bIns="19080" anchor="ctr">
            <a:noAutofit/>
          </a:bodyPr>
          <a:p>
            <a:endParaRPr lang="en-US" sz="1800" b="0" u="none" strike="noStrike">
              <a:solidFill>
                <a:schemeClr val="lt1"/>
              </a:solidFill>
              <a:effectLst/>
              <a:uFillTx/>
              <a:latin typeface="Calibri"/>
            </a:endParaRPr>
          </a:p>
        </p:txBody>
      </p:sp>
      <p:sp>
        <p:nvSpPr>
          <p:cNvPr id="227" name="TextBox 16"/>
          <p:cNvSpPr/>
          <p:nvPr/>
        </p:nvSpPr>
        <p:spPr>
          <a:xfrm>
            <a:off x="713160" y="3858840"/>
            <a:ext cx="3234600" cy="1892520"/>
          </a:xfrm>
          <a:prstGeom prst="rect">
            <a:avLst/>
          </a:prstGeom>
          <a:noFill/>
          <a:ln w="0">
            <a:noFill/>
          </a:ln>
        </p:spPr>
        <p:style>
          <a:lnRef idx="0"/>
          <a:fillRef idx="0"/>
          <a:effectRef idx="0"/>
          <a:fontRef idx="minor"/>
        </p:style>
        <p:txBody>
          <a:bodyPr lIns="18360" tIns="0" rIns="18360" bIns="0" anchor="t">
            <a:spAutoFit/>
          </a:bodyPr>
          <a:p>
            <a:pPr defTabSz="457200">
              <a:lnSpc>
                <a:spcPct val="100000"/>
              </a:lnSpc>
              <a:spcAft>
                <a:spcPts val="799"/>
              </a:spcAft>
            </a:pPr>
            <a:r>
              <a:rPr lang="en-US" sz="1790" b="1" u="none" strike="noStrike">
                <a:solidFill>
                  <a:srgbClr val="FF6B1A"/>
                </a:solidFill>
                <a:effectLst/>
                <a:uFillTx/>
                <a:latin typeface="Arial"/>
              </a:rPr>
              <a:t>4 · Query Decomposition</a:t>
            </a:r>
            <a:endParaRPr lang="en-US" sz="1790" b="0" u="none" strike="noStrike">
              <a:solidFill>
                <a:srgbClr val="FFFFFF"/>
              </a:solidFill>
              <a:effectLst/>
              <a:uFillTx/>
              <a:latin typeface="Arial"/>
            </a:endParaRPr>
          </a:p>
          <a:p>
            <a:pPr marL="171360" indent="-171360" defTabSz="457200">
              <a:lnSpc>
                <a:spcPct val="100000"/>
              </a:lnSpc>
              <a:spcAft>
                <a:spcPts val="879"/>
              </a:spcAft>
              <a:buClr>
                <a:srgbClr val="D6D6D6"/>
              </a:buClr>
              <a:buFont typeface="Symbol" charset="2"/>
              <a:buChar char=""/>
            </a:pPr>
            <a:r>
              <a:rPr lang="en-US" sz="1600" b="0" u="none" strike="noStrike">
                <a:solidFill>
                  <a:srgbClr val="D6D6D6"/>
                </a:solidFill>
                <a:effectLst/>
                <a:uFillTx/>
                <a:latin typeface="Arial"/>
              </a:rPr>
              <a:t>Parte una pregunta compleja y resuelve cada parte por separado.</a:t>
            </a:r>
            <a:endParaRPr lang="en-US" sz="1600" b="0" u="none" strike="noStrike">
              <a:solidFill>
                <a:srgbClr val="FFFFFF"/>
              </a:solidFill>
              <a:effectLst/>
              <a:uFillTx/>
              <a:latin typeface="Arial"/>
            </a:endParaRPr>
          </a:p>
        </p:txBody>
      </p:sp>
      <p:sp>
        <p:nvSpPr>
          <p:cNvPr id="228" name="Rectangle 17"/>
          <p:cNvSpPr/>
          <p:nvPr/>
        </p:nvSpPr>
        <p:spPr>
          <a:xfrm>
            <a:off x="4313880" y="3712320"/>
            <a:ext cx="3563640" cy="2093760"/>
          </a:xfrm>
          <a:prstGeom prst="rect">
            <a:avLst/>
          </a:prstGeom>
          <a:solidFill>
            <a:srgbClr val="0E0E0E"/>
          </a:solidFill>
          <a:ln>
            <a:solidFill>
              <a:srgbClr val="2A2A2A"/>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229" name="Rectangle 18"/>
          <p:cNvSpPr/>
          <p:nvPr/>
        </p:nvSpPr>
        <p:spPr>
          <a:xfrm>
            <a:off x="4313880" y="3712320"/>
            <a:ext cx="3563640" cy="63720"/>
          </a:xfrm>
          <a:prstGeom prst="rect">
            <a:avLst/>
          </a:prstGeom>
          <a:solidFill>
            <a:srgbClr val="FF6B1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19080" rIns="90000" bIns="19080" anchor="ctr">
            <a:noAutofit/>
          </a:bodyPr>
          <a:p>
            <a:endParaRPr lang="en-US" sz="1800" b="0" u="none" strike="noStrike">
              <a:solidFill>
                <a:schemeClr val="lt1"/>
              </a:solidFill>
              <a:effectLst/>
              <a:uFillTx/>
              <a:latin typeface="Calibri"/>
            </a:endParaRPr>
          </a:p>
        </p:txBody>
      </p:sp>
      <p:sp>
        <p:nvSpPr>
          <p:cNvPr id="230" name="TextBox 19"/>
          <p:cNvSpPr/>
          <p:nvPr/>
        </p:nvSpPr>
        <p:spPr>
          <a:xfrm>
            <a:off x="4478400" y="3858840"/>
            <a:ext cx="3234600" cy="1892520"/>
          </a:xfrm>
          <a:prstGeom prst="rect">
            <a:avLst/>
          </a:prstGeom>
          <a:noFill/>
          <a:ln w="0">
            <a:noFill/>
          </a:ln>
        </p:spPr>
        <p:style>
          <a:lnRef idx="0"/>
          <a:fillRef idx="0"/>
          <a:effectRef idx="0"/>
          <a:fontRef idx="minor"/>
        </p:style>
        <p:txBody>
          <a:bodyPr lIns="18360" tIns="0" rIns="18360" bIns="0" anchor="t">
            <a:spAutoFit/>
          </a:bodyPr>
          <a:p>
            <a:pPr defTabSz="457200">
              <a:lnSpc>
                <a:spcPct val="100000"/>
              </a:lnSpc>
              <a:spcAft>
                <a:spcPts val="799"/>
              </a:spcAft>
            </a:pPr>
            <a:r>
              <a:rPr lang="en-US" sz="1790" b="1" u="none" strike="noStrike">
                <a:solidFill>
                  <a:srgbClr val="FF6B1A"/>
                </a:solidFill>
                <a:effectLst/>
                <a:uFillTx/>
                <a:latin typeface="Arial"/>
              </a:rPr>
              <a:t>5 · Reflection</a:t>
            </a:r>
            <a:endParaRPr lang="en-US" sz="1790" b="0" u="none" strike="noStrike">
              <a:solidFill>
                <a:srgbClr val="FFFFFF"/>
              </a:solidFill>
              <a:effectLst/>
              <a:uFillTx/>
              <a:latin typeface="Arial"/>
            </a:endParaRPr>
          </a:p>
          <a:p>
            <a:pPr marL="171360" indent="-171360" defTabSz="457200">
              <a:lnSpc>
                <a:spcPct val="100000"/>
              </a:lnSpc>
              <a:spcAft>
                <a:spcPts val="879"/>
              </a:spcAft>
              <a:buClr>
                <a:srgbClr val="D6D6D6"/>
              </a:buClr>
              <a:buFont typeface="Symbol" charset="2"/>
              <a:buChar char=""/>
            </a:pPr>
            <a:r>
              <a:rPr lang="en-US" sz="1600" b="0" u="none" strike="noStrike">
                <a:solidFill>
                  <a:srgbClr val="D6D6D6"/>
                </a:solidFill>
                <a:effectLst/>
                <a:uFillTx/>
                <a:latin typeface="Arial"/>
              </a:rPr>
              <a:t>Un crítico evalúa el resultado y fuerza la corrección.</a:t>
            </a:r>
            <a:endParaRPr lang="en-US" sz="1600" b="0" u="none" strike="noStrike">
              <a:solidFill>
                <a:srgbClr val="FFFFFF"/>
              </a:solidFill>
              <a:effectLst/>
              <a:uFillTx/>
              <a:latin typeface="Arial"/>
            </a:endParaRPr>
          </a:p>
        </p:txBody>
      </p:sp>
      <p:sp>
        <p:nvSpPr>
          <p:cNvPr id="231" name="Rectangle 20"/>
          <p:cNvSpPr/>
          <p:nvPr/>
        </p:nvSpPr>
        <p:spPr>
          <a:xfrm>
            <a:off x="8079120" y="3712320"/>
            <a:ext cx="3563640" cy="2093760"/>
          </a:xfrm>
          <a:prstGeom prst="rect">
            <a:avLst/>
          </a:prstGeom>
          <a:solidFill>
            <a:srgbClr val="0E0E0E"/>
          </a:solidFill>
          <a:ln>
            <a:solidFill>
              <a:srgbClr val="2A2A2A"/>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232" name="Rectangle 21"/>
          <p:cNvSpPr/>
          <p:nvPr/>
        </p:nvSpPr>
        <p:spPr>
          <a:xfrm>
            <a:off x="8079120" y="3712320"/>
            <a:ext cx="3563640" cy="63720"/>
          </a:xfrm>
          <a:prstGeom prst="rect">
            <a:avLst/>
          </a:prstGeom>
          <a:solidFill>
            <a:srgbClr val="FF6B1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19080" rIns="90000" bIns="19080" anchor="ctr">
            <a:noAutofit/>
          </a:bodyPr>
          <a:p>
            <a:endParaRPr lang="en-US" sz="1800" b="0" u="none" strike="noStrike">
              <a:solidFill>
                <a:schemeClr val="lt1"/>
              </a:solidFill>
              <a:effectLst/>
              <a:uFillTx/>
              <a:latin typeface="Calibri"/>
            </a:endParaRPr>
          </a:p>
        </p:txBody>
      </p:sp>
      <p:sp>
        <p:nvSpPr>
          <p:cNvPr id="233" name="TextBox 22"/>
          <p:cNvSpPr/>
          <p:nvPr/>
        </p:nvSpPr>
        <p:spPr>
          <a:xfrm>
            <a:off x="8243640" y="3858840"/>
            <a:ext cx="3234600" cy="1892520"/>
          </a:xfrm>
          <a:prstGeom prst="rect">
            <a:avLst/>
          </a:prstGeom>
          <a:noFill/>
          <a:ln w="0">
            <a:noFill/>
          </a:ln>
        </p:spPr>
        <p:style>
          <a:lnRef idx="0"/>
          <a:fillRef idx="0"/>
          <a:effectRef idx="0"/>
          <a:fontRef idx="minor"/>
        </p:style>
        <p:txBody>
          <a:bodyPr lIns="18360" tIns="0" rIns="18360" bIns="0" anchor="t">
            <a:spAutoFit/>
          </a:bodyPr>
          <a:p>
            <a:pPr defTabSz="457200">
              <a:lnSpc>
                <a:spcPct val="100000"/>
              </a:lnSpc>
              <a:spcAft>
                <a:spcPts val="799"/>
              </a:spcAft>
            </a:pPr>
            <a:r>
              <a:rPr lang="en-US" sz="1790" b="1" u="none" strike="noStrike">
                <a:solidFill>
                  <a:srgbClr val="FF6B1A"/>
                </a:solidFill>
                <a:effectLst/>
                <a:uFillTx/>
                <a:latin typeface="Arial"/>
              </a:rPr>
              <a:t>6 · Deep Research</a:t>
            </a:r>
            <a:endParaRPr lang="en-US" sz="1790" b="0" u="none" strike="noStrike">
              <a:solidFill>
                <a:srgbClr val="FFFFFF"/>
              </a:solidFill>
              <a:effectLst/>
              <a:uFillTx/>
              <a:latin typeface="Arial"/>
            </a:endParaRPr>
          </a:p>
          <a:p>
            <a:pPr marL="171360" indent="-171360" defTabSz="457200">
              <a:lnSpc>
                <a:spcPct val="100000"/>
              </a:lnSpc>
              <a:spcAft>
                <a:spcPts val="879"/>
              </a:spcAft>
              <a:buClr>
                <a:srgbClr val="D6D6D6"/>
              </a:buClr>
              <a:buFont typeface="Symbol" charset="2"/>
              <a:buChar char=""/>
            </a:pPr>
            <a:r>
              <a:rPr lang="en-US" sz="1600" b="0" u="none" strike="noStrike">
                <a:solidFill>
                  <a:srgbClr val="D6D6D6"/>
                </a:solidFill>
                <a:effectLst/>
                <a:uFillTx/>
                <a:latin typeface="Arial"/>
              </a:rPr>
              <a:t>Investiga en rondas adaptativas hasta cubrir el tema.</a:t>
            </a:r>
            <a:endParaRPr lang="en-US" sz="1600" b="0" u="none" strike="noStrike">
              <a:solidFill>
                <a:srgbClr val="FFFFFF"/>
              </a:solidFill>
              <a:effectLst/>
              <a:uFillTx/>
              <a:latin typeface="Arial"/>
            </a:endParaRPr>
          </a:p>
        </p:txBody>
      </p:sp>
      <p:sp>
        <p:nvSpPr>
          <p:cNvPr id="234" name="TextBox 23"/>
          <p:cNvSpPr/>
          <p:nvPr/>
        </p:nvSpPr>
        <p:spPr>
          <a:xfrm>
            <a:off x="548640" y="5943600"/>
            <a:ext cx="11094120" cy="456840"/>
          </a:xfrm>
          <a:prstGeom prst="rect">
            <a:avLst/>
          </a:prstGeom>
          <a:noFill/>
          <a:ln w="0">
            <a:noFill/>
          </a:ln>
        </p:spPr>
        <p:style>
          <a:lnRef idx="0"/>
          <a:fillRef idx="0"/>
          <a:effectRef idx="0"/>
          <a:fontRef idx="minor"/>
        </p:style>
        <p:txBody>
          <a:bodyPr lIns="18360" tIns="9000" rIns="18360" bIns="9000" anchor="ctr">
            <a:spAutoFit/>
          </a:bodyPr>
          <a:p>
            <a:pPr defTabSz="457200">
              <a:lnSpc>
                <a:spcPct val="100000"/>
              </a:lnSpc>
            </a:pPr>
            <a:r>
              <a:rPr lang="en-US" sz="1300" b="0" i="1" u="none" strike="noStrike">
                <a:solidFill>
                  <a:srgbClr val="9A9A9A"/>
                </a:solidFill>
                <a:effectLst/>
                <a:uFillTx/>
                <a:latin typeface="Arial"/>
              </a:rPr>
              <a:t>Cada arquetipo se presenta con: diagrama, orquestación, fallas y criterio de uso, y un ejemplo.</a:t>
            </a:r>
            <a:endParaRPr lang="en-US" sz="130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00000"/>
        </a:solidFill>
      </p:bgPr>
    </p:bg>
    <p:spTree>
      <p:nvGrpSpPr>
        <p:cNvPr id="1" name=""/>
        <p:cNvGrpSpPr/>
        <p:nvPr/>
      </p:nvGrpSpPr>
      <p:grpSpPr>
        <a:xfrm>
          <a:off x="0" y="0"/>
          <a:ext cx="0" cy="0"/>
          <a:chOff x="0" y="0"/>
          <a:chExt cx="0" cy="0"/>
        </a:xfrm>
      </p:grpSpPr>
      <p:sp>
        <p:nvSpPr>
          <p:cNvPr id="235" name="TextBox 1"/>
          <p:cNvSpPr/>
          <p:nvPr/>
        </p:nvSpPr>
        <p:spPr>
          <a:xfrm>
            <a:off x="548640" y="329040"/>
            <a:ext cx="8229240" cy="273960"/>
          </a:xfrm>
          <a:prstGeom prst="rect">
            <a:avLst/>
          </a:prstGeom>
          <a:noFill/>
          <a:ln w="0">
            <a:noFill/>
          </a:ln>
        </p:spPr>
        <p:style>
          <a:lnRef idx="0"/>
          <a:fillRef idx="0"/>
          <a:effectRef idx="0"/>
          <a:fontRef idx="minor"/>
        </p:style>
        <p:txBody>
          <a:bodyPr lIns="18360" tIns="9000" rIns="18360" bIns="9000" anchor="t">
            <a:spAutoFit/>
          </a:bodyPr>
          <a:p>
            <a:pPr defTabSz="457200">
              <a:lnSpc>
                <a:spcPct val="100000"/>
              </a:lnSpc>
            </a:pPr>
            <a:r>
              <a:rPr lang="en-US" sz="1150" b="1" u="none" strike="noStrike">
                <a:solidFill>
                  <a:srgbClr val="FF6B1A"/>
                </a:solidFill>
                <a:effectLst/>
                <a:uFillTx/>
                <a:latin typeface="Arial"/>
              </a:rPr>
              <a:t>ARQUETIPO 1 DE 6 · REFLEX</a:t>
            </a:r>
            <a:endParaRPr lang="en-US" sz="1150" b="0" u="none" strike="noStrike">
              <a:solidFill>
                <a:srgbClr val="FFFFFF"/>
              </a:solidFill>
              <a:effectLst/>
              <a:uFillTx/>
              <a:latin typeface="Arial"/>
            </a:endParaRPr>
          </a:p>
        </p:txBody>
      </p:sp>
      <p:sp>
        <p:nvSpPr>
          <p:cNvPr id="236" name="TextBox 2"/>
          <p:cNvSpPr/>
          <p:nvPr/>
        </p:nvSpPr>
        <p:spPr>
          <a:xfrm>
            <a:off x="548640" y="603360"/>
            <a:ext cx="11094120" cy="639720"/>
          </a:xfrm>
          <a:prstGeom prst="rect">
            <a:avLst/>
          </a:prstGeom>
          <a:noFill/>
          <a:ln w="0">
            <a:noFill/>
          </a:ln>
        </p:spPr>
        <p:style>
          <a:lnRef idx="0"/>
          <a:fillRef idx="0"/>
          <a:effectRef idx="0"/>
          <a:fontRef idx="minor"/>
        </p:style>
        <p:txBody>
          <a:bodyPr lIns="18360" tIns="9000" rIns="18360" bIns="9000" anchor="ctr">
            <a:spAutoFit/>
          </a:bodyPr>
          <a:p>
            <a:pPr defTabSz="457200">
              <a:lnSpc>
                <a:spcPct val="100000"/>
              </a:lnSpc>
            </a:pPr>
            <a:r>
              <a:rPr lang="en-US" sz="3000" b="1" u="none" strike="noStrike">
                <a:solidFill>
                  <a:srgbClr val="F2F2F2"/>
                </a:solidFill>
                <a:effectLst/>
                <a:uFillTx/>
                <a:latin typeface="Arial"/>
              </a:rPr>
              <a:t>Reflex: percepción, decisión, acción</a:t>
            </a:r>
            <a:endParaRPr lang="en-US" sz="3000" b="0" u="none" strike="noStrike">
              <a:solidFill>
                <a:srgbClr val="FFFFFF"/>
              </a:solidFill>
              <a:effectLst/>
              <a:uFillTx/>
              <a:latin typeface="Arial"/>
            </a:endParaRPr>
          </a:p>
        </p:txBody>
      </p:sp>
      <p:sp>
        <p:nvSpPr>
          <p:cNvPr id="237" name="TextBox 3"/>
          <p:cNvSpPr/>
          <p:nvPr/>
        </p:nvSpPr>
        <p:spPr>
          <a:xfrm>
            <a:off x="548640" y="6492240"/>
            <a:ext cx="7314840" cy="228240"/>
          </a:xfrm>
          <a:prstGeom prst="rect">
            <a:avLst/>
          </a:prstGeom>
          <a:noFill/>
          <a:ln w="0">
            <a:noFill/>
          </a:ln>
        </p:spPr>
        <p:style>
          <a:lnRef idx="0"/>
          <a:fillRef idx="0"/>
          <a:effectRef idx="0"/>
          <a:fontRef idx="minor"/>
        </p:style>
        <p:txBody>
          <a:bodyPr lIns="18360" tIns="9000" rIns="18360" bIns="9000" anchor="t">
            <a:spAutoFit/>
          </a:bodyPr>
          <a:p>
            <a:pPr defTabSz="457200">
              <a:lnSpc>
                <a:spcPct val="100000"/>
              </a:lnSpc>
            </a:pPr>
            <a:r>
              <a:rPr lang="en-US" sz="900" b="0" u="none" strike="noStrike">
                <a:solidFill>
                  <a:srgbClr val="9A9A9A"/>
                </a:solidFill>
                <a:effectLst/>
                <a:uFillTx/>
                <a:latin typeface="Arial"/>
              </a:rPr>
              <a:t>Arquetipos de agentes · Módulo 5 · UTDT</a:t>
            </a:r>
            <a:endParaRPr lang="en-US" sz="900" b="0" u="none" strike="noStrike">
              <a:solidFill>
                <a:srgbClr val="FFFFFF"/>
              </a:solidFill>
              <a:effectLst/>
              <a:uFillTx/>
              <a:latin typeface="Arial"/>
            </a:endParaRPr>
          </a:p>
        </p:txBody>
      </p:sp>
      <p:sp>
        <p:nvSpPr>
          <p:cNvPr id="238" name="TextBox 4"/>
          <p:cNvSpPr/>
          <p:nvPr/>
        </p:nvSpPr>
        <p:spPr>
          <a:xfrm>
            <a:off x="10271520" y="6492240"/>
            <a:ext cx="1371240" cy="228240"/>
          </a:xfrm>
          <a:prstGeom prst="rect">
            <a:avLst/>
          </a:prstGeom>
          <a:noFill/>
          <a:ln w="0">
            <a:noFill/>
          </a:ln>
        </p:spPr>
        <p:style>
          <a:lnRef idx="0"/>
          <a:fillRef idx="0"/>
          <a:effectRef idx="0"/>
          <a:fontRef idx="minor"/>
        </p:style>
        <p:txBody>
          <a:bodyPr lIns="18360" tIns="9000" rIns="18360" bIns="9000" anchor="t">
            <a:spAutoFit/>
          </a:bodyPr>
          <a:p>
            <a:pPr algn="r" defTabSz="457200">
              <a:lnSpc>
                <a:spcPct val="100000"/>
              </a:lnSpc>
            </a:pPr>
            <a:r>
              <a:rPr lang="en-US" sz="900" b="0" u="none" strike="noStrike">
                <a:solidFill>
                  <a:srgbClr val="9A9A9A"/>
                </a:solidFill>
                <a:effectLst/>
                <a:uFillTx/>
                <a:latin typeface="Arial"/>
              </a:rPr>
              <a:t>8 / 35</a:t>
            </a:r>
            <a:endParaRPr lang="en-US" sz="900" b="0" u="none" strike="noStrike">
              <a:solidFill>
                <a:srgbClr val="FFFFFF"/>
              </a:solidFill>
              <a:effectLst/>
              <a:uFillTx/>
              <a:latin typeface="Arial"/>
            </a:endParaRPr>
          </a:p>
        </p:txBody>
      </p:sp>
      <p:cxnSp>
        <p:nvCxnSpPr>
          <p:cNvPr id="239" name="Connector 5"/>
          <p:cNvCxnSpPr/>
          <p:nvPr/>
        </p:nvCxnSpPr>
        <p:spPr>
          <a:xfrm>
            <a:off x="3718800" y="3438000"/>
            <a:ext cx="1150200" cy="360"/>
          </a:xfrm>
          <a:prstGeom prst="straightConnector1">
            <a:avLst/>
          </a:prstGeom>
          <a:ln w="20320">
            <a:solidFill>
              <a:srgbClr val="C8C8C8"/>
            </a:solidFill>
            <a:round/>
            <a:tailEnd len="med" type="triangle" w="med"/>
          </a:ln>
        </p:spPr>
      </p:cxnSp>
      <p:cxnSp>
        <p:nvCxnSpPr>
          <p:cNvPr id="240" name="Connector 6"/>
          <p:cNvCxnSpPr/>
          <p:nvPr/>
        </p:nvCxnSpPr>
        <p:spPr>
          <a:xfrm flipV="1">
            <a:off x="7375320" y="2369520"/>
            <a:ext cx="1360800" cy="556920"/>
          </a:xfrm>
          <a:prstGeom prst="straightConnector1">
            <a:avLst/>
          </a:prstGeom>
          <a:ln w="20320">
            <a:solidFill>
              <a:srgbClr val="C8C8C8"/>
            </a:solidFill>
            <a:round/>
            <a:tailEnd len="med" type="triangle" w="med"/>
          </a:ln>
        </p:spPr>
      </p:cxnSp>
      <p:cxnSp>
        <p:nvCxnSpPr>
          <p:cNvPr id="241" name="Connector 7"/>
          <p:cNvCxnSpPr/>
          <p:nvPr/>
        </p:nvCxnSpPr>
        <p:spPr>
          <a:xfrm>
            <a:off x="7378560" y="3438000"/>
            <a:ext cx="1206360" cy="360"/>
          </a:xfrm>
          <a:prstGeom prst="straightConnector1">
            <a:avLst/>
          </a:prstGeom>
          <a:ln w="20320">
            <a:solidFill>
              <a:srgbClr val="C8C8C8"/>
            </a:solidFill>
            <a:round/>
            <a:tailEnd len="med" type="triangle" w="med"/>
          </a:ln>
        </p:spPr>
      </p:cxnSp>
      <p:cxnSp>
        <p:nvCxnSpPr>
          <p:cNvPr id="242" name="Connector 8"/>
          <p:cNvCxnSpPr/>
          <p:nvPr/>
        </p:nvCxnSpPr>
        <p:spPr>
          <a:xfrm>
            <a:off x="7375320" y="3949920"/>
            <a:ext cx="1380960" cy="565200"/>
          </a:xfrm>
          <a:prstGeom prst="straightConnector1">
            <a:avLst/>
          </a:prstGeom>
          <a:ln w="20320">
            <a:solidFill>
              <a:srgbClr val="C8C8C8"/>
            </a:solidFill>
            <a:round/>
            <a:tailEnd len="med" type="triangle" w="med"/>
          </a:ln>
        </p:spPr>
      </p:cxnSp>
      <p:sp>
        <p:nvSpPr>
          <p:cNvPr id="243" name="Rounded Rectangle 9"/>
          <p:cNvSpPr/>
          <p:nvPr/>
        </p:nvSpPr>
        <p:spPr>
          <a:xfrm>
            <a:off x="1030680" y="2980800"/>
            <a:ext cx="2642400" cy="914040"/>
          </a:xfrm>
          <a:prstGeom prst="roundRect">
            <a:avLst>
              <a:gd name="adj" fmla="val 18000"/>
            </a:avLst>
          </a:prstGeom>
          <a:solidFill>
            <a:srgbClr val="181818"/>
          </a:solidFill>
          <a:ln w="25400">
            <a:solidFill>
              <a:srgbClr val="9A9A9A"/>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wrap="none" lIns="45720" tIns="27360" rIns="45720" bIns="27360" anchor="ctr">
            <a:noAutofit/>
          </a:bodyPr>
          <a:p>
            <a:pPr algn="ctr" defTabSz="457200">
              <a:lnSpc>
                <a:spcPct val="100000"/>
              </a:lnSpc>
            </a:pPr>
            <a:r>
              <a:rPr lang="en-US" sz="1750" b="0" u="none" strike="noStrike">
                <a:solidFill>
                  <a:srgbClr val="F2F2F2"/>
                </a:solidFill>
                <a:effectLst/>
                <a:uFillTx/>
                <a:latin typeface="Arial"/>
              </a:rPr>
              <a:t>Entrada</a:t>
            </a:r>
            <a:endParaRPr lang="en-US" sz="1750" b="0" u="none" strike="noStrike">
              <a:solidFill>
                <a:srgbClr val="FFFFFF"/>
              </a:solidFill>
              <a:effectLst/>
              <a:uFillTx/>
              <a:latin typeface="Arial"/>
            </a:endParaRPr>
          </a:p>
          <a:p>
            <a:pPr algn="ctr" defTabSz="457200">
              <a:lnSpc>
                <a:spcPct val="100000"/>
              </a:lnSpc>
            </a:pPr>
            <a:r>
              <a:rPr lang="en-US" sz="1750" b="0" u="none" strike="noStrike">
                <a:solidFill>
                  <a:srgbClr val="F2F2F2"/>
                </a:solidFill>
                <a:effectLst/>
                <a:uFillTx/>
                <a:latin typeface="Arial"/>
              </a:rPr>
              <a:t>(percepción actual)</a:t>
            </a:r>
            <a:endParaRPr lang="en-US" sz="1750" b="0" u="none" strike="noStrike">
              <a:solidFill>
                <a:srgbClr val="FFFFFF"/>
              </a:solidFill>
              <a:effectLst/>
              <a:uFillTx/>
              <a:latin typeface="Arial"/>
            </a:endParaRPr>
          </a:p>
        </p:txBody>
      </p:sp>
      <p:sp>
        <p:nvSpPr>
          <p:cNvPr id="244" name="Rounded Rectangle 10"/>
          <p:cNvSpPr/>
          <p:nvPr/>
        </p:nvSpPr>
        <p:spPr>
          <a:xfrm>
            <a:off x="4914720" y="2826720"/>
            <a:ext cx="2418120" cy="1222560"/>
          </a:xfrm>
          <a:prstGeom prst="roundRect">
            <a:avLst>
              <a:gd name="adj" fmla="val 18000"/>
            </a:avLst>
          </a:prstGeom>
          <a:solidFill>
            <a:srgbClr val="0F1B2A"/>
          </a:solidFill>
          <a:ln w="25400">
            <a:solidFill>
              <a:srgbClr val="4DA3FF"/>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wrap="none" lIns="45720" tIns="27360" rIns="45720" bIns="27360" anchor="ctr">
            <a:noAutofit/>
          </a:bodyPr>
          <a:p>
            <a:pPr algn="ctr" defTabSz="457200">
              <a:lnSpc>
                <a:spcPct val="100000"/>
              </a:lnSpc>
            </a:pPr>
            <a:r>
              <a:rPr lang="en-US" sz="1750" b="1" u="none" strike="noStrike">
                <a:solidFill>
                  <a:srgbClr val="F2F2F2"/>
                </a:solidFill>
                <a:effectLst/>
                <a:uFillTx/>
                <a:latin typeface="Arial"/>
              </a:rPr>
              <a:t>Decisión única</a:t>
            </a:r>
            <a:endParaRPr lang="en-US" sz="1750" b="0" u="none" strike="noStrike">
              <a:solidFill>
                <a:srgbClr val="FFFFFF"/>
              </a:solidFill>
              <a:effectLst/>
              <a:uFillTx/>
              <a:latin typeface="Arial"/>
            </a:endParaRPr>
          </a:p>
          <a:p>
            <a:pPr algn="ctr" defTabSz="457200">
              <a:lnSpc>
                <a:spcPct val="100000"/>
              </a:lnSpc>
            </a:pPr>
            <a:r>
              <a:rPr lang="en-US" sz="1750" b="0" u="none" strike="noStrike">
                <a:solidFill>
                  <a:srgbClr val="F2F2F2"/>
                </a:solidFill>
                <a:effectLst/>
                <a:uFillTx/>
                <a:latin typeface="Arial"/>
              </a:rPr>
              <a:t>regla o 1 llamada</a:t>
            </a:r>
            <a:endParaRPr lang="en-US" sz="1750" b="0" u="none" strike="noStrike">
              <a:solidFill>
                <a:srgbClr val="FFFFFF"/>
              </a:solidFill>
              <a:effectLst/>
              <a:uFillTx/>
              <a:latin typeface="Arial"/>
            </a:endParaRPr>
          </a:p>
          <a:p>
            <a:pPr algn="ctr" defTabSz="457200">
              <a:lnSpc>
                <a:spcPct val="100000"/>
              </a:lnSpc>
            </a:pPr>
            <a:r>
              <a:rPr lang="en-US" sz="1750" b="0" u="none" strike="noStrike">
                <a:solidFill>
                  <a:srgbClr val="F2F2F2"/>
                </a:solidFill>
                <a:effectLst/>
                <a:uFillTx/>
                <a:latin typeface="Arial"/>
              </a:rPr>
              <a:t>al modelo</a:t>
            </a:r>
            <a:endParaRPr lang="en-US" sz="1750" b="0" u="none" strike="noStrike">
              <a:solidFill>
                <a:srgbClr val="FFFFFF"/>
              </a:solidFill>
              <a:effectLst/>
              <a:uFillTx/>
              <a:latin typeface="Arial"/>
            </a:endParaRPr>
          </a:p>
        </p:txBody>
      </p:sp>
      <p:sp>
        <p:nvSpPr>
          <p:cNvPr id="245" name="Rounded Rectangle 11"/>
          <p:cNvSpPr/>
          <p:nvPr/>
        </p:nvSpPr>
        <p:spPr>
          <a:xfrm>
            <a:off x="8686440" y="1437840"/>
            <a:ext cx="2418120" cy="914040"/>
          </a:xfrm>
          <a:prstGeom prst="roundRect">
            <a:avLst>
              <a:gd name="adj" fmla="val 18000"/>
            </a:avLst>
          </a:prstGeom>
          <a:solidFill>
            <a:srgbClr val="0F2416"/>
          </a:solidFill>
          <a:ln w="25400">
            <a:solidFill>
              <a:srgbClr val="3DDC84"/>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wrap="none" lIns="45720" tIns="27360" rIns="45720" bIns="27360" anchor="ctr">
            <a:noAutofit/>
          </a:bodyPr>
          <a:p>
            <a:pPr algn="ctr" defTabSz="457200">
              <a:lnSpc>
                <a:spcPct val="100000"/>
              </a:lnSpc>
            </a:pPr>
            <a:r>
              <a:rPr lang="en-US" sz="1750" b="1" u="none" strike="noStrike">
                <a:solidFill>
                  <a:srgbClr val="F2F2F2"/>
                </a:solidFill>
                <a:effectLst/>
                <a:uFillTx/>
                <a:latin typeface="Arial"/>
              </a:rPr>
              <a:t>Acción A</a:t>
            </a:r>
            <a:endParaRPr lang="en-US" sz="1750" b="0" u="none" strike="noStrike">
              <a:solidFill>
                <a:srgbClr val="FFFFFF"/>
              </a:solidFill>
              <a:effectLst/>
              <a:uFillTx/>
              <a:latin typeface="Arial"/>
            </a:endParaRPr>
          </a:p>
          <a:p>
            <a:pPr algn="ctr" defTabSz="457200">
              <a:lnSpc>
                <a:spcPct val="100000"/>
              </a:lnSpc>
            </a:pPr>
            <a:r>
              <a:rPr lang="en-US" sz="1750" b="0" u="none" strike="noStrike">
                <a:solidFill>
                  <a:srgbClr val="F2F2F2"/>
                </a:solidFill>
                <a:effectLst/>
                <a:uFillTx/>
                <a:latin typeface="Arial"/>
              </a:rPr>
              <a:t>ruta a «Tarjetas»</a:t>
            </a:r>
            <a:endParaRPr lang="en-US" sz="1750" b="0" u="none" strike="noStrike">
              <a:solidFill>
                <a:srgbClr val="FFFFFF"/>
              </a:solidFill>
              <a:effectLst/>
              <a:uFillTx/>
              <a:latin typeface="Arial"/>
            </a:endParaRPr>
          </a:p>
        </p:txBody>
      </p:sp>
      <p:sp>
        <p:nvSpPr>
          <p:cNvPr id="246" name="Rounded Rectangle 12"/>
          <p:cNvSpPr/>
          <p:nvPr/>
        </p:nvSpPr>
        <p:spPr>
          <a:xfrm>
            <a:off x="8630280" y="2980800"/>
            <a:ext cx="2530080" cy="914040"/>
          </a:xfrm>
          <a:prstGeom prst="roundRect">
            <a:avLst>
              <a:gd name="adj" fmla="val 18000"/>
            </a:avLst>
          </a:prstGeom>
          <a:solidFill>
            <a:srgbClr val="0F2416"/>
          </a:solidFill>
          <a:ln w="25400">
            <a:solidFill>
              <a:srgbClr val="3DDC84"/>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wrap="none" lIns="45720" tIns="27360" rIns="45720" bIns="27360" anchor="ctr">
            <a:noAutofit/>
          </a:bodyPr>
          <a:p>
            <a:pPr algn="ctr" defTabSz="457200">
              <a:lnSpc>
                <a:spcPct val="100000"/>
              </a:lnSpc>
            </a:pPr>
            <a:r>
              <a:rPr lang="en-US" sz="1750" b="1" u="none" strike="noStrike">
                <a:solidFill>
                  <a:srgbClr val="F2F2F2"/>
                </a:solidFill>
                <a:effectLst/>
                <a:uFillTx/>
                <a:latin typeface="Arial"/>
              </a:rPr>
              <a:t>Acción B</a:t>
            </a:r>
            <a:endParaRPr lang="en-US" sz="1750" b="0" u="none" strike="noStrike">
              <a:solidFill>
                <a:srgbClr val="FFFFFF"/>
              </a:solidFill>
              <a:effectLst/>
              <a:uFillTx/>
              <a:latin typeface="Arial"/>
            </a:endParaRPr>
          </a:p>
          <a:p>
            <a:pPr algn="ctr" defTabSz="457200">
              <a:lnSpc>
                <a:spcPct val="100000"/>
              </a:lnSpc>
            </a:pPr>
            <a:r>
              <a:rPr lang="en-US" sz="1750" b="0" u="none" strike="noStrike">
                <a:solidFill>
                  <a:srgbClr val="F2F2F2"/>
                </a:solidFill>
                <a:effectLst/>
                <a:uFillTx/>
                <a:latin typeface="Arial"/>
              </a:rPr>
              <a:t>ruta a «Préstamos»</a:t>
            </a:r>
            <a:endParaRPr lang="en-US" sz="1750" b="0" u="none" strike="noStrike">
              <a:solidFill>
                <a:srgbClr val="FFFFFF"/>
              </a:solidFill>
              <a:effectLst/>
              <a:uFillTx/>
              <a:latin typeface="Arial"/>
            </a:endParaRPr>
          </a:p>
        </p:txBody>
      </p:sp>
      <p:sp>
        <p:nvSpPr>
          <p:cNvPr id="247" name="Rounded Rectangle 13"/>
          <p:cNvSpPr/>
          <p:nvPr/>
        </p:nvSpPr>
        <p:spPr>
          <a:xfrm>
            <a:off x="8798400" y="4524120"/>
            <a:ext cx="2194200" cy="914040"/>
          </a:xfrm>
          <a:prstGeom prst="roundRect">
            <a:avLst>
              <a:gd name="adj" fmla="val 18000"/>
            </a:avLst>
          </a:prstGeom>
          <a:solidFill>
            <a:srgbClr val="0F2416"/>
          </a:solidFill>
          <a:ln w="25400">
            <a:solidFill>
              <a:srgbClr val="3DDC84"/>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wrap="none" lIns="45720" tIns="27360" rIns="45720" bIns="27360" anchor="ctr">
            <a:noAutofit/>
          </a:bodyPr>
          <a:p>
            <a:pPr algn="ctr" defTabSz="457200">
              <a:lnSpc>
                <a:spcPct val="100000"/>
              </a:lnSpc>
            </a:pPr>
            <a:r>
              <a:rPr lang="en-US" sz="1750" b="1" u="none" strike="noStrike">
                <a:solidFill>
                  <a:srgbClr val="F2F2F2"/>
                </a:solidFill>
                <a:effectLst/>
                <a:uFillTx/>
                <a:latin typeface="Arial"/>
              </a:rPr>
              <a:t>Acción C</a:t>
            </a:r>
            <a:endParaRPr lang="en-US" sz="1750" b="0" u="none" strike="noStrike">
              <a:solidFill>
                <a:srgbClr val="FFFFFF"/>
              </a:solidFill>
              <a:effectLst/>
              <a:uFillTx/>
              <a:latin typeface="Arial"/>
            </a:endParaRPr>
          </a:p>
          <a:p>
            <a:pPr algn="ctr" defTabSz="457200">
              <a:lnSpc>
                <a:spcPct val="100000"/>
              </a:lnSpc>
            </a:pPr>
            <a:r>
              <a:rPr lang="en-US" sz="1750" b="0" u="none" strike="noStrike">
                <a:solidFill>
                  <a:srgbClr val="F2F2F2"/>
                </a:solidFill>
                <a:effectLst/>
                <a:uFillTx/>
                <a:latin typeface="Arial"/>
              </a:rPr>
              <a:t>ruta a «Fraude»</a:t>
            </a:r>
            <a:endParaRPr lang="en-US" sz="1750" b="0" u="none" strike="noStrike">
              <a:solidFill>
                <a:srgbClr val="FFFFFF"/>
              </a:solidFill>
              <a:effectLst/>
              <a:uFillTx/>
              <a:latin typeface="Arial"/>
            </a:endParaRPr>
          </a:p>
        </p:txBody>
      </p:sp>
      <p:sp>
        <p:nvSpPr>
          <p:cNvPr id="248" name="TextBox 14"/>
          <p:cNvSpPr/>
          <p:nvPr/>
        </p:nvSpPr>
        <p:spPr>
          <a:xfrm>
            <a:off x="548640" y="5577840"/>
            <a:ext cx="11094120" cy="456840"/>
          </a:xfrm>
          <a:prstGeom prst="rect">
            <a:avLst/>
          </a:prstGeom>
          <a:noFill/>
          <a:ln w="0">
            <a:noFill/>
          </a:ln>
        </p:spPr>
        <p:style>
          <a:lnRef idx="0"/>
          <a:fillRef idx="0"/>
          <a:effectRef idx="0"/>
          <a:fontRef idx="minor"/>
        </p:style>
        <p:txBody>
          <a:bodyPr lIns="18360" tIns="9000" rIns="18360" bIns="9000" anchor="ctr">
            <a:spAutoFit/>
          </a:bodyPr>
          <a:p>
            <a:pPr defTabSz="457200">
              <a:lnSpc>
                <a:spcPct val="100000"/>
              </a:lnSpc>
            </a:pPr>
            <a:r>
              <a:rPr lang="en-US" sz="1400" b="0" i="1" u="none" strike="noStrike">
                <a:solidFill>
                  <a:srgbClr val="D6D6D6"/>
                </a:solidFill>
                <a:effectLst/>
                <a:uFillTx/>
                <a:latin typeface="Arial"/>
              </a:rPr>
              <a:t>Una sola pasada. Sin bucle, sin estado intermedio, sin siguiente paso que decidir.</a:t>
            </a:r>
            <a:endParaRPr lang="en-US" sz="1400" b="0" u="none" strike="noStrike">
              <a:solidFill>
                <a:srgbClr val="FFFFFF"/>
              </a:solidFill>
              <a:effectLst/>
              <a:uFillTx/>
              <a:latin typeface="Arial"/>
            </a:endParaRPr>
          </a:p>
        </p:txBody>
      </p:sp>
      <p:sp>
        <p:nvSpPr>
          <p:cNvPr id="249" name="Rounded Rectangle 15"/>
          <p:cNvSpPr/>
          <p:nvPr/>
        </p:nvSpPr>
        <p:spPr>
          <a:xfrm>
            <a:off x="548640" y="6172200"/>
            <a:ext cx="164160" cy="164160"/>
          </a:xfrm>
          <a:prstGeom prst="roundRect">
            <a:avLst>
              <a:gd name="adj" fmla="val 25000"/>
            </a:avLst>
          </a:prstGeom>
          <a:solidFill>
            <a:srgbClr val="2A1608"/>
          </a:solidFill>
          <a:ln w="19050">
            <a:solidFill>
              <a:srgbClr val="FF6B1A"/>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250" name="TextBox 16"/>
          <p:cNvSpPr/>
          <p:nvPr/>
        </p:nvSpPr>
        <p:spPr>
          <a:xfrm>
            <a:off x="777240" y="6144840"/>
            <a:ext cx="1014840" cy="228240"/>
          </a:xfrm>
          <a:prstGeom prst="rect">
            <a:avLst/>
          </a:prstGeom>
          <a:noFill/>
          <a:ln w="0">
            <a:noFill/>
          </a:ln>
        </p:spPr>
        <p:style>
          <a:lnRef idx="0"/>
          <a:fillRef idx="0"/>
          <a:effectRef idx="0"/>
          <a:fontRef idx="minor"/>
        </p:style>
        <p:txBody>
          <a:bodyPr lIns="18360" tIns="9000" rIns="18360" bIns="9000" anchor="t">
            <a:spAutoFit/>
          </a:bodyPr>
          <a:p>
            <a:pPr defTabSz="457200">
              <a:lnSpc>
                <a:spcPct val="100000"/>
              </a:lnSpc>
            </a:pPr>
            <a:r>
              <a:rPr lang="en-US" sz="1050" b="0" u="none" strike="noStrike">
                <a:solidFill>
                  <a:srgbClr val="D6D6D6"/>
                </a:solidFill>
                <a:effectLst/>
                <a:uFillTx/>
                <a:latin typeface="Arial"/>
              </a:rPr>
              <a:t>Decide el LLM</a:t>
            </a:r>
            <a:endParaRPr lang="en-US" sz="1050" b="0" u="none" strike="noStrike">
              <a:solidFill>
                <a:srgbClr val="FFFFFF"/>
              </a:solidFill>
              <a:effectLst/>
              <a:uFillTx/>
              <a:latin typeface="Arial"/>
            </a:endParaRPr>
          </a:p>
        </p:txBody>
      </p:sp>
      <p:sp>
        <p:nvSpPr>
          <p:cNvPr id="251" name="Rounded Rectangle 17"/>
          <p:cNvSpPr/>
          <p:nvPr/>
        </p:nvSpPr>
        <p:spPr>
          <a:xfrm>
            <a:off x="2048400" y="6172200"/>
            <a:ext cx="164160" cy="164160"/>
          </a:xfrm>
          <a:prstGeom prst="roundRect">
            <a:avLst>
              <a:gd name="adj" fmla="val 25000"/>
            </a:avLst>
          </a:prstGeom>
          <a:solidFill>
            <a:srgbClr val="0F1B2A"/>
          </a:solidFill>
          <a:ln w="19050">
            <a:solidFill>
              <a:srgbClr val="4DA3FF"/>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252" name="TextBox 18"/>
          <p:cNvSpPr/>
          <p:nvPr/>
        </p:nvSpPr>
        <p:spPr>
          <a:xfrm>
            <a:off x="2277000" y="6144840"/>
            <a:ext cx="1227960" cy="228240"/>
          </a:xfrm>
          <a:prstGeom prst="rect">
            <a:avLst/>
          </a:prstGeom>
          <a:noFill/>
          <a:ln w="0">
            <a:noFill/>
          </a:ln>
        </p:spPr>
        <p:style>
          <a:lnRef idx="0"/>
          <a:fillRef idx="0"/>
          <a:effectRef idx="0"/>
          <a:fontRef idx="minor"/>
        </p:style>
        <p:txBody>
          <a:bodyPr lIns="18360" tIns="9000" rIns="18360" bIns="9000" anchor="t">
            <a:spAutoFit/>
          </a:bodyPr>
          <a:p>
            <a:pPr defTabSz="457200">
              <a:lnSpc>
                <a:spcPct val="100000"/>
              </a:lnSpc>
            </a:pPr>
            <a:r>
              <a:rPr lang="en-US" sz="1050" b="0" u="none" strike="noStrike">
                <a:solidFill>
                  <a:srgbClr val="D6D6D6"/>
                </a:solidFill>
                <a:effectLst/>
                <a:uFillTx/>
                <a:latin typeface="Arial"/>
              </a:rPr>
              <a:t>Decide el código</a:t>
            </a:r>
            <a:endParaRPr lang="en-US" sz="1050" b="0" u="none" strike="noStrike">
              <a:solidFill>
                <a:srgbClr val="FFFFFF"/>
              </a:solidFill>
              <a:effectLst/>
              <a:uFillTx/>
              <a:latin typeface="Arial"/>
            </a:endParaRPr>
          </a:p>
        </p:txBody>
      </p:sp>
      <p:sp>
        <p:nvSpPr>
          <p:cNvPr id="253" name="Rounded Rectangle 19"/>
          <p:cNvSpPr/>
          <p:nvPr/>
        </p:nvSpPr>
        <p:spPr>
          <a:xfrm>
            <a:off x="3761280" y="6172200"/>
            <a:ext cx="164160" cy="164160"/>
          </a:xfrm>
          <a:prstGeom prst="roundRect">
            <a:avLst>
              <a:gd name="adj" fmla="val 25000"/>
            </a:avLst>
          </a:prstGeom>
          <a:solidFill>
            <a:srgbClr val="0F2416"/>
          </a:solidFill>
          <a:ln w="19050">
            <a:solidFill>
              <a:srgbClr val="3DDC84"/>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254" name="TextBox 20"/>
          <p:cNvSpPr/>
          <p:nvPr/>
        </p:nvSpPr>
        <p:spPr>
          <a:xfrm>
            <a:off x="3989880" y="6144840"/>
            <a:ext cx="2009520" cy="228240"/>
          </a:xfrm>
          <a:prstGeom prst="rect">
            <a:avLst/>
          </a:prstGeom>
          <a:noFill/>
          <a:ln w="0">
            <a:noFill/>
          </a:ln>
        </p:spPr>
        <p:style>
          <a:lnRef idx="0"/>
          <a:fillRef idx="0"/>
          <a:effectRef idx="0"/>
          <a:fontRef idx="minor"/>
        </p:style>
        <p:txBody>
          <a:bodyPr lIns="18360" tIns="9000" rIns="18360" bIns="9000" anchor="t">
            <a:spAutoFit/>
          </a:bodyPr>
          <a:p>
            <a:pPr defTabSz="457200">
              <a:lnSpc>
                <a:spcPct val="100000"/>
              </a:lnSpc>
            </a:pPr>
            <a:r>
              <a:rPr lang="en-US" sz="1050" b="0" u="none" strike="noStrike">
                <a:solidFill>
                  <a:srgbClr val="D6D6D6"/>
                </a:solidFill>
                <a:effectLst/>
                <a:uFillTx/>
                <a:latin typeface="Arial"/>
              </a:rPr>
              <a:t>Herramienta / mundo externo</a:t>
            </a:r>
            <a:endParaRPr lang="en-US" sz="1050" b="0" u="none" strike="noStrike">
              <a:solidFill>
                <a:srgbClr val="FFFFFF"/>
              </a:solidFill>
              <a:effectLst/>
              <a:uFillTx/>
              <a:latin typeface="Arial"/>
            </a:endParaRPr>
          </a:p>
        </p:txBody>
      </p:sp>
      <p:sp>
        <p:nvSpPr>
          <p:cNvPr id="255" name="Rounded Rectangle 21"/>
          <p:cNvSpPr/>
          <p:nvPr/>
        </p:nvSpPr>
        <p:spPr>
          <a:xfrm>
            <a:off x="6255720" y="6172200"/>
            <a:ext cx="164160" cy="164160"/>
          </a:xfrm>
          <a:prstGeom prst="roundRect">
            <a:avLst>
              <a:gd name="adj" fmla="val 25000"/>
            </a:avLst>
          </a:prstGeom>
          <a:solidFill>
            <a:srgbClr val="2A2408"/>
          </a:solidFill>
          <a:ln w="19050">
            <a:solidFill>
              <a:srgbClr val="F5C542"/>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256" name="TextBox 22"/>
          <p:cNvSpPr/>
          <p:nvPr/>
        </p:nvSpPr>
        <p:spPr>
          <a:xfrm>
            <a:off x="6484320" y="6144840"/>
            <a:ext cx="2293560" cy="228240"/>
          </a:xfrm>
          <a:prstGeom prst="rect">
            <a:avLst/>
          </a:prstGeom>
          <a:noFill/>
          <a:ln w="0">
            <a:noFill/>
          </a:ln>
        </p:spPr>
        <p:style>
          <a:lnRef idx="0"/>
          <a:fillRef idx="0"/>
          <a:effectRef idx="0"/>
          <a:fontRef idx="minor"/>
        </p:style>
        <p:txBody>
          <a:bodyPr lIns="18360" tIns="9000" rIns="18360" bIns="9000" anchor="t">
            <a:spAutoFit/>
          </a:bodyPr>
          <a:p>
            <a:pPr defTabSz="457200">
              <a:lnSpc>
                <a:spcPct val="100000"/>
              </a:lnSpc>
            </a:pPr>
            <a:r>
              <a:rPr lang="en-US" sz="1050" b="0" u="none" strike="noStrike">
                <a:solidFill>
                  <a:srgbClr val="D6D6D6"/>
                </a:solidFill>
                <a:effectLst/>
                <a:uFillTx/>
                <a:latin typeface="Arial"/>
              </a:rPr>
              <a:t>Artefacto o contexto compartido</a:t>
            </a:r>
            <a:endParaRPr lang="en-US" sz="1050" b="0" u="none" strike="noStrike">
              <a:solidFill>
                <a:srgbClr val="FFFFFF"/>
              </a:solidFill>
              <a:effectLst/>
              <a:uFillTx/>
              <a:latin typeface="Arial"/>
            </a:endParaRPr>
          </a:p>
        </p:txBody>
      </p:sp>
      <p:sp>
        <p:nvSpPr>
          <p:cNvPr id="257" name="Rounded Rectangle 23"/>
          <p:cNvSpPr/>
          <p:nvPr/>
        </p:nvSpPr>
        <p:spPr>
          <a:xfrm>
            <a:off x="9034200" y="6172200"/>
            <a:ext cx="164160" cy="164160"/>
          </a:xfrm>
          <a:prstGeom prst="roundRect">
            <a:avLst>
              <a:gd name="adj" fmla="val 25000"/>
            </a:avLst>
          </a:prstGeom>
          <a:solidFill>
            <a:srgbClr val="181818"/>
          </a:solidFill>
          <a:ln w="19050">
            <a:solidFill>
              <a:srgbClr val="9A9A9A"/>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258" name="TextBox 24"/>
          <p:cNvSpPr/>
          <p:nvPr/>
        </p:nvSpPr>
        <p:spPr>
          <a:xfrm>
            <a:off x="9262800" y="6144840"/>
            <a:ext cx="1227960" cy="228240"/>
          </a:xfrm>
          <a:prstGeom prst="rect">
            <a:avLst/>
          </a:prstGeom>
          <a:noFill/>
          <a:ln w="0">
            <a:noFill/>
          </a:ln>
        </p:spPr>
        <p:style>
          <a:lnRef idx="0"/>
          <a:fillRef idx="0"/>
          <a:effectRef idx="0"/>
          <a:fontRef idx="minor"/>
        </p:style>
        <p:txBody>
          <a:bodyPr lIns="18360" tIns="9000" rIns="18360" bIns="9000" anchor="t">
            <a:spAutoFit/>
          </a:bodyPr>
          <a:p>
            <a:pPr defTabSz="457200">
              <a:lnSpc>
                <a:spcPct val="100000"/>
              </a:lnSpc>
            </a:pPr>
            <a:r>
              <a:rPr lang="en-US" sz="1050" b="0" u="none" strike="noStrike">
                <a:solidFill>
                  <a:srgbClr val="D6D6D6"/>
                </a:solidFill>
                <a:effectLst/>
                <a:uFillTx/>
                <a:latin typeface="Arial"/>
              </a:rPr>
              <a:t>Entrada / salida</a:t>
            </a:r>
            <a:endParaRPr lang="en-US" sz="105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00000"/>
        </a:solidFill>
      </p:bgPr>
    </p:bg>
    <p:spTree>
      <p:nvGrpSpPr>
        <p:cNvPr id="1" name=""/>
        <p:cNvGrpSpPr/>
        <p:nvPr/>
      </p:nvGrpSpPr>
      <p:grpSpPr>
        <a:xfrm>
          <a:off x="0" y="0"/>
          <a:ext cx="0" cy="0"/>
          <a:chOff x="0" y="0"/>
          <a:chExt cx="0" cy="0"/>
        </a:xfrm>
      </p:grpSpPr>
      <p:sp>
        <p:nvSpPr>
          <p:cNvPr id="259" name="TextBox 1"/>
          <p:cNvSpPr/>
          <p:nvPr/>
        </p:nvSpPr>
        <p:spPr>
          <a:xfrm>
            <a:off x="548640" y="329040"/>
            <a:ext cx="8229240" cy="273960"/>
          </a:xfrm>
          <a:prstGeom prst="rect">
            <a:avLst/>
          </a:prstGeom>
          <a:noFill/>
          <a:ln w="0">
            <a:noFill/>
          </a:ln>
        </p:spPr>
        <p:style>
          <a:lnRef idx="0"/>
          <a:fillRef idx="0"/>
          <a:effectRef idx="0"/>
          <a:fontRef idx="minor"/>
        </p:style>
        <p:txBody>
          <a:bodyPr lIns="18360" tIns="9000" rIns="18360" bIns="9000" anchor="t">
            <a:spAutoFit/>
          </a:bodyPr>
          <a:p>
            <a:pPr defTabSz="457200">
              <a:lnSpc>
                <a:spcPct val="100000"/>
              </a:lnSpc>
            </a:pPr>
            <a:r>
              <a:rPr lang="en-US" sz="1150" b="1" u="none" strike="noStrike">
                <a:solidFill>
                  <a:srgbClr val="FF6B1A"/>
                </a:solidFill>
                <a:effectLst/>
                <a:uFillTx/>
                <a:latin typeface="Arial"/>
              </a:rPr>
              <a:t>ARQUETIPO 1 DE 6 · REFLEX</a:t>
            </a:r>
            <a:endParaRPr lang="en-US" sz="1150" b="0" u="none" strike="noStrike">
              <a:solidFill>
                <a:srgbClr val="FFFFFF"/>
              </a:solidFill>
              <a:effectLst/>
              <a:uFillTx/>
              <a:latin typeface="Arial"/>
            </a:endParaRPr>
          </a:p>
        </p:txBody>
      </p:sp>
      <p:sp>
        <p:nvSpPr>
          <p:cNvPr id="260" name="TextBox 2"/>
          <p:cNvSpPr/>
          <p:nvPr/>
        </p:nvSpPr>
        <p:spPr>
          <a:xfrm>
            <a:off x="548640" y="603360"/>
            <a:ext cx="11094120" cy="639720"/>
          </a:xfrm>
          <a:prstGeom prst="rect">
            <a:avLst/>
          </a:prstGeom>
          <a:noFill/>
          <a:ln w="0">
            <a:noFill/>
          </a:ln>
        </p:spPr>
        <p:style>
          <a:lnRef idx="0"/>
          <a:fillRef idx="0"/>
          <a:effectRef idx="0"/>
          <a:fontRef idx="minor"/>
        </p:style>
        <p:txBody>
          <a:bodyPr lIns="18360" tIns="9000" rIns="18360" bIns="9000" anchor="ctr">
            <a:spAutoFit/>
          </a:bodyPr>
          <a:p>
            <a:pPr defTabSz="457200">
              <a:lnSpc>
                <a:spcPct val="100000"/>
              </a:lnSpc>
            </a:pPr>
            <a:r>
              <a:rPr lang="en-US" sz="3000" b="1" u="none" strike="noStrike">
                <a:solidFill>
                  <a:srgbClr val="F2F2F2"/>
                </a:solidFill>
                <a:effectLst/>
                <a:uFillTx/>
                <a:latin typeface="Arial"/>
              </a:rPr>
              <a:t>Reflex: las tres decisiones de orquestación</a:t>
            </a:r>
            <a:endParaRPr lang="en-US" sz="3000" b="0" u="none" strike="noStrike">
              <a:solidFill>
                <a:srgbClr val="FFFFFF"/>
              </a:solidFill>
              <a:effectLst/>
              <a:uFillTx/>
              <a:latin typeface="Arial"/>
            </a:endParaRPr>
          </a:p>
        </p:txBody>
      </p:sp>
      <p:sp>
        <p:nvSpPr>
          <p:cNvPr id="261" name="TextBox 3"/>
          <p:cNvSpPr/>
          <p:nvPr/>
        </p:nvSpPr>
        <p:spPr>
          <a:xfrm>
            <a:off x="548640" y="6492240"/>
            <a:ext cx="7314840" cy="228240"/>
          </a:xfrm>
          <a:prstGeom prst="rect">
            <a:avLst/>
          </a:prstGeom>
          <a:noFill/>
          <a:ln w="0">
            <a:noFill/>
          </a:ln>
        </p:spPr>
        <p:style>
          <a:lnRef idx="0"/>
          <a:fillRef idx="0"/>
          <a:effectRef idx="0"/>
          <a:fontRef idx="minor"/>
        </p:style>
        <p:txBody>
          <a:bodyPr lIns="18360" tIns="9000" rIns="18360" bIns="9000" anchor="t">
            <a:spAutoFit/>
          </a:bodyPr>
          <a:p>
            <a:pPr defTabSz="457200">
              <a:lnSpc>
                <a:spcPct val="100000"/>
              </a:lnSpc>
            </a:pPr>
            <a:r>
              <a:rPr lang="en-US" sz="900" b="0" u="none" strike="noStrike">
                <a:solidFill>
                  <a:srgbClr val="9A9A9A"/>
                </a:solidFill>
                <a:effectLst/>
                <a:uFillTx/>
                <a:latin typeface="Arial"/>
              </a:rPr>
              <a:t>Arquetipos de agentes · Módulo 5 · UTDT</a:t>
            </a:r>
            <a:endParaRPr lang="en-US" sz="900" b="0" u="none" strike="noStrike">
              <a:solidFill>
                <a:srgbClr val="FFFFFF"/>
              </a:solidFill>
              <a:effectLst/>
              <a:uFillTx/>
              <a:latin typeface="Arial"/>
            </a:endParaRPr>
          </a:p>
        </p:txBody>
      </p:sp>
      <p:sp>
        <p:nvSpPr>
          <p:cNvPr id="262" name="TextBox 4"/>
          <p:cNvSpPr/>
          <p:nvPr/>
        </p:nvSpPr>
        <p:spPr>
          <a:xfrm>
            <a:off x="10271520" y="6492240"/>
            <a:ext cx="1371240" cy="228240"/>
          </a:xfrm>
          <a:prstGeom prst="rect">
            <a:avLst/>
          </a:prstGeom>
          <a:noFill/>
          <a:ln w="0">
            <a:noFill/>
          </a:ln>
        </p:spPr>
        <p:style>
          <a:lnRef idx="0"/>
          <a:fillRef idx="0"/>
          <a:effectRef idx="0"/>
          <a:fontRef idx="minor"/>
        </p:style>
        <p:txBody>
          <a:bodyPr lIns="18360" tIns="9000" rIns="18360" bIns="9000" anchor="t">
            <a:spAutoFit/>
          </a:bodyPr>
          <a:p>
            <a:pPr algn="r" defTabSz="457200">
              <a:lnSpc>
                <a:spcPct val="100000"/>
              </a:lnSpc>
            </a:pPr>
            <a:r>
              <a:rPr lang="en-US" sz="900" b="0" u="none" strike="noStrike">
                <a:solidFill>
                  <a:srgbClr val="9A9A9A"/>
                </a:solidFill>
                <a:effectLst/>
                <a:uFillTx/>
                <a:latin typeface="Arial"/>
              </a:rPr>
              <a:t>9 / 35</a:t>
            </a:r>
            <a:endParaRPr lang="en-US" sz="900" b="0" u="none" strike="noStrike">
              <a:solidFill>
                <a:srgbClr val="FFFFFF"/>
              </a:solidFill>
              <a:effectLst/>
              <a:uFillTx/>
              <a:latin typeface="Arial"/>
            </a:endParaRPr>
          </a:p>
        </p:txBody>
      </p:sp>
      <p:sp>
        <p:nvSpPr>
          <p:cNvPr id="263" name="Rectangle 5"/>
          <p:cNvSpPr/>
          <p:nvPr/>
        </p:nvSpPr>
        <p:spPr>
          <a:xfrm>
            <a:off x="548640" y="1417320"/>
            <a:ext cx="3563640" cy="4388760"/>
          </a:xfrm>
          <a:prstGeom prst="rect">
            <a:avLst/>
          </a:prstGeom>
          <a:solidFill>
            <a:srgbClr val="0E0E0E"/>
          </a:solidFill>
          <a:ln>
            <a:solidFill>
              <a:srgbClr val="2A2A2A"/>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264" name="Rectangle 6"/>
          <p:cNvSpPr/>
          <p:nvPr/>
        </p:nvSpPr>
        <p:spPr>
          <a:xfrm>
            <a:off x="548640" y="1417320"/>
            <a:ext cx="3563640" cy="63720"/>
          </a:xfrm>
          <a:prstGeom prst="rect">
            <a:avLst/>
          </a:prstGeom>
          <a:solidFill>
            <a:srgbClr val="FF6B1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19080" rIns="90000" bIns="19080" anchor="ctr">
            <a:noAutofit/>
          </a:bodyPr>
          <a:p>
            <a:endParaRPr lang="en-US" sz="1800" b="0" u="none" strike="noStrike">
              <a:solidFill>
                <a:schemeClr val="lt1"/>
              </a:solidFill>
              <a:effectLst/>
              <a:uFillTx/>
              <a:latin typeface="Calibri"/>
            </a:endParaRPr>
          </a:p>
        </p:txBody>
      </p:sp>
      <p:sp>
        <p:nvSpPr>
          <p:cNvPr id="265" name="TextBox 7"/>
          <p:cNvSpPr/>
          <p:nvPr/>
        </p:nvSpPr>
        <p:spPr>
          <a:xfrm>
            <a:off x="713160" y="1563480"/>
            <a:ext cx="3234600" cy="4187520"/>
          </a:xfrm>
          <a:prstGeom prst="rect">
            <a:avLst/>
          </a:prstGeom>
          <a:noFill/>
          <a:ln w="0">
            <a:noFill/>
          </a:ln>
        </p:spPr>
        <p:style>
          <a:lnRef idx="0"/>
          <a:fillRef idx="0"/>
          <a:effectRef idx="0"/>
          <a:fontRef idx="minor"/>
        </p:style>
        <p:txBody>
          <a:bodyPr lIns="18360" tIns="0" rIns="18360" bIns="0" anchor="t">
            <a:spAutoFit/>
          </a:bodyPr>
          <a:p>
            <a:pPr defTabSz="457200">
              <a:lnSpc>
                <a:spcPct val="100000"/>
              </a:lnSpc>
              <a:spcAft>
                <a:spcPts val="799"/>
              </a:spcAft>
            </a:pPr>
            <a:r>
              <a:rPr lang="en-US" sz="1790" b="1" u="none" strike="noStrike">
                <a:solidFill>
                  <a:srgbClr val="FF6B1A"/>
                </a:solidFill>
                <a:effectLst/>
                <a:uFillTx/>
                <a:latin typeface="Arial"/>
              </a:rPr>
              <a:t>Qué se ejecuta después</a:t>
            </a:r>
            <a:endParaRPr lang="en-US" sz="1790" b="0" u="none" strike="noStrike">
              <a:solidFill>
                <a:srgbClr val="FFFFFF"/>
              </a:solidFill>
              <a:effectLst/>
              <a:uFillTx/>
              <a:latin typeface="Arial"/>
            </a:endParaRPr>
          </a:p>
          <a:p>
            <a:pPr marL="171360" indent="-171360" defTabSz="457200">
              <a:lnSpc>
                <a:spcPct val="100000"/>
              </a:lnSpc>
              <a:spcAft>
                <a:spcPts val="879"/>
              </a:spcAft>
              <a:buClr>
                <a:srgbClr val="D6D6D6"/>
              </a:buClr>
              <a:buFont typeface="Symbol" charset="2"/>
              <a:buChar char=""/>
            </a:pPr>
            <a:r>
              <a:rPr lang="en-US" sz="1600" b="0" u="none" strike="noStrike">
                <a:solidFill>
                  <a:srgbClr val="D6D6D6"/>
                </a:solidFill>
                <a:effectLst/>
                <a:uFillTx/>
                <a:latin typeface="Arial"/>
              </a:rPr>
              <a:t>Nada: el diseño ya resolvió el flujo. Hay un único paso.</a:t>
            </a:r>
            <a:endParaRPr lang="en-US" sz="1600" b="0" u="none" strike="noStrike">
              <a:solidFill>
                <a:srgbClr val="FFFFFF"/>
              </a:solidFill>
              <a:effectLst/>
              <a:uFillTx/>
              <a:latin typeface="Arial"/>
            </a:endParaRPr>
          </a:p>
          <a:p>
            <a:pPr marL="171360" indent="-171360" defTabSz="457200">
              <a:lnSpc>
                <a:spcPct val="100000"/>
              </a:lnSpc>
              <a:spcAft>
                <a:spcPts val="879"/>
              </a:spcAft>
              <a:buClr>
                <a:srgbClr val="D6D6D6"/>
              </a:buClr>
              <a:buFont typeface="Symbol" charset="2"/>
              <a:buChar char=""/>
            </a:pPr>
            <a:r>
              <a:rPr lang="en-US" sz="1600" b="0" u="none" strike="noStrike">
                <a:solidFill>
                  <a:srgbClr val="D6D6D6"/>
                </a:solidFill>
                <a:effectLst/>
                <a:uFillTx/>
                <a:latin typeface="Arial"/>
              </a:rPr>
              <a:t>Decide la regla (código) o una sola inferencia del modelo; nunca un bucle.</a:t>
            </a:r>
            <a:endParaRPr lang="en-US" sz="1600" b="0" u="none" strike="noStrike">
              <a:solidFill>
                <a:srgbClr val="FFFFFF"/>
              </a:solidFill>
              <a:effectLst/>
              <a:uFillTx/>
              <a:latin typeface="Arial"/>
            </a:endParaRPr>
          </a:p>
          <a:p>
            <a:pPr marL="171360" indent="-171360" defTabSz="457200">
              <a:lnSpc>
                <a:spcPct val="100000"/>
              </a:lnSpc>
              <a:spcAft>
                <a:spcPts val="879"/>
              </a:spcAft>
              <a:buClr>
                <a:srgbClr val="D6D6D6"/>
              </a:buClr>
              <a:buFont typeface="Symbol" charset="2"/>
              <a:buChar char=""/>
            </a:pPr>
            <a:r>
              <a:rPr lang="en-US" sz="1600" b="0" u="none" strike="noStrike">
                <a:solidFill>
                  <a:srgbClr val="D6D6D6"/>
                </a:solidFill>
                <a:effectLst/>
                <a:uFillTx/>
                <a:latin typeface="Arial"/>
              </a:rPr>
              <a:t>La orquestación es trivial, y por eso es rápida, barata y predecible.</a:t>
            </a:r>
            <a:endParaRPr lang="en-US" sz="1600" b="0" u="none" strike="noStrike">
              <a:solidFill>
                <a:srgbClr val="FFFFFF"/>
              </a:solidFill>
              <a:effectLst/>
              <a:uFillTx/>
              <a:latin typeface="Arial"/>
            </a:endParaRPr>
          </a:p>
        </p:txBody>
      </p:sp>
      <p:sp>
        <p:nvSpPr>
          <p:cNvPr id="266" name="Rectangle 8"/>
          <p:cNvSpPr/>
          <p:nvPr/>
        </p:nvSpPr>
        <p:spPr>
          <a:xfrm>
            <a:off x="4313880" y="1417320"/>
            <a:ext cx="3563640" cy="4388760"/>
          </a:xfrm>
          <a:prstGeom prst="rect">
            <a:avLst/>
          </a:prstGeom>
          <a:solidFill>
            <a:srgbClr val="0E0E0E"/>
          </a:solidFill>
          <a:ln>
            <a:solidFill>
              <a:srgbClr val="2A2A2A"/>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267" name="Rectangle 9"/>
          <p:cNvSpPr/>
          <p:nvPr/>
        </p:nvSpPr>
        <p:spPr>
          <a:xfrm>
            <a:off x="4313880" y="1417320"/>
            <a:ext cx="3563640" cy="63720"/>
          </a:xfrm>
          <a:prstGeom prst="rect">
            <a:avLst/>
          </a:prstGeom>
          <a:solidFill>
            <a:srgbClr val="F5C542"/>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19080" rIns="90000" bIns="19080" anchor="ctr">
            <a:noAutofit/>
          </a:bodyPr>
          <a:p>
            <a:endParaRPr lang="en-US" sz="1800" b="0" u="none" strike="noStrike">
              <a:solidFill>
                <a:schemeClr val="lt1"/>
              </a:solidFill>
              <a:effectLst/>
              <a:uFillTx/>
              <a:latin typeface="Calibri"/>
            </a:endParaRPr>
          </a:p>
        </p:txBody>
      </p:sp>
      <p:sp>
        <p:nvSpPr>
          <p:cNvPr id="268" name="TextBox 10"/>
          <p:cNvSpPr/>
          <p:nvPr/>
        </p:nvSpPr>
        <p:spPr>
          <a:xfrm>
            <a:off x="4478400" y="1563480"/>
            <a:ext cx="3234600" cy="4187520"/>
          </a:xfrm>
          <a:prstGeom prst="rect">
            <a:avLst/>
          </a:prstGeom>
          <a:noFill/>
          <a:ln w="0">
            <a:noFill/>
          </a:ln>
        </p:spPr>
        <p:style>
          <a:lnRef idx="0"/>
          <a:fillRef idx="0"/>
          <a:effectRef idx="0"/>
          <a:fontRef idx="minor"/>
        </p:style>
        <p:txBody>
          <a:bodyPr lIns="18360" tIns="0" rIns="18360" bIns="0" anchor="t">
            <a:spAutoFit/>
          </a:bodyPr>
          <a:p>
            <a:pPr defTabSz="457200">
              <a:lnSpc>
                <a:spcPct val="100000"/>
              </a:lnSpc>
              <a:spcAft>
                <a:spcPts val="799"/>
              </a:spcAft>
            </a:pPr>
            <a:r>
              <a:rPr lang="en-US" sz="1790" b="1" u="none" strike="noStrike">
                <a:solidFill>
                  <a:srgbClr val="F5C542"/>
                </a:solidFill>
                <a:effectLst/>
                <a:uFillTx/>
                <a:latin typeface="Arial"/>
              </a:rPr>
              <a:t>Con qué contexto</a:t>
            </a:r>
            <a:endParaRPr lang="en-US" sz="1790" b="0" u="none" strike="noStrike">
              <a:solidFill>
                <a:srgbClr val="FFFFFF"/>
              </a:solidFill>
              <a:effectLst/>
              <a:uFillTx/>
              <a:latin typeface="Arial"/>
            </a:endParaRPr>
          </a:p>
          <a:p>
            <a:pPr marL="171360" indent="-171360" defTabSz="457200">
              <a:lnSpc>
                <a:spcPct val="100000"/>
              </a:lnSpc>
              <a:spcAft>
                <a:spcPts val="879"/>
              </a:spcAft>
              <a:buClr>
                <a:srgbClr val="D6D6D6"/>
              </a:buClr>
              <a:buFont typeface="Symbol" charset="2"/>
              <a:buChar char=""/>
            </a:pPr>
            <a:r>
              <a:rPr lang="en-US" sz="1600" b="0" u="none" strike="noStrike">
                <a:solidFill>
                  <a:srgbClr val="D6D6D6"/>
                </a:solidFill>
                <a:effectLst/>
                <a:uFillTx/>
                <a:latin typeface="Arial"/>
              </a:rPr>
              <a:t>Entra solo la percepción actual: el mensaje y, a lo sumo, metadatos.</a:t>
            </a:r>
            <a:endParaRPr lang="en-US" sz="1600" b="0" u="none" strike="noStrike">
              <a:solidFill>
                <a:srgbClr val="FFFFFF"/>
              </a:solidFill>
              <a:effectLst/>
              <a:uFillTx/>
              <a:latin typeface="Arial"/>
            </a:endParaRPr>
          </a:p>
          <a:p>
            <a:pPr marL="171360" indent="-171360" defTabSz="457200">
              <a:lnSpc>
                <a:spcPct val="100000"/>
              </a:lnSpc>
              <a:spcAft>
                <a:spcPts val="879"/>
              </a:spcAft>
              <a:buClr>
                <a:srgbClr val="D6D6D6"/>
              </a:buClr>
              <a:buFont typeface="Symbol" charset="2"/>
              <a:buChar char=""/>
            </a:pPr>
            <a:r>
              <a:rPr lang="en-US" sz="1600" b="0" u="none" strike="noStrike">
                <a:solidFill>
                  <a:srgbClr val="D6D6D6"/>
                </a:solidFill>
                <a:effectLst/>
                <a:uFillTx/>
                <a:latin typeface="Arial"/>
              </a:rPr>
              <a:t>No hay estado intermedio: nada se acumula ni se pasa a otro paso.</a:t>
            </a:r>
            <a:endParaRPr lang="en-US" sz="1600" b="0" u="none" strike="noStrike">
              <a:solidFill>
                <a:srgbClr val="FFFFFF"/>
              </a:solidFill>
              <a:effectLst/>
              <a:uFillTx/>
              <a:latin typeface="Arial"/>
            </a:endParaRPr>
          </a:p>
          <a:p>
            <a:pPr marL="171360" indent="-171360" defTabSz="457200">
              <a:lnSpc>
                <a:spcPct val="100000"/>
              </a:lnSpc>
              <a:spcAft>
                <a:spcPts val="879"/>
              </a:spcAft>
              <a:buClr>
                <a:srgbClr val="D6D6D6"/>
              </a:buClr>
              <a:buFont typeface="Symbol" charset="2"/>
              <a:buChar char=""/>
            </a:pPr>
            <a:r>
              <a:rPr lang="en-US" sz="1600" b="0" u="none" strike="noStrike">
                <a:solidFill>
                  <a:srgbClr val="D6D6D6"/>
                </a:solidFill>
                <a:effectLst/>
                <a:uFillTx/>
                <a:latin typeface="Arial"/>
              </a:rPr>
              <a:t>Lo que no está en la entrada no existe: no tiene forma de ir a buscarlo.</a:t>
            </a:r>
            <a:endParaRPr lang="en-US" sz="1600" b="0" u="none" strike="noStrike">
              <a:solidFill>
                <a:srgbClr val="FFFFFF"/>
              </a:solidFill>
              <a:effectLst/>
              <a:uFillTx/>
              <a:latin typeface="Arial"/>
            </a:endParaRPr>
          </a:p>
        </p:txBody>
      </p:sp>
      <p:sp>
        <p:nvSpPr>
          <p:cNvPr id="269" name="Rectangle 11"/>
          <p:cNvSpPr/>
          <p:nvPr/>
        </p:nvSpPr>
        <p:spPr>
          <a:xfrm>
            <a:off x="8079120" y="1417320"/>
            <a:ext cx="3563640" cy="4388760"/>
          </a:xfrm>
          <a:prstGeom prst="rect">
            <a:avLst/>
          </a:prstGeom>
          <a:solidFill>
            <a:srgbClr val="0E0E0E"/>
          </a:solidFill>
          <a:ln>
            <a:solidFill>
              <a:srgbClr val="2A2A2A"/>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270" name="Rectangle 12"/>
          <p:cNvSpPr/>
          <p:nvPr/>
        </p:nvSpPr>
        <p:spPr>
          <a:xfrm>
            <a:off x="8079120" y="1417320"/>
            <a:ext cx="3563640" cy="63720"/>
          </a:xfrm>
          <a:prstGeom prst="rect">
            <a:avLst/>
          </a:prstGeom>
          <a:solidFill>
            <a:srgbClr val="4DA3FF"/>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19080" rIns="90000" bIns="19080" anchor="ctr">
            <a:noAutofit/>
          </a:bodyPr>
          <a:p>
            <a:endParaRPr lang="en-US" sz="1800" b="0" u="none" strike="noStrike">
              <a:solidFill>
                <a:schemeClr val="lt1"/>
              </a:solidFill>
              <a:effectLst/>
              <a:uFillTx/>
              <a:latin typeface="Calibri"/>
            </a:endParaRPr>
          </a:p>
        </p:txBody>
      </p:sp>
      <p:sp>
        <p:nvSpPr>
          <p:cNvPr id="271" name="TextBox 13"/>
          <p:cNvSpPr/>
          <p:nvPr/>
        </p:nvSpPr>
        <p:spPr>
          <a:xfrm>
            <a:off x="8243640" y="1563480"/>
            <a:ext cx="3234600" cy="4187520"/>
          </a:xfrm>
          <a:prstGeom prst="rect">
            <a:avLst/>
          </a:prstGeom>
          <a:noFill/>
          <a:ln w="0">
            <a:noFill/>
          </a:ln>
        </p:spPr>
        <p:style>
          <a:lnRef idx="0"/>
          <a:fillRef idx="0"/>
          <a:effectRef idx="0"/>
          <a:fontRef idx="minor"/>
        </p:style>
        <p:txBody>
          <a:bodyPr lIns="18360" tIns="0" rIns="18360" bIns="0" anchor="t">
            <a:spAutoFit/>
          </a:bodyPr>
          <a:p>
            <a:pPr defTabSz="457200">
              <a:lnSpc>
                <a:spcPct val="100000"/>
              </a:lnSpc>
              <a:spcAft>
                <a:spcPts val="799"/>
              </a:spcAft>
            </a:pPr>
            <a:r>
              <a:rPr lang="en-US" sz="1790" b="1" u="none" strike="noStrike">
                <a:solidFill>
                  <a:srgbClr val="4DA3FF"/>
                </a:solidFill>
                <a:effectLst/>
                <a:uFillTx/>
                <a:latin typeface="Arial"/>
              </a:rPr>
              <a:t>Cuándo se detiene</a:t>
            </a:r>
            <a:endParaRPr lang="en-US" sz="1790" b="0" u="none" strike="noStrike">
              <a:solidFill>
                <a:srgbClr val="FFFFFF"/>
              </a:solidFill>
              <a:effectLst/>
              <a:uFillTx/>
              <a:latin typeface="Arial"/>
            </a:endParaRPr>
          </a:p>
          <a:p>
            <a:pPr marL="171360" indent="-171360" defTabSz="457200">
              <a:lnSpc>
                <a:spcPct val="100000"/>
              </a:lnSpc>
              <a:spcAft>
                <a:spcPts val="879"/>
              </a:spcAft>
              <a:buClr>
                <a:srgbClr val="D6D6D6"/>
              </a:buClr>
              <a:buFont typeface="Symbol" charset="2"/>
              <a:buChar char=""/>
            </a:pPr>
            <a:r>
              <a:rPr lang="en-US" sz="1600" b="0" u="none" strike="noStrike">
                <a:solidFill>
                  <a:srgbClr val="D6D6D6"/>
                </a:solidFill>
                <a:effectLst/>
                <a:uFillTx/>
                <a:latin typeface="Arial"/>
              </a:rPr>
              <a:t>Al emitir la acción. La latencia es una sola llamada.</a:t>
            </a:r>
            <a:endParaRPr lang="en-US" sz="1600" b="0" u="none" strike="noStrike">
              <a:solidFill>
                <a:srgbClr val="FFFFFF"/>
              </a:solidFill>
              <a:effectLst/>
              <a:uFillTx/>
              <a:latin typeface="Arial"/>
            </a:endParaRPr>
          </a:p>
          <a:p>
            <a:pPr marL="171360" indent="-171360" defTabSz="457200">
              <a:lnSpc>
                <a:spcPct val="100000"/>
              </a:lnSpc>
              <a:spcAft>
                <a:spcPts val="879"/>
              </a:spcAft>
              <a:buClr>
                <a:srgbClr val="D6D6D6"/>
              </a:buClr>
              <a:buFont typeface="Symbol" charset="2"/>
              <a:buChar char=""/>
            </a:pPr>
            <a:r>
              <a:rPr lang="en-US" sz="1600" b="0" u="none" strike="noStrike">
                <a:solidFill>
                  <a:srgbClr val="D6D6D6"/>
                </a:solidFill>
                <a:effectLst/>
                <a:uFillTx/>
                <a:latin typeface="Arial"/>
              </a:rPr>
              <a:t>No hay condición de corte porque no hay iteración.</a:t>
            </a:r>
            <a:endParaRPr lang="en-US" sz="1600" b="0" u="none" strike="noStrike">
              <a:solidFill>
                <a:srgbClr val="FFFFFF"/>
              </a:solidFill>
              <a:effectLst/>
              <a:uFillTx/>
              <a:latin typeface="Arial"/>
            </a:endParaRPr>
          </a:p>
          <a:p>
            <a:pPr marL="171360" indent="-171360" defTabSz="457200">
              <a:lnSpc>
                <a:spcPct val="100000"/>
              </a:lnSpc>
              <a:spcAft>
                <a:spcPts val="879"/>
              </a:spcAft>
              <a:buClr>
                <a:srgbClr val="D6D6D6"/>
              </a:buClr>
              <a:buFont typeface="Symbol" charset="2"/>
              <a:buChar char=""/>
            </a:pPr>
            <a:r>
              <a:rPr lang="en-US" sz="1600" b="0" u="none" strike="noStrike">
                <a:solidFill>
                  <a:srgbClr val="D6D6D6"/>
                </a:solidFill>
                <a:effectLst/>
                <a:uFillTx/>
                <a:latin typeface="Arial"/>
              </a:rPr>
              <a:t>El riesgo se traslada a la entrada: fuera de lo previsto, falla en silencio o cae a un valor por defecto.</a:t>
            </a:r>
            <a:endParaRPr lang="en-US" sz="1600" b="0" u="none" strike="noStrike">
              <a:solidFill>
                <a:srgbClr val="FFFFFF"/>
              </a:solidFill>
              <a:effectLst/>
              <a:uFillTx/>
              <a:latin typeface="Arial"/>
            </a:endParaRPr>
          </a:p>
        </p:txBody>
      </p:sp>
      <p:sp>
        <p:nvSpPr>
          <p:cNvPr id="272" name="TextBox 14"/>
          <p:cNvSpPr/>
          <p:nvPr/>
        </p:nvSpPr>
        <p:spPr>
          <a:xfrm>
            <a:off x="548640" y="5943600"/>
            <a:ext cx="11094120" cy="456840"/>
          </a:xfrm>
          <a:prstGeom prst="rect">
            <a:avLst/>
          </a:prstGeom>
          <a:noFill/>
          <a:ln w="0">
            <a:noFill/>
          </a:ln>
        </p:spPr>
        <p:style>
          <a:lnRef idx="0"/>
          <a:fillRef idx="0"/>
          <a:effectRef idx="0"/>
          <a:fontRef idx="minor"/>
        </p:style>
        <p:txBody>
          <a:bodyPr lIns="18360" tIns="9000" rIns="18360" bIns="9000" anchor="ctr">
            <a:spAutoFit/>
          </a:bodyPr>
          <a:p>
            <a:pPr defTabSz="457200">
              <a:lnSpc>
                <a:spcPct val="100000"/>
              </a:lnSpc>
            </a:pPr>
            <a:r>
              <a:rPr lang="en-US" sz="1300" b="0" i="1" u="none" strike="noStrike">
                <a:solidFill>
                  <a:srgbClr val="9A9A9A"/>
                </a:solidFill>
                <a:effectLst/>
                <a:uFillTx/>
                <a:latin typeface="Arial"/>
              </a:rPr>
              <a:t>Por eso siempre se define una ruta de escape: derivar a un humano o a un arquetipo más capaz.</a:t>
            </a:r>
            <a:endParaRPr lang="en-US" sz="130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00000"/>
        </a:solidFill>
      </p:bgPr>
    </p:bg>
    <p:spTree>
      <p:nvGrpSpPr>
        <p:cNvPr id="1" name=""/>
        <p:cNvGrpSpPr/>
        <p:nvPr/>
      </p:nvGrpSpPr>
      <p:grpSpPr>
        <a:xfrm>
          <a:off x="0" y="0"/>
          <a:ext cx="0" cy="0"/>
          <a:chOff x="0" y="0"/>
          <a:chExt cx="0" cy="0"/>
        </a:xfrm>
      </p:grpSpPr>
      <p:sp>
        <p:nvSpPr>
          <p:cNvPr id="273" name="TextBox 1"/>
          <p:cNvSpPr/>
          <p:nvPr/>
        </p:nvSpPr>
        <p:spPr>
          <a:xfrm>
            <a:off x="548640" y="329040"/>
            <a:ext cx="8229240" cy="273960"/>
          </a:xfrm>
          <a:prstGeom prst="rect">
            <a:avLst/>
          </a:prstGeom>
          <a:noFill/>
          <a:ln w="0">
            <a:noFill/>
          </a:ln>
        </p:spPr>
        <p:style>
          <a:lnRef idx="0"/>
          <a:fillRef idx="0"/>
          <a:effectRef idx="0"/>
          <a:fontRef idx="minor"/>
        </p:style>
        <p:txBody>
          <a:bodyPr lIns="18360" tIns="9000" rIns="18360" bIns="9000" anchor="t">
            <a:spAutoFit/>
          </a:bodyPr>
          <a:p>
            <a:pPr defTabSz="457200">
              <a:lnSpc>
                <a:spcPct val="100000"/>
              </a:lnSpc>
            </a:pPr>
            <a:r>
              <a:rPr lang="en-US" sz="1150" b="1" u="none" strike="noStrike">
                <a:solidFill>
                  <a:srgbClr val="FF6B1A"/>
                </a:solidFill>
                <a:effectLst/>
                <a:uFillTx/>
                <a:latin typeface="Arial"/>
              </a:rPr>
              <a:t>ARQUETIPO 1 DE 6 · REFLEX</a:t>
            </a:r>
            <a:endParaRPr lang="en-US" sz="1150" b="0" u="none" strike="noStrike">
              <a:solidFill>
                <a:srgbClr val="FFFFFF"/>
              </a:solidFill>
              <a:effectLst/>
              <a:uFillTx/>
              <a:latin typeface="Arial"/>
            </a:endParaRPr>
          </a:p>
        </p:txBody>
      </p:sp>
      <p:sp>
        <p:nvSpPr>
          <p:cNvPr id="274" name="TextBox 2"/>
          <p:cNvSpPr/>
          <p:nvPr/>
        </p:nvSpPr>
        <p:spPr>
          <a:xfrm>
            <a:off x="548640" y="603360"/>
            <a:ext cx="11094120" cy="639720"/>
          </a:xfrm>
          <a:prstGeom prst="rect">
            <a:avLst/>
          </a:prstGeom>
          <a:noFill/>
          <a:ln w="0">
            <a:noFill/>
          </a:ln>
        </p:spPr>
        <p:style>
          <a:lnRef idx="0"/>
          <a:fillRef idx="0"/>
          <a:effectRef idx="0"/>
          <a:fontRef idx="minor"/>
        </p:style>
        <p:txBody>
          <a:bodyPr lIns="18360" tIns="9000" rIns="18360" bIns="9000" anchor="ctr">
            <a:spAutoFit/>
          </a:bodyPr>
          <a:p>
            <a:pPr defTabSz="457200">
              <a:lnSpc>
                <a:spcPct val="100000"/>
              </a:lnSpc>
            </a:pPr>
            <a:r>
              <a:rPr lang="en-US" sz="3000" b="1" u="none" strike="noStrike">
                <a:solidFill>
                  <a:srgbClr val="F2F2F2"/>
                </a:solidFill>
                <a:effectLst/>
                <a:uFillTx/>
                <a:latin typeface="Arial"/>
              </a:rPr>
              <a:t>Reflex: fallas típicas y criterio de uso</a:t>
            </a:r>
            <a:endParaRPr lang="en-US" sz="3000" b="0" u="none" strike="noStrike">
              <a:solidFill>
                <a:srgbClr val="FFFFFF"/>
              </a:solidFill>
              <a:effectLst/>
              <a:uFillTx/>
              <a:latin typeface="Arial"/>
            </a:endParaRPr>
          </a:p>
        </p:txBody>
      </p:sp>
      <p:sp>
        <p:nvSpPr>
          <p:cNvPr id="275" name="TextBox 3"/>
          <p:cNvSpPr/>
          <p:nvPr/>
        </p:nvSpPr>
        <p:spPr>
          <a:xfrm>
            <a:off x="548640" y="6492240"/>
            <a:ext cx="7314840" cy="228240"/>
          </a:xfrm>
          <a:prstGeom prst="rect">
            <a:avLst/>
          </a:prstGeom>
          <a:noFill/>
          <a:ln w="0">
            <a:noFill/>
          </a:ln>
        </p:spPr>
        <p:style>
          <a:lnRef idx="0"/>
          <a:fillRef idx="0"/>
          <a:effectRef idx="0"/>
          <a:fontRef idx="minor"/>
        </p:style>
        <p:txBody>
          <a:bodyPr lIns="18360" tIns="9000" rIns="18360" bIns="9000" anchor="t">
            <a:spAutoFit/>
          </a:bodyPr>
          <a:p>
            <a:pPr defTabSz="457200">
              <a:lnSpc>
                <a:spcPct val="100000"/>
              </a:lnSpc>
            </a:pPr>
            <a:r>
              <a:rPr lang="en-US" sz="900" b="0" u="none" strike="noStrike">
                <a:solidFill>
                  <a:srgbClr val="9A9A9A"/>
                </a:solidFill>
                <a:effectLst/>
                <a:uFillTx/>
                <a:latin typeface="Arial"/>
              </a:rPr>
              <a:t>Arquetipos de agentes · Módulo 5 · UTDT</a:t>
            </a:r>
            <a:endParaRPr lang="en-US" sz="900" b="0" u="none" strike="noStrike">
              <a:solidFill>
                <a:srgbClr val="FFFFFF"/>
              </a:solidFill>
              <a:effectLst/>
              <a:uFillTx/>
              <a:latin typeface="Arial"/>
            </a:endParaRPr>
          </a:p>
        </p:txBody>
      </p:sp>
      <p:sp>
        <p:nvSpPr>
          <p:cNvPr id="276" name="TextBox 4"/>
          <p:cNvSpPr/>
          <p:nvPr/>
        </p:nvSpPr>
        <p:spPr>
          <a:xfrm>
            <a:off x="10271520" y="6492240"/>
            <a:ext cx="1371240" cy="228240"/>
          </a:xfrm>
          <a:prstGeom prst="rect">
            <a:avLst/>
          </a:prstGeom>
          <a:noFill/>
          <a:ln w="0">
            <a:noFill/>
          </a:ln>
        </p:spPr>
        <p:style>
          <a:lnRef idx="0"/>
          <a:fillRef idx="0"/>
          <a:effectRef idx="0"/>
          <a:fontRef idx="minor"/>
        </p:style>
        <p:txBody>
          <a:bodyPr lIns="18360" tIns="9000" rIns="18360" bIns="9000" anchor="t">
            <a:spAutoFit/>
          </a:bodyPr>
          <a:p>
            <a:pPr algn="r" defTabSz="457200">
              <a:lnSpc>
                <a:spcPct val="100000"/>
              </a:lnSpc>
            </a:pPr>
            <a:r>
              <a:rPr lang="en-US" sz="900" b="0" u="none" strike="noStrike">
                <a:solidFill>
                  <a:srgbClr val="9A9A9A"/>
                </a:solidFill>
                <a:effectLst/>
                <a:uFillTx/>
                <a:latin typeface="Arial"/>
              </a:rPr>
              <a:t>10 / 35</a:t>
            </a:r>
            <a:endParaRPr lang="en-US" sz="900" b="0" u="none" strike="noStrike">
              <a:solidFill>
                <a:srgbClr val="FFFFFF"/>
              </a:solidFill>
              <a:effectLst/>
              <a:uFillTx/>
              <a:latin typeface="Arial"/>
            </a:endParaRPr>
          </a:p>
        </p:txBody>
      </p:sp>
      <p:sp>
        <p:nvSpPr>
          <p:cNvPr id="277" name="Rectangle 5"/>
          <p:cNvSpPr/>
          <p:nvPr/>
        </p:nvSpPr>
        <p:spPr>
          <a:xfrm>
            <a:off x="548640" y="1417320"/>
            <a:ext cx="5446440" cy="4388760"/>
          </a:xfrm>
          <a:prstGeom prst="rect">
            <a:avLst/>
          </a:prstGeom>
          <a:solidFill>
            <a:srgbClr val="0E0E0E"/>
          </a:solidFill>
          <a:ln>
            <a:solidFill>
              <a:srgbClr val="2A2A2A"/>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278" name="Rectangle 6"/>
          <p:cNvSpPr/>
          <p:nvPr/>
        </p:nvSpPr>
        <p:spPr>
          <a:xfrm>
            <a:off x="548640" y="1417320"/>
            <a:ext cx="5446440" cy="63720"/>
          </a:xfrm>
          <a:prstGeom prst="rect">
            <a:avLst/>
          </a:prstGeom>
          <a:solidFill>
            <a:srgbClr val="FF6B1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19080" rIns="90000" bIns="19080" anchor="ctr">
            <a:noAutofit/>
          </a:bodyPr>
          <a:p>
            <a:endParaRPr lang="en-US" sz="1800" b="0" u="none" strike="noStrike">
              <a:solidFill>
                <a:schemeClr val="lt1"/>
              </a:solidFill>
              <a:effectLst/>
              <a:uFillTx/>
              <a:latin typeface="Calibri"/>
            </a:endParaRPr>
          </a:p>
        </p:txBody>
      </p:sp>
      <p:sp>
        <p:nvSpPr>
          <p:cNvPr id="279" name="TextBox 7"/>
          <p:cNvSpPr/>
          <p:nvPr/>
        </p:nvSpPr>
        <p:spPr>
          <a:xfrm>
            <a:off x="713160" y="1563480"/>
            <a:ext cx="5117040" cy="4187520"/>
          </a:xfrm>
          <a:prstGeom prst="rect">
            <a:avLst/>
          </a:prstGeom>
          <a:noFill/>
          <a:ln w="0">
            <a:noFill/>
          </a:ln>
        </p:spPr>
        <p:style>
          <a:lnRef idx="0"/>
          <a:fillRef idx="0"/>
          <a:effectRef idx="0"/>
          <a:fontRef idx="minor"/>
        </p:style>
        <p:txBody>
          <a:bodyPr lIns="18360" tIns="0" rIns="18360" bIns="0" anchor="t">
            <a:spAutoFit/>
          </a:bodyPr>
          <a:p>
            <a:pPr defTabSz="457200">
              <a:lnSpc>
                <a:spcPct val="100000"/>
              </a:lnSpc>
              <a:spcAft>
                <a:spcPts val="799"/>
              </a:spcAft>
            </a:pPr>
            <a:r>
              <a:rPr lang="en-US" sz="1790" b="1" u="none" strike="noStrike">
                <a:solidFill>
                  <a:srgbClr val="FF6B1A"/>
                </a:solidFill>
                <a:effectLst/>
                <a:uFillTx/>
                <a:latin typeface="Arial"/>
              </a:rPr>
              <a:t>Fallas típicas</a:t>
            </a:r>
            <a:endParaRPr lang="en-US" sz="1790" b="0" u="none" strike="noStrike">
              <a:solidFill>
                <a:srgbClr val="FFFFFF"/>
              </a:solidFill>
              <a:effectLst/>
              <a:uFillTx/>
              <a:latin typeface="Arial"/>
            </a:endParaRPr>
          </a:p>
          <a:p>
            <a:pPr marL="171360" indent="-171360" defTabSz="457200">
              <a:lnSpc>
                <a:spcPct val="100000"/>
              </a:lnSpc>
              <a:spcAft>
                <a:spcPts val="879"/>
              </a:spcAft>
              <a:buClr>
                <a:srgbClr val="D6D6D6"/>
              </a:buClr>
              <a:buFont typeface="Symbol" charset="2"/>
              <a:buChar char=""/>
            </a:pPr>
            <a:r>
              <a:rPr lang="en-US" sz="1600" b="0" u="none" strike="noStrike">
                <a:solidFill>
                  <a:srgbClr val="D6D6D6"/>
                </a:solidFill>
                <a:effectLst/>
                <a:uFillTx/>
                <a:latin typeface="Arial"/>
              </a:rPr>
              <a:t>Clasifica mal y nadie lo detecta: no hay verificación posterior.</a:t>
            </a:r>
            <a:endParaRPr lang="en-US" sz="1600" b="0" u="none" strike="noStrike">
              <a:solidFill>
                <a:srgbClr val="FFFFFF"/>
              </a:solidFill>
              <a:effectLst/>
              <a:uFillTx/>
              <a:latin typeface="Arial"/>
            </a:endParaRPr>
          </a:p>
          <a:p>
            <a:pPr marL="171360" indent="-171360" defTabSz="457200">
              <a:lnSpc>
                <a:spcPct val="100000"/>
              </a:lnSpc>
              <a:spcAft>
                <a:spcPts val="879"/>
              </a:spcAft>
              <a:buClr>
                <a:srgbClr val="D6D6D6"/>
              </a:buClr>
              <a:buFont typeface="Symbol" charset="2"/>
              <a:buChar char=""/>
            </a:pPr>
            <a:r>
              <a:rPr lang="en-US" sz="1600" b="0" u="none" strike="noStrike">
                <a:solidFill>
                  <a:srgbClr val="D6D6D6"/>
                </a:solidFill>
                <a:effectLst/>
                <a:uFillTx/>
                <a:latin typeface="Arial"/>
              </a:rPr>
              <a:t>Un mensaje con dos intenciones se reduce a una sola.</a:t>
            </a:r>
            <a:endParaRPr lang="en-US" sz="1600" b="0" u="none" strike="noStrike">
              <a:solidFill>
                <a:srgbClr val="FFFFFF"/>
              </a:solidFill>
              <a:effectLst/>
              <a:uFillTx/>
              <a:latin typeface="Arial"/>
            </a:endParaRPr>
          </a:p>
          <a:p>
            <a:pPr marL="171360" indent="-171360" defTabSz="457200">
              <a:lnSpc>
                <a:spcPct val="100000"/>
              </a:lnSpc>
              <a:spcAft>
                <a:spcPts val="879"/>
              </a:spcAft>
              <a:buClr>
                <a:srgbClr val="D6D6D6"/>
              </a:buClr>
              <a:buFont typeface="Symbol" charset="2"/>
              <a:buChar char=""/>
            </a:pPr>
            <a:r>
              <a:rPr lang="en-US" sz="1600" b="0" u="none" strike="noStrike">
                <a:solidFill>
                  <a:srgbClr val="D6D6D6"/>
                </a:solidFill>
                <a:effectLst/>
                <a:uFillTx/>
                <a:latin typeface="Arial"/>
              </a:rPr>
              <a:t>Reglas obsoletas: el mundo cambia y la tabla no.</a:t>
            </a:r>
            <a:endParaRPr lang="en-US" sz="1600" b="0" u="none" strike="noStrike">
              <a:solidFill>
                <a:srgbClr val="FFFFFF"/>
              </a:solidFill>
              <a:effectLst/>
              <a:uFillTx/>
              <a:latin typeface="Arial"/>
            </a:endParaRPr>
          </a:p>
          <a:p>
            <a:pPr marL="171360" indent="-171360" defTabSz="457200">
              <a:lnSpc>
                <a:spcPct val="100000"/>
              </a:lnSpc>
              <a:spcAft>
                <a:spcPts val="879"/>
              </a:spcAft>
              <a:buClr>
                <a:srgbClr val="D6D6D6"/>
              </a:buClr>
              <a:buFont typeface="Symbol" charset="2"/>
              <a:buChar char=""/>
            </a:pPr>
            <a:r>
              <a:rPr lang="en-US" sz="1600" b="0" u="none" strike="noStrike">
                <a:solidFill>
                  <a:srgbClr val="D6D6D6"/>
                </a:solidFill>
                <a:effectLst/>
                <a:uFillTx/>
                <a:latin typeface="Arial"/>
              </a:rPr>
              <a:t>Deriva de alcance: cuando empieza a necesitar el historial de turnos anteriores, ya no es un reflex.</a:t>
            </a:r>
            <a:endParaRPr lang="en-US" sz="1600" b="0" u="none" strike="noStrike">
              <a:solidFill>
                <a:srgbClr val="FFFFFF"/>
              </a:solidFill>
              <a:effectLst/>
              <a:uFillTx/>
              <a:latin typeface="Arial"/>
            </a:endParaRPr>
          </a:p>
        </p:txBody>
      </p:sp>
      <p:sp>
        <p:nvSpPr>
          <p:cNvPr id="280" name="Rectangle 8"/>
          <p:cNvSpPr/>
          <p:nvPr/>
        </p:nvSpPr>
        <p:spPr>
          <a:xfrm>
            <a:off x="6196320" y="1417320"/>
            <a:ext cx="5446440" cy="4388760"/>
          </a:xfrm>
          <a:prstGeom prst="rect">
            <a:avLst/>
          </a:prstGeom>
          <a:solidFill>
            <a:srgbClr val="0E0E0E"/>
          </a:solidFill>
          <a:ln>
            <a:solidFill>
              <a:srgbClr val="2A2A2A"/>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281" name="Rectangle 9"/>
          <p:cNvSpPr/>
          <p:nvPr/>
        </p:nvSpPr>
        <p:spPr>
          <a:xfrm>
            <a:off x="6196320" y="1417320"/>
            <a:ext cx="5446440" cy="63720"/>
          </a:xfrm>
          <a:prstGeom prst="rect">
            <a:avLst/>
          </a:prstGeom>
          <a:solidFill>
            <a:srgbClr val="9A9A9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19080" rIns="90000" bIns="19080" anchor="ctr">
            <a:noAutofit/>
          </a:bodyPr>
          <a:p>
            <a:endParaRPr lang="en-US" sz="1800" b="0" u="none" strike="noStrike">
              <a:solidFill>
                <a:schemeClr val="lt1"/>
              </a:solidFill>
              <a:effectLst/>
              <a:uFillTx/>
              <a:latin typeface="Calibri"/>
            </a:endParaRPr>
          </a:p>
        </p:txBody>
      </p:sp>
      <p:sp>
        <p:nvSpPr>
          <p:cNvPr id="282" name="TextBox 10"/>
          <p:cNvSpPr/>
          <p:nvPr/>
        </p:nvSpPr>
        <p:spPr>
          <a:xfrm>
            <a:off x="6361200" y="1563480"/>
            <a:ext cx="5117040" cy="4187520"/>
          </a:xfrm>
          <a:prstGeom prst="rect">
            <a:avLst/>
          </a:prstGeom>
          <a:noFill/>
          <a:ln w="0">
            <a:noFill/>
          </a:ln>
        </p:spPr>
        <p:style>
          <a:lnRef idx="0"/>
          <a:fillRef idx="0"/>
          <a:effectRef idx="0"/>
          <a:fontRef idx="minor"/>
        </p:style>
        <p:txBody>
          <a:bodyPr lIns="18360" tIns="0" rIns="18360" bIns="0" anchor="t">
            <a:spAutoFit/>
          </a:bodyPr>
          <a:p>
            <a:pPr defTabSz="457200">
              <a:lnSpc>
                <a:spcPct val="100000"/>
              </a:lnSpc>
              <a:spcAft>
                <a:spcPts val="799"/>
              </a:spcAft>
            </a:pPr>
            <a:r>
              <a:rPr lang="en-US" sz="1790" b="1" u="none" strike="noStrike">
                <a:solidFill>
                  <a:srgbClr val="9A9A9A"/>
                </a:solidFill>
                <a:effectLst/>
                <a:uFillTx/>
                <a:latin typeface="Arial"/>
              </a:rPr>
              <a:t>Cuándo elegirlo, cuándo no</a:t>
            </a:r>
            <a:endParaRPr lang="en-US" sz="1790" b="0" u="none" strike="noStrike">
              <a:solidFill>
                <a:srgbClr val="FFFFFF"/>
              </a:solidFill>
              <a:effectLst/>
              <a:uFillTx/>
              <a:latin typeface="Arial"/>
            </a:endParaRPr>
          </a:p>
          <a:p>
            <a:pPr marL="171360" indent="-171360" defTabSz="457200">
              <a:lnSpc>
                <a:spcPct val="100000"/>
              </a:lnSpc>
              <a:spcAft>
                <a:spcPts val="879"/>
              </a:spcAft>
              <a:buClr>
                <a:srgbClr val="D6D6D6"/>
              </a:buClr>
              <a:buFont typeface="Symbol" charset="2"/>
              <a:buChar char=""/>
            </a:pPr>
            <a:r>
              <a:rPr lang="en-US" sz="1600" b="0" u="none" strike="noStrike">
                <a:solidFill>
                  <a:srgbClr val="D6D6D6"/>
                </a:solidFill>
                <a:effectLst/>
                <a:uFillTx/>
                <a:latin typeface="Arial"/>
              </a:rPr>
              <a:t>Elegirlo: alto volumen, baja ambigüedad, acción barata o reversible.</a:t>
            </a:r>
            <a:endParaRPr lang="en-US" sz="1600" b="0" u="none" strike="noStrike">
              <a:solidFill>
                <a:srgbClr val="FFFFFF"/>
              </a:solidFill>
              <a:effectLst/>
              <a:uFillTx/>
              <a:latin typeface="Arial"/>
            </a:endParaRPr>
          </a:p>
          <a:p>
            <a:pPr marL="171360" indent="-171360" defTabSz="457200">
              <a:lnSpc>
                <a:spcPct val="100000"/>
              </a:lnSpc>
              <a:spcAft>
                <a:spcPts val="879"/>
              </a:spcAft>
              <a:buClr>
                <a:srgbClr val="D6D6D6"/>
              </a:buClr>
              <a:buFont typeface="Symbol" charset="2"/>
              <a:buChar char=""/>
            </a:pPr>
            <a:r>
              <a:rPr lang="en-US" sz="1600" b="0" u="none" strike="noStrike">
                <a:solidFill>
                  <a:srgbClr val="D6D6D6"/>
                </a:solidFill>
                <a:effectLst/>
                <a:uFillTx/>
                <a:latin typeface="Arial"/>
              </a:rPr>
              <a:t>Como router de primer nivel delante de arquetipos más caros.</a:t>
            </a:r>
            <a:endParaRPr lang="en-US" sz="1600" b="0" u="none" strike="noStrike">
              <a:solidFill>
                <a:srgbClr val="FFFFFF"/>
              </a:solidFill>
              <a:effectLst/>
              <a:uFillTx/>
              <a:latin typeface="Arial"/>
            </a:endParaRPr>
          </a:p>
          <a:p>
            <a:pPr marL="171360" indent="-171360" defTabSz="457200">
              <a:lnSpc>
                <a:spcPct val="100000"/>
              </a:lnSpc>
              <a:spcAft>
                <a:spcPts val="879"/>
              </a:spcAft>
              <a:buClr>
                <a:srgbClr val="D6D6D6"/>
              </a:buClr>
              <a:buFont typeface="Symbol" charset="2"/>
              <a:buChar char=""/>
            </a:pPr>
            <a:r>
              <a:rPr lang="en-US" sz="1600" b="0" u="none" strike="noStrike">
                <a:solidFill>
                  <a:srgbClr val="D6D6D6"/>
                </a:solidFill>
                <a:effectLst/>
                <a:uFillTx/>
                <a:latin typeface="Arial"/>
              </a:rPr>
              <a:t>Descartarlo: la respuesta depende de datos que hay que ir a buscar, o requiere varios pasos.</a:t>
            </a:r>
            <a:endParaRPr lang="en-US" sz="1600" b="0" u="none" strike="noStrike">
              <a:solidFill>
                <a:srgbClr val="FFFFFF"/>
              </a:solidFill>
              <a:effectLst/>
              <a:uFillTx/>
              <a:latin typeface="Arial"/>
            </a:endParaRPr>
          </a:p>
          <a:p>
            <a:pPr marL="171360" indent="-171360" defTabSz="457200">
              <a:lnSpc>
                <a:spcPct val="100000"/>
              </a:lnSpc>
              <a:spcAft>
                <a:spcPts val="879"/>
              </a:spcAft>
              <a:buClr>
                <a:srgbClr val="D6D6D6"/>
              </a:buClr>
              <a:buFont typeface="Symbol" charset="2"/>
              <a:buChar char=""/>
            </a:pPr>
            <a:r>
              <a:rPr lang="en-US" sz="1600" b="0" u="none" strike="noStrike">
                <a:solidFill>
                  <a:srgbClr val="D6D6D6"/>
                </a:solidFill>
                <a:effectLst/>
                <a:uFillTx/>
                <a:latin typeface="Arial"/>
              </a:rPr>
              <a:t>Descartarlo: un error es costoso y no hay quien lo revise.</a:t>
            </a:r>
            <a:endParaRPr lang="en-US" sz="1600" b="0" u="none" strike="noStrike">
              <a:solidFill>
                <a:srgbClr val="FFFFFF"/>
              </a:solidFill>
              <a:effectLst/>
              <a:uFillTx/>
              <a:latin typeface="Arial"/>
            </a:endParaRPr>
          </a:p>
        </p:txBody>
      </p:sp>
      <p:sp>
        <p:nvSpPr>
          <p:cNvPr id="283" name="TextBox 11"/>
          <p:cNvSpPr/>
          <p:nvPr/>
        </p:nvSpPr>
        <p:spPr>
          <a:xfrm>
            <a:off x="548640" y="5943600"/>
            <a:ext cx="11094120" cy="456840"/>
          </a:xfrm>
          <a:prstGeom prst="rect">
            <a:avLst/>
          </a:prstGeom>
          <a:noFill/>
          <a:ln w="0">
            <a:noFill/>
          </a:ln>
        </p:spPr>
        <p:style>
          <a:lnRef idx="0"/>
          <a:fillRef idx="0"/>
          <a:effectRef idx="0"/>
          <a:fontRef idx="minor"/>
        </p:style>
        <p:txBody>
          <a:bodyPr lIns="18360" tIns="9000" rIns="18360" bIns="9000" anchor="ctr">
            <a:spAutoFit/>
          </a:bodyPr>
          <a:p>
            <a:pPr defTabSz="457200">
              <a:lnSpc>
                <a:spcPct val="100000"/>
              </a:lnSpc>
            </a:pPr>
            <a:r>
              <a:rPr lang="en-US" sz="1300" b="0" i="1" u="none" strike="noStrike">
                <a:solidFill>
                  <a:srgbClr val="9A9A9A"/>
                </a:solidFill>
                <a:effectLst/>
                <a:uFillTx/>
                <a:latin typeface="Arial"/>
              </a:rPr>
              <a:t>Su valor principal en sistemas grandes: filtrar barato lo fácil para reservar el razonamiento caro.</a:t>
            </a:r>
            <a:endParaRPr lang="en-US" sz="130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00000"/>
        </a:solidFill>
      </p:bgPr>
    </p:bg>
    <p:spTree>
      <p:nvGrpSpPr>
        <p:cNvPr id="1" name=""/>
        <p:cNvGrpSpPr/>
        <p:nvPr/>
      </p:nvGrpSpPr>
      <p:grpSpPr>
        <a:xfrm>
          <a:off x="0" y="0"/>
          <a:ext cx="0" cy="0"/>
          <a:chOff x="0" y="0"/>
          <a:chExt cx="0" cy="0"/>
        </a:xfrm>
      </p:grpSpPr>
      <p:sp>
        <p:nvSpPr>
          <p:cNvPr id="284" name="TextBox 1"/>
          <p:cNvSpPr/>
          <p:nvPr/>
        </p:nvSpPr>
        <p:spPr>
          <a:xfrm>
            <a:off x="548640" y="329040"/>
            <a:ext cx="8229240" cy="273960"/>
          </a:xfrm>
          <a:prstGeom prst="rect">
            <a:avLst/>
          </a:prstGeom>
          <a:noFill/>
          <a:ln w="0">
            <a:noFill/>
          </a:ln>
        </p:spPr>
        <p:style>
          <a:lnRef idx="0"/>
          <a:fillRef idx="0"/>
          <a:effectRef idx="0"/>
          <a:fontRef idx="minor"/>
        </p:style>
        <p:txBody>
          <a:bodyPr lIns="18360" tIns="9000" rIns="18360" bIns="9000" anchor="t">
            <a:spAutoFit/>
          </a:bodyPr>
          <a:p>
            <a:pPr defTabSz="457200">
              <a:lnSpc>
                <a:spcPct val="100000"/>
              </a:lnSpc>
            </a:pPr>
            <a:r>
              <a:rPr lang="en-US" sz="1150" b="1" u="none" strike="noStrike">
                <a:solidFill>
                  <a:srgbClr val="FF6B1A"/>
                </a:solidFill>
                <a:effectLst/>
                <a:uFillTx/>
                <a:latin typeface="Arial"/>
              </a:rPr>
              <a:t>ARQUETIPO 1 DE 6 · REFLEX</a:t>
            </a:r>
            <a:endParaRPr lang="en-US" sz="1150" b="0" u="none" strike="noStrike">
              <a:solidFill>
                <a:srgbClr val="FFFFFF"/>
              </a:solidFill>
              <a:effectLst/>
              <a:uFillTx/>
              <a:latin typeface="Arial"/>
            </a:endParaRPr>
          </a:p>
        </p:txBody>
      </p:sp>
      <p:sp>
        <p:nvSpPr>
          <p:cNvPr id="285" name="TextBox 2"/>
          <p:cNvSpPr/>
          <p:nvPr/>
        </p:nvSpPr>
        <p:spPr>
          <a:xfrm>
            <a:off x="548640" y="603360"/>
            <a:ext cx="11094120" cy="639720"/>
          </a:xfrm>
          <a:prstGeom prst="rect">
            <a:avLst/>
          </a:prstGeom>
          <a:noFill/>
          <a:ln w="0">
            <a:noFill/>
          </a:ln>
        </p:spPr>
        <p:style>
          <a:lnRef idx="0"/>
          <a:fillRef idx="0"/>
          <a:effectRef idx="0"/>
          <a:fontRef idx="minor"/>
        </p:style>
        <p:txBody>
          <a:bodyPr lIns="18360" tIns="9000" rIns="18360" bIns="9000" anchor="ctr">
            <a:spAutoFit/>
          </a:bodyPr>
          <a:p>
            <a:pPr defTabSz="457200">
              <a:lnSpc>
                <a:spcPct val="100000"/>
              </a:lnSpc>
            </a:pPr>
            <a:r>
              <a:rPr lang="en-US" sz="3000" b="1" u="none" strike="noStrike">
                <a:solidFill>
                  <a:srgbClr val="F2F2F2"/>
                </a:solidFill>
                <a:effectLst/>
                <a:uFillTx/>
                <a:latin typeface="Arial"/>
              </a:rPr>
              <a:t>Reflex: un ejemplo recorrido</a:t>
            </a:r>
            <a:endParaRPr lang="en-US" sz="3000" b="0" u="none" strike="noStrike">
              <a:solidFill>
                <a:srgbClr val="FFFFFF"/>
              </a:solidFill>
              <a:effectLst/>
              <a:uFillTx/>
              <a:latin typeface="Arial"/>
            </a:endParaRPr>
          </a:p>
        </p:txBody>
      </p:sp>
      <p:sp>
        <p:nvSpPr>
          <p:cNvPr id="286" name="TextBox 3"/>
          <p:cNvSpPr/>
          <p:nvPr/>
        </p:nvSpPr>
        <p:spPr>
          <a:xfrm>
            <a:off x="548640" y="6492240"/>
            <a:ext cx="7314840" cy="228240"/>
          </a:xfrm>
          <a:prstGeom prst="rect">
            <a:avLst/>
          </a:prstGeom>
          <a:noFill/>
          <a:ln w="0">
            <a:noFill/>
          </a:ln>
        </p:spPr>
        <p:style>
          <a:lnRef idx="0"/>
          <a:fillRef idx="0"/>
          <a:effectRef idx="0"/>
          <a:fontRef idx="minor"/>
        </p:style>
        <p:txBody>
          <a:bodyPr lIns="18360" tIns="9000" rIns="18360" bIns="9000" anchor="t">
            <a:spAutoFit/>
          </a:bodyPr>
          <a:p>
            <a:pPr defTabSz="457200">
              <a:lnSpc>
                <a:spcPct val="100000"/>
              </a:lnSpc>
            </a:pPr>
            <a:r>
              <a:rPr lang="en-US" sz="900" b="0" u="none" strike="noStrike">
                <a:solidFill>
                  <a:srgbClr val="9A9A9A"/>
                </a:solidFill>
                <a:effectLst/>
                <a:uFillTx/>
                <a:latin typeface="Arial"/>
              </a:rPr>
              <a:t>Arquetipos de agentes · Módulo 5 · UTDT</a:t>
            </a:r>
            <a:endParaRPr lang="en-US" sz="900" b="0" u="none" strike="noStrike">
              <a:solidFill>
                <a:srgbClr val="FFFFFF"/>
              </a:solidFill>
              <a:effectLst/>
              <a:uFillTx/>
              <a:latin typeface="Arial"/>
            </a:endParaRPr>
          </a:p>
        </p:txBody>
      </p:sp>
      <p:sp>
        <p:nvSpPr>
          <p:cNvPr id="287" name="TextBox 4"/>
          <p:cNvSpPr/>
          <p:nvPr/>
        </p:nvSpPr>
        <p:spPr>
          <a:xfrm>
            <a:off x="10271520" y="6492240"/>
            <a:ext cx="1371240" cy="228240"/>
          </a:xfrm>
          <a:prstGeom prst="rect">
            <a:avLst/>
          </a:prstGeom>
          <a:noFill/>
          <a:ln w="0">
            <a:noFill/>
          </a:ln>
        </p:spPr>
        <p:style>
          <a:lnRef idx="0"/>
          <a:fillRef idx="0"/>
          <a:effectRef idx="0"/>
          <a:fontRef idx="minor"/>
        </p:style>
        <p:txBody>
          <a:bodyPr lIns="18360" tIns="9000" rIns="18360" bIns="9000" anchor="t">
            <a:spAutoFit/>
          </a:bodyPr>
          <a:p>
            <a:pPr algn="r" defTabSz="457200">
              <a:lnSpc>
                <a:spcPct val="100000"/>
              </a:lnSpc>
            </a:pPr>
            <a:r>
              <a:rPr lang="en-US" sz="900" b="0" u="none" strike="noStrike">
                <a:solidFill>
                  <a:srgbClr val="9A9A9A"/>
                </a:solidFill>
                <a:effectLst/>
                <a:uFillTx/>
                <a:latin typeface="Arial"/>
              </a:rPr>
              <a:t>11 / 35</a:t>
            </a:r>
            <a:endParaRPr lang="en-US" sz="900" b="0" u="none" strike="noStrike">
              <a:solidFill>
                <a:srgbClr val="FFFFFF"/>
              </a:solidFill>
              <a:effectLst/>
              <a:uFillTx/>
              <a:latin typeface="Arial"/>
            </a:endParaRPr>
          </a:p>
        </p:txBody>
      </p:sp>
      <p:sp>
        <p:nvSpPr>
          <p:cNvPr id="288" name="Rectangle 5"/>
          <p:cNvSpPr/>
          <p:nvPr/>
        </p:nvSpPr>
        <p:spPr>
          <a:xfrm>
            <a:off x="548640" y="1417320"/>
            <a:ext cx="5446440" cy="4388760"/>
          </a:xfrm>
          <a:prstGeom prst="rect">
            <a:avLst/>
          </a:prstGeom>
          <a:solidFill>
            <a:srgbClr val="0E0E0E"/>
          </a:solidFill>
          <a:ln>
            <a:solidFill>
              <a:srgbClr val="2A2A2A"/>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289" name="Rectangle 6"/>
          <p:cNvSpPr/>
          <p:nvPr/>
        </p:nvSpPr>
        <p:spPr>
          <a:xfrm>
            <a:off x="548640" y="1417320"/>
            <a:ext cx="5446440" cy="63720"/>
          </a:xfrm>
          <a:prstGeom prst="rect">
            <a:avLst/>
          </a:prstGeom>
          <a:solidFill>
            <a:srgbClr val="FF6B1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19080" rIns="90000" bIns="19080" anchor="ctr">
            <a:noAutofit/>
          </a:bodyPr>
          <a:p>
            <a:endParaRPr lang="en-US" sz="1800" b="0" u="none" strike="noStrike">
              <a:solidFill>
                <a:schemeClr val="lt1"/>
              </a:solidFill>
              <a:effectLst/>
              <a:uFillTx/>
              <a:latin typeface="Calibri"/>
            </a:endParaRPr>
          </a:p>
        </p:txBody>
      </p:sp>
      <p:sp>
        <p:nvSpPr>
          <p:cNvPr id="290" name="TextBox 7"/>
          <p:cNvSpPr/>
          <p:nvPr/>
        </p:nvSpPr>
        <p:spPr>
          <a:xfrm>
            <a:off x="713160" y="1563480"/>
            <a:ext cx="5117040" cy="4187520"/>
          </a:xfrm>
          <a:prstGeom prst="rect">
            <a:avLst/>
          </a:prstGeom>
          <a:noFill/>
          <a:ln w="0">
            <a:noFill/>
          </a:ln>
        </p:spPr>
        <p:style>
          <a:lnRef idx="0"/>
          <a:fillRef idx="0"/>
          <a:effectRef idx="0"/>
          <a:fontRef idx="minor"/>
        </p:style>
        <p:txBody>
          <a:bodyPr lIns="18360" tIns="0" rIns="18360" bIns="0" anchor="t">
            <a:spAutoFit/>
          </a:bodyPr>
          <a:p>
            <a:pPr defTabSz="457200">
              <a:lnSpc>
                <a:spcPct val="100000"/>
              </a:lnSpc>
              <a:spcAft>
                <a:spcPts val="799"/>
              </a:spcAft>
            </a:pPr>
            <a:r>
              <a:rPr lang="en-US" sz="1790" b="1" u="none" strike="noStrike">
                <a:solidFill>
                  <a:srgbClr val="FF6B1A"/>
                </a:solidFill>
                <a:effectLst/>
                <a:uFillTx/>
                <a:latin typeface="Arial"/>
              </a:rPr>
              <a:t>Ejemplo (ilustrativo): un banco digital enruta un mensaje</a:t>
            </a:r>
            <a:endParaRPr lang="en-US" sz="1790" b="0" u="none" strike="noStrike">
              <a:solidFill>
                <a:srgbClr val="FFFFFF"/>
              </a:solidFill>
              <a:effectLst/>
              <a:uFillTx/>
              <a:latin typeface="Arial"/>
            </a:endParaRPr>
          </a:p>
          <a:p>
            <a:pPr defTabSz="457200">
              <a:lnSpc>
                <a:spcPct val="100000"/>
              </a:lnSpc>
              <a:spcAft>
                <a:spcPts val="879"/>
              </a:spcAft>
            </a:pPr>
            <a:r>
              <a:rPr lang="en-US" sz="1600" b="1" u="none" strike="noStrike">
                <a:solidFill>
                  <a:srgbClr val="9A9A9A"/>
                </a:solidFill>
                <a:effectLst/>
                <a:uFillTx/>
                <a:latin typeface="Arial"/>
              </a:rPr>
              <a:t>Entrada: </a:t>
            </a:r>
            <a:r>
              <a:rPr lang="en-US" sz="1600" b="0" u="none" strike="noStrike">
                <a:solidFill>
                  <a:srgbClr val="D6D6D6"/>
                </a:solidFill>
                <a:effectLst/>
                <a:uFillTx/>
                <a:latin typeface="Arial"/>
              </a:rPr>
              <a:t>«Me clonaron la tarjeta, ayuda».</a:t>
            </a:r>
            <a:endParaRPr lang="en-US" sz="1600" b="0" u="none" strike="noStrike">
              <a:solidFill>
                <a:srgbClr val="FFFFFF"/>
              </a:solidFill>
              <a:effectLst/>
              <a:uFillTx/>
              <a:latin typeface="Arial"/>
            </a:endParaRPr>
          </a:p>
          <a:p>
            <a:pPr defTabSz="457200">
              <a:lnSpc>
                <a:spcPct val="100000"/>
              </a:lnSpc>
              <a:spcAft>
                <a:spcPts val="879"/>
              </a:spcAft>
            </a:pPr>
            <a:r>
              <a:rPr lang="en-US" sz="1600" b="1" u="none" strike="noStrike">
                <a:solidFill>
                  <a:srgbClr val="4DA3FF"/>
                </a:solidFill>
                <a:effectLst/>
                <a:uFillTx/>
                <a:latin typeface="Arial"/>
              </a:rPr>
              <a:t>Decisión: </a:t>
            </a:r>
            <a:r>
              <a:rPr lang="en-US" sz="1600" b="0" u="none" strike="noStrike">
                <a:solidFill>
                  <a:srgbClr val="D6D6D6"/>
                </a:solidFill>
                <a:effectLst/>
                <a:uFillTx/>
                <a:latin typeface="Arial"/>
              </a:rPr>
              <a:t>intención = fraude, confianza alta.</a:t>
            </a:r>
            <a:endParaRPr lang="en-US" sz="1600" b="0" u="none" strike="noStrike">
              <a:solidFill>
                <a:srgbClr val="FFFFFF"/>
              </a:solidFill>
              <a:effectLst/>
              <a:uFillTx/>
              <a:latin typeface="Arial"/>
            </a:endParaRPr>
          </a:p>
          <a:p>
            <a:pPr defTabSz="457200">
              <a:lnSpc>
                <a:spcPct val="100000"/>
              </a:lnSpc>
              <a:spcAft>
                <a:spcPts val="879"/>
              </a:spcAft>
            </a:pPr>
            <a:r>
              <a:rPr lang="en-US" sz="1600" b="1" u="none" strike="noStrike">
                <a:solidFill>
                  <a:srgbClr val="3DDC84"/>
                </a:solidFill>
                <a:effectLst/>
                <a:uFillTx/>
                <a:latin typeface="Arial"/>
              </a:rPr>
              <a:t>Acción: </a:t>
            </a:r>
            <a:r>
              <a:rPr lang="en-US" sz="1600" b="0" u="none" strike="noStrike">
                <a:solidFill>
                  <a:srgbClr val="D6D6D6"/>
                </a:solidFill>
                <a:effectLst/>
                <a:uFillTx/>
                <a:latin typeface="Arial"/>
              </a:rPr>
              <a:t>enviar a la cola «Fraude» con prioridad alta.</a:t>
            </a:r>
            <a:endParaRPr lang="en-US" sz="1600" b="0" u="none" strike="noStrike">
              <a:solidFill>
                <a:srgbClr val="FFFFFF"/>
              </a:solidFill>
              <a:effectLst/>
              <a:uFillTx/>
              <a:latin typeface="Arial"/>
            </a:endParaRPr>
          </a:p>
          <a:p>
            <a:pPr defTabSz="457200">
              <a:lnSpc>
                <a:spcPct val="100000"/>
              </a:lnSpc>
              <a:spcAft>
                <a:spcPts val="879"/>
              </a:spcAft>
            </a:pPr>
            <a:r>
              <a:rPr lang="en-US" sz="1600" b="1" u="none" strike="noStrike">
                <a:solidFill>
                  <a:srgbClr val="9A9A9A"/>
                </a:solidFill>
                <a:effectLst/>
                <a:uFillTx/>
                <a:latin typeface="Arial"/>
              </a:rPr>
              <a:t>Fin: </a:t>
            </a:r>
            <a:r>
              <a:rPr lang="en-US" sz="1600" b="0" u="none" strike="noStrike">
                <a:solidFill>
                  <a:srgbClr val="D6D6D6"/>
                </a:solidFill>
                <a:effectLst/>
                <a:uFillTx/>
                <a:latin typeface="Arial"/>
              </a:rPr>
              <a:t>una sola llamada; no queda estado que conservar.</a:t>
            </a:r>
            <a:endParaRPr lang="en-US" sz="1600" b="0" u="none" strike="noStrike">
              <a:solidFill>
                <a:srgbClr val="FFFFFF"/>
              </a:solidFill>
              <a:effectLst/>
              <a:uFillTx/>
              <a:latin typeface="Arial"/>
            </a:endParaRPr>
          </a:p>
          <a:p>
            <a:pPr defTabSz="457200">
              <a:lnSpc>
                <a:spcPct val="100000"/>
              </a:lnSpc>
              <a:spcAft>
                <a:spcPts val="879"/>
              </a:spcAft>
            </a:pPr>
            <a:r>
              <a:rPr lang="en-US" sz="1600" b="1" u="none" strike="noStrike">
                <a:solidFill>
                  <a:srgbClr val="FF6B1A"/>
                </a:solidFill>
                <a:effectLst/>
                <a:uFillTx/>
                <a:latin typeface="Arial"/>
              </a:rPr>
              <a:t>Variante: </a:t>
            </a:r>
            <a:r>
              <a:rPr lang="en-US" sz="1600" b="0" u="none" strike="noStrike">
                <a:solidFill>
                  <a:srgbClr val="D6D6D6"/>
                </a:solidFill>
                <a:effectLst/>
                <a:uFillTx/>
                <a:latin typeface="Arial"/>
              </a:rPr>
              <a:t>si la confianza es baja, se deriva a un agente ReAct en vez de decidir.</a:t>
            </a:r>
            <a:endParaRPr lang="en-US" sz="1600" b="0" u="none" strike="noStrike">
              <a:solidFill>
                <a:srgbClr val="FFFFFF"/>
              </a:solidFill>
              <a:effectLst/>
              <a:uFillTx/>
              <a:latin typeface="Arial"/>
            </a:endParaRPr>
          </a:p>
        </p:txBody>
      </p:sp>
      <p:sp>
        <p:nvSpPr>
          <p:cNvPr id="291" name="Rectangle 8"/>
          <p:cNvSpPr/>
          <p:nvPr/>
        </p:nvSpPr>
        <p:spPr>
          <a:xfrm>
            <a:off x="6196320" y="1417320"/>
            <a:ext cx="5446440" cy="4388760"/>
          </a:xfrm>
          <a:prstGeom prst="rect">
            <a:avLst/>
          </a:prstGeom>
          <a:solidFill>
            <a:srgbClr val="0E0E0E"/>
          </a:solidFill>
          <a:ln>
            <a:solidFill>
              <a:srgbClr val="2A2A2A"/>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292" name="Rectangle 9"/>
          <p:cNvSpPr/>
          <p:nvPr/>
        </p:nvSpPr>
        <p:spPr>
          <a:xfrm>
            <a:off x="6196320" y="1417320"/>
            <a:ext cx="5446440" cy="63720"/>
          </a:xfrm>
          <a:prstGeom prst="rect">
            <a:avLst/>
          </a:prstGeom>
          <a:solidFill>
            <a:srgbClr val="F5C542"/>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19080" rIns="90000" bIns="19080" anchor="ctr">
            <a:noAutofit/>
          </a:bodyPr>
          <a:p>
            <a:endParaRPr lang="en-US" sz="1800" b="0" u="none" strike="noStrike">
              <a:solidFill>
                <a:schemeClr val="lt1"/>
              </a:solidFill>
              <a:effectLst/>
              <a:uFillTx/>
              <a:latin typeface="Calibri"/>
            </a:endParaRPr>
          </a:p>
        </p:txBody>
      </p:sp>
      <p:sp>
        <p:nvSpPr>
          <p:cNvPr id="293" name="TextBox 10"/>
          <p:cNvSpPr/>
          <p:nvPr/>
        </p:nvSpPr>
        <p:spPr>
          <a:xfrm>
            <a:off x="6361200" y="1563480"/>
            <a:ext cx="5117040" cy="4187520"/>
          </a:xfrm>
          <a:prstGeom prst="rect">
            <a:avLst/>
          </a:prstGeom>
          <a:noFill/>
          <a:ln w="0">
            <a:noFill/>
          </a:ln>
        </p:spPr>
        <p:style>
          <a:lnRef idx="0"/>
          <a:fillRef idx="0"/>
          <a:effectRef idx="0"/>
          <a:fontRef idx="minor"/>
        </p:style>
        <p:txBody>
          <a:bodyPr lIns="18360" tIns="0" rIns="18360" bIns="0" anchor="t">
            <a:spAutoFit/>
          </a:bodyPr>
          <a:p>
            <a:pPr defTabSz="457200">
              <a:lnSpc>
                <a:spcPct val="100000"/>
              </a:lnSpc>
              <a:spcAft>
                <a:spcPts val="799"/>
              </a:spcAft>
            </a:pPr>
            <a:r>
              <a:rPr lang="en-US" sz="1790" b="1" u="none" strike="noStrike">
                <a:solidFill>
                  <a:srgbClr val="F5C542"/>
                </a:solidFill>
                <a:effectLst/>
                <a:uFillTx/>
                <a:latin typeface="Arial"/>
              </a:rPr>
              <a:t>Qué contexto ve cada paso</a:t>
            </a:r>
            <a:endParaRPr lang="en-US" sz="1790" b="0" u="none" strike="noStrike">
              <a:solidFill>
                <a:srgbClr val="FFFFFF"/>
              </a:solidFill>
              <a:effectLst/>
              <a:uFillTx/>
              <a:latin typeface="Arial"/>
            </a:endParaRPr>
          </a:p>
          <a:p>
            <a:pPr marL="171360" indent="-171360" defTabSz="457200">
              <a:lnSpc>
                <a:spcPct val="100000"/>
              </a:lnSpc>
              <a:spcAft>
                <a:spcPts val="879"/>
              </a:spcAft>
              <a:buClr>
                <a:srgbClr val="D6D6D6"/>
              </a:buClr>
              <a:buFont typeface="Symbol" charset="2"/>
              <a:buChar char=""/>
            </a:pPr>
            <a:r>
              <a:rPr lang="en-US" sz="1600" b="0" u="none" strike="noStrike">
                <a:solidFill>
                  <a:srgbClr val="D6D6D6"/>
                </a:solidFill>
                <a:effectLst/>
                <a:uFillTx/>
                <a:latin typeface="Arial"/>
              </a:rPr>
              <a:t>Único paso: ve el texto del mensaje y los metadatos de la sesión.</a:t>
            </a:r>
            <a:endParaRPr lang="en-US" sz="1600" b="0" u="none" strike="noStrike">
              <a:solidFill>
                <a:srgbClr val="FFFFFF"/>
              </a:solidFill>
              <a:effectLst/>
              <a:uFillTx/>
              <a:latin typeface="Arial"/>
            </a:endParaRPr>
          </a:p>
          <a:p>
            <a:pPr marL="171360" indent="-171360" defTabSz="457200">
              <a:lnSpc>
                <a:spcPct val="100000"/>
              </a:lnSpc>
              <a:spcAft>
                <a:spcPts val="879"/>
              </a:spcAft>
              <a:buClr>
                <a:srgbClr val="D6D6D6"/>
              </a:buClr>
              <a:buFont typeface="Symbol" charset="2"/>
              <a:buChar char=""/>
            </a:pPr>
            <a:r>
              <a:rPr lang="en-US" sz="1600" b="0" u="none" strike="noStrike">
                <a:solidFill>
                  <a:srgbClr val="D6D6D6"/>
                </a:solidFill>
                <a:effectLst/>
                <a:uFillTx/>
                <a:latin typeface="Arial"/>
              </a:rPr>
              <a:t>No ve mensajes anteriores del cliente, salvo que se los incluya en la entrada.</a:t>
            </a:r>
            <a:endParaRPr lang="en-US" sz="1600" b="0" u="none" strike="noStrike">
              <a:solidFill>
                <a:srgbClr val="FFFFFF"/>
              </a:solidFill>
              <a:effectLst/>
              <a:uFillTx/>
              <a:latin typeface="Arial"/>
            </a:endParaRPr>
          </a:p>
          <a:p>
            <a:pPr marL="171360" indent="-171360" defTabSz="457200">
              <a:lnSpc>
                <a:spcPct val="100000"/>
              </a:lnSpc>
              <a:spcAft>
                <a:spcPts val="879"/>
              </a:spcAft>
              <a:buClr>
                <a:srgbClr val="D6D6D6"/>
              </a:buClr>
              <a:buFont typeface="Symbol" charset="2"/>
              <a:buChar char=""/>
            </a:pPr>
            <a:r>
              <a:rPr lang="en-US" sz="1600" b="0" u="none" strike="noStrike">
                <a:solidFill>
                  <a:srgbClr val="D6D6D6"/>
                </a:solidFill>
                <a:effectLst/>
                <a:uFillTx/>
                <a:latin typeface="Arial"/>
              </a:rPr>
              <a:t>No deja nada para un paso siguiente: el resultado es la acción misma.</a:t>
            </a:r>
            <a:endParaRPr lang="en-US" sz="1600" b="0" u="none" strike="noStrike">
              <a:solidFill>
                <a:srgbClr val="FFFFFF"/>
              </a:solidFill>
              <a:effectLst/>
              <a:uFillTx/>
              <a:latin typeface="Arial"/>
            </a:endParaRPr>
          </a:p>
          <a:p>
            <a:pPr marL="171360" indent="-171360" defTabSz="457200">
              <a:lnSpc>
                <a:spcPct val="100000"/>
              </a:lnSpc>
              <a:spcAft>
                <a:spcPts val="879"/>
              </a:spcAft>
              <a:buClr>
                <a:srgbClr val="D6D6D6"/>
              </a:buClr>
              <a:buFont typeface="Symbol" charset="2"/>
              <a:buChar char=""/>
            </a:pPr>
            <a:r>
              <a:rPr lang="en-US" sz="1600" b="0" u="none" strike="noStrike">
                <a:solidFill>
                  <a:srgbClr val="D6D6D6"/>
                </a:solidFill>
                <a:effectLst/>
                <a:uFillTx/>
                <a:latin typeface="Arial"/>
              </a:rPr>
              <a:t>Si el diseño necesita más, se cambia de arquetipo, no se estira este.</a:t>
            </a:r>
            <a:endParaRPr lang="en-US" sz="1600" b="0" u="none" strike="noStrike">
              <a:solidFill>
                <a:srgbClr val="FFFFFF"/>
              </a:solidFill>
              <a:effectLst/>
              <a:uFillTx/>
              <a:latin typeface="Arial"/>
            </a:endParaRPr>
          </a:p>
        </p:txBody>
      </p:sp>
      <p:sp>
        <p:nvSpPr>
          <p:cNvPr id="294" name="TextBox 11"/>
          <p:cNvSpPr/>
          <p:nvPr/>
        </p:nvSpPr>
        <p:spPr>
          <a:xfrm>
            <a:off x="548640" y="5943600"/>
            <a:ext cx="11094120" cy="456840"/>
          </a:xfrm>
          <a:prstGeom prst="rect">
            <a:avLst/>
          </a:prstGeom>
          <a:noFill/>
          <a:ln w="0">
            <a:noFill/>
          </a:ln>
        </p:spPr>
        <p:style>
          <a:lnRef idx="0"/>
          <a:fillRef idx="0"/>
          <a:effectRef idx="0"/>
          <a:fontRef idx="minor"/>
        </p:style>
        <p:txBody>
          <a:bodyPr lIns="18360" tIns="9000" rIns="18360" bIns="9000" anchor="ctr">
            <a:spAutoFit/>
          </a:bodyPr>
          <a:p>
            <a:pPr defTabSz="457200">
              <a:lnSpc>
                <a:spcPct val="100000"/>
              </a:lnSpc>
            </a:pPr>
            <a:r>
              <a:rPr lang="en-US" sz="1300" b="0" i="1" u="none" strike="noStrike">
                <a:solidFill>
                  <a:srgbClr val="9A9A9A"/>
                </a:solidFill>
                <a:effectLst/>
                <a:uFillTx/>
                <a:latin typeface="Arial"/>
              </a:rPr>
              <a:t>Este es el punto de referencia contra el que se mide lo que aportan los demás arquetipos.</a:t>
            </a:r>
            <a:endParaRPr lang="en-US" sz="130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1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00000"/>
        </a:solidFill>
      </p:bgPr>
    </p:bg>
    <p:spTree>
      <p:nvGrpSpPr>
        <p:cNvPr id="1" name=""/>
        <p:cNvGrpSpPr/>
        <p:nvPr/>
      </p:nvGrpSpPr>
      <p:grpSpPr>
        <a:xfrm>
          <a:off x="0" y="0"/>
          <a:ext cx="0" cy="0"/>
          <a:chOff x="0" y="0"/>
          <a:chExt cx="0" cy="0"/>
        </a:xfrm>
      </p:grpSpPr>
      <p:sp>
        <p:nvSpPr>
          <p:cNvPr id="295" name="TextBox 1"/>
          <p:cNvSpPr/>
          <p:nvPr/>
        </p:nvSpPr>
        <p:spPr>
          <a:xfrm>
            <a:off x="548640" y="329040"/>
            <a:ext cx="8229240" cy="273960"/>
          </a:xfrm>
          <a:prstGeom prst="rect">
            <a:avLst/>
          </a:prstGeom>
          <a:noFill/>
          <a:ln w="0">
            <a:noFill/>
          </a:ln>
        </p:spPr>
        <p:style>
          <a:lnRef idx="0"/>
          <a:fillRef idx="0"/>
          <a:effectRef idx="0"/>
          <a:fontRef idx="minor"/>
        </p:style>
        <p:txBody>
          <a:bodyPr lIns="18360" tIns="9000" rIns="18360" bIns="9000" anchor="t">
            <a:spAutoFit/>
          </a:bodyPr>
          <a:p>
            <a:pPr defTabSz="457200">
              <a:lnSpc>
                <a:spcPct val="100000"/>
              </a:lnSpc>
            </a:pPr>
            <a:r>
              <a:rPr lang="en-US" sz="1150" b="1" u="none" strike="noStrike">
                <a:solidFill>
                  <a:srgbClr val="FF6B1A"/>
                </a:solidFill>
                <a:effectLst/>
                <a:uFillTx/>
                <a:latin typeface="Arial"/>
              </a:rPr>
              <a:t>ARQUETIPO 2 DE 6 · REACT</a:t>
            </a:r>
            <a:endParaRPr lang="en-US" sz="1150" b="0" u="none" strike="noStrike">
              <a:solidFill>
                <a:srgbClr val="FFFFFF"/>
              </a:solidFill>
              <a:effectLst/>
              <a:uFillTx/>
              <a:latin typeface="Arial"/>
            </a:endParaRPr>
          </a:p>
        </p:txBody>
      </p:sp>
      <p:sp>
        <p:nvSpPr>
          <p:cNvPr id="296" name="TextBox 2"/>
          <p:cNvSpPr/>
          <p:nvPr/>
        </p:nvSpPr>
        <p:spPr>
          <a:xfrm>
            <a:off x="548640" y="603360"/>
            <a:ext cx="11094120" cy="639720"/>
          </a:xfrm>
          <a:prstGeom prst="rect">
            <a:avLst/>
          </a:prstGeom>
          <a:noFill/>
          <a:ln w="0">
            <a:noFill/>
          </a:ln>
        </p:spPr>
        <p:style>
          <a:lnRef idx="0"/>
          <a:fillRef idx="0"/>
          <a:effectRef idx="0"/>
          <a:fontRef idx="minor"/>
        </p:style>
        <p:txBody>
          <a:bodyPr lIns="18360" tIns="9000" rIns="18360" bIns="9000" anchor="ctr">
            <a:spAutoFit/>
          </a:bodyPr>
          <a:p>
            <a:pPr defTabSz="457200">
              <a:lnSpc>
                <a:spcPct val="100000"/>
              </a:lnSpc>
            </a:pPr>
            <a:r>
              <a:rPr lang="en-US" sz="3000" b="1" u="none" strike="noStrike">
                <a:solidFill>
                  <a:srgbClr val="F2F2F2"/>
                </a:solidFill>
                <a:effectLst/>
                <a:uFillTx/>
                <a:latin typeface="Arial"/>
              </a:rPr>
              <a:t>ReAct: razonar, actuar, observar, repetir</a:t>
            </a:r>
            <a:endParaRPr lang="en-US" sz="3000" b="0" u="none" strike="noStrike">
              <a:solidFill>
                <a:srgbClr val="FFFFFF"/>
              </a:solidFill>
              <a:effectLst/>
              <a:uFillTx/>
              <a:latin typeface="Arial"/>
            </a:endParaRPr>
          </a:p>
        </p:txBody>
      </p:sp>
      <p:sp>
        <p:nvSpPr>
          <p:cNvPr id="297" name="TextBox 3"/>
          <p:cNvSpPr/>
          <p:nvPr/>
        </p:nvSpPr>
        <p:spPr>
          <a:xfrm>
            <a:off x="548640" y="6492240"/>
            <a:ext cx="7314840" cy="228240"/>
          </a:xfrm>
          <a:prstGeom prst="rect">
            <a:avLst/>
          </a:prstGeom>
          <a:noFill/>
          <a:ln w="0">
            <a:noFill/>
          </a:ln>
        </p:spPr>
        <p:style>
          <a:lnRef idx="0"/>
          <a:fillRef idx="0"/>
          <a:effectRef idx="0"/>
          <a:fontRef idx="minor"/>
        </p:style>
        <p:txBody>
          <a:bodyPr lIns="18360" tIns="9000" rIns="18360" bIns="9000" anchor="t">
            <a:spAutoFit/>
          </a:bodyPr>
          <a:p>
            <a:pPr defTabSz="457200">
              <a:lnSpc>
                <a:spcPct val="100000"/>
              </a:lnSpc>
            </a:pPr>
            <a:r>
              <a:rPr lang="en-US" sz="900" b="0" u="none" strike="noStrike">
                <a:solidFill>
                  <a:srgbClr val="9A9A9A"/>
                </a:solidFill>
                <a:effectLst/>
                <a:uFillTx/>
                <a:latin typeface="Arial"/>
              </a:rPr>
              <a:t>Arquetipos de agentes · Módulo 5 · UTDT</a:t>
            </a:r>
            <a:endParaRPr lang="en-US" sz="900" b="0" u="none" strike="noStrike">
              <a:solidFill>
                <a:srgbClr val="FFFFFF"/>
              </a:solidFill>
              <a:effectLst/>
              <a:uFillTx/>
              <a:latin typeface="Arial"/>
            </a:endParaRPr>
          </a:p>
        </p:txBody>
      </p:sp>
      <p:sp>
        <p:nvSpPr>
          <p:cNvPr id="298" name="TextBox 4"/>
          <p:cNvSpPr/>
          <p:nvPr/>
        </p:nvSpPr>
        <p:spPr>
          <a:xfrm>
            <a:off x="10271520" y="6492240"/>
            <a:ext cx="1371240" cy="228240"/>
          </a:xfrm>
          <a:prstGeom prst="rect">
            <a:avLst/>
          </a:prstGeom>
          <a:noFill/>
          <a:ln w="0">
            <a:noFill/>
          </a:ln>
        </p:spPr>
        <p:style>
          <a:lnRef idx="0"/>
          <a:fillRef idx="0"/>
          <a:effectRef idx="0"/>
          <a:fontRef idx="minor"/>
        </p:style>
        <p:txBody>
          <a:bodyPr lIns="18360" tIns="9000" rIns="18360" bIns="9000" anchor="t">
            <a:spAutoFit/>
          </a:bodyPr>
          <a:p>
            <a:pPr algn="r" defTabSz="457200">
              <a:lnSpc>
                <a:spcPct val="100000"/>
              </a:lnSpc>
            </a:pPr>
            <a:r>
              <a:rPr lang="en-US" sz="900" b="0" u="none" strike="noStrike">
                <a:solidFill>
                  <a:srgbClr val="9A9A9A"/>
                </a:solidFill>
                <a:effectLst/>
                <a:uFillTx/>
                <a:latin typeface="Arial"/>
              </a:rPr>
              <a:t>12 / 35</a:t>
            </a:r>
            <a:endParaRPr lang="en-US" sz="900" b="0" u="none" strike="noStrike">
              <a:solidFill>
                <a:srgbClr val="FFFFFF"/>
              </a:solidFill>
              <a:effectLst/>
              <a:uFillTx/>
              <a:latin typeface="Arial"/>
            </a:endParaRPr>
          </a:p>
        </p:txBody>
      </p:sp>
      <p:cxnSp>
        <p:nvCxnSpPr>
          <p:cNvPr id="299" name="Connector 5"/>
          <p:cNvCxnSpPr/>
          <p:nvPr/>
        </p:nvCxnSpPr>
        <p:spPr>
          <a:xfrm>
            <a:off x="2191680" y="2480040"/>
            <a:ext cx="1414080" cy="360"/>
          </a:xfrm>
          <a:prstGeom prst="straightConnector1">
            <a:avLst/>
          </a:prstGeom>
          <a:ln w="20320">
            <a:solidFill>
              <a:srgbClr val="C8C8C8"/>
            </a:solidFill>
            <a:round/>
            <a:tailEnd len="med" type="triangle" w="med"/>
          </a:ln>
        </p:spPr>
      </p:cxnSp>
      <p:cxnSp>
        <p:nvCxnSpPr>
          <p:cNvPr id="300" name="Connector 6"/>
          <p:cNvCxnSpPr/>
          <p:nvPr/>
        </p:nvCxnSpPr>
        <p:spPr>
          <a:xfrm>
            <a:off x="5438520" y="2480040"/>
            <a:ext cx="1065600" cy="360"/>
          </a:xfrm>
          <a:prstGeom prst="straightConnector1">
            <a:avLst/>
          </a:prstGeom>
          <a:ln w="20320">
            <a:solidFill>
              <a:srgbClr val="C8C8C8"/>
            </a:solidFill>
            <a:round/>
            <a:tailEnd len="med" type="triangle" w="med"/>
          </a:ln>
        </p:spPr>
      </p:cxnSp>
      <p:cxnSp>
        <p:nvCxnSpPr>
          <p:cNvPr id="301" name="Connector 7"/>
          <p:cNvCxnSpPr/>
          <p:nvPr/>
        </p:nvCxnSpPr>
        <p:spPr>
          <a:xfrm>
            <a:off x="8536320" y="2480040"/>
            <a:ext cx="965520" cy="360"/>
          </a:xfrm>
          <a:prstGeom prst="straightConnector1">
            <a:avLst/>
          </a:prstGeom>
          <a:ln w="20320">
            <a:solidFill>
              <a:srgbClr val="C8C8C8"/>
            </a:solidFill>
            <a:round/>
            <a:tailEnd len="med" type="triangle" w="med"/>
          </a:ln>
        </p:spPr>
      </p:cxnSp>
      <p:cxnSp>
        <p:nvCxnSpPr>
          <p:cNvPr id="302" name="Connector 8"/>
          <p:cNvCxnSpPr/>
          <p:nvPr/>
        </p:nvCxnSpPr>
        <p:spPr>
          <a:xfrm>
            <a:off x="10517760" y="2927160"/>
            <a:ext cx="360" cy="884520"/>
          </a:xfrm>
          <a:prstGeom prst="straightConnector1">
            <a:avLst/>
          </a:prstGeom>
          <a:ln w="20320">
            <a:solidFill>
              <a:srgbClr val="C8C8C8"/>
            </a:solidFill>
            <a:round/>
            <a:tailEnd len="med" type="triangle" w="med"/>
          </a:ln>
        </p:spPr>
      </p:cxnSp>
      <p:cxnSp>
        <p:nvCxnSpPr>
          <p:cNvPr id="303" name="Connector 9"/>
          <p:cNvCxnSpPr/>
          <p:nvPr/>
        </p:nvCxnSpPr>
        <p:spPr>
          <a:xfrm flipH="1">
            <a:off x="5687640" y="4258440"/>
            <a:ext cx="3664800" cy="360"/>
          </a:xfrm>
          <a:prstGeom prst="straightConnector1">
            <a:avLst/>
          </a:prstGeom>
          <a:ln w="20320">
            <a:solidFill>
              <a:srgbClr val="C8C8C8"/>
            </a:solidFill>
            <a:prstDash val="dash"/>
            <a:round/>
            <a:tailEnd len="med" type="triangle" w="med"/>
          </a:ln>
        </p:spPr>
      </p:cxnSp>
      <p:sp>
        <p:nvSpPr>
          <p:cNvPr id="304" name="TextBox 10"/>
          <p:cNvSpPr/>
          <p:nvPr/>
        </p:nvSpPr>
        <p:spPr>
          <a:xfrm>
            <a:off x="7104240" y="4104360"/>
            <a:ext cx="831240" cy="308880"/>
          </a:xfrm>
          <a:prstGeom prst="rect">
            <a:avLst/>
          </a:prstGeom>
          <a:solidFill>
            <a:srgbClr val="000000"/>
          </a:solidFill>
          <a:ln w="0">
            <a:noFill/>
          </a:ln>
        </p:spPr>
        <p:style>
          <a:lnRef idx="0"/>
          <a:fillRef idx="0"/>
          <a:effectRef idx="0"/>
          <a:fontRef idx="minor"/>
        </p:style>
        <p:txBody>
          <a:bodyPr wrap="none" lIns="27360" tIns="9000" rIns="27360" bIns="9000" anchor="ctr">
            <a:spAutoFit/>
          </a:bodyPr>
          <a:p>
            <a:pPr algn="ctr" defTabSz="457200">
              <a:lnSpc>
                <a:spcPct val="100000"/>
              </a:lnSpc>
            </a:pPr>
            <a:r>
              <a:rPr lang="en-US" sz="1340" b="0" i="1" u="none" strike="noStrike">
                <a:solidFill>
                  <a:srgbClr val="D0D0D0"/>
                </a:solidFill>
                <a:effectLst/>
                <a:uFillTx/>
                <a:latin typeface="Arial"/>
              </a:rPr>
              <a:t>se anexa</a:t>
            </a:r>
            <a:endParaRPr lang="en-US" sz="1340" b="0" u="none" strike="noStrike">
              <a:solidFill>
                <a:srgbClr val="FFFFFF"/>
              </a:solidFill>
              <a:effectLst/>
              <a:uFillTx/>
              <a:latin typeface="Arial"/>
            </a:endParaRPr>
          </a:p>
        </p:txBody>
      </p:sp>
      <p:cxnSp>
        <p:nvCxnSpPr>
          <p:cNvPr id="305" name="Connector 11"/>
          <p:cNvCxnSpPr/>
          <p:nvPr/>
        </p:nvCxnSpPr>
        <p:spPr>
          <a:xfrm flipV="1">
            <a:off x="4521960" y="3064320"/>
            <a:ext cx="360" cy="473040"/>
          </a:xfrm>
          <a:prstGeom prst="straightConnector1">
            <a:avLst/>
          </a:prstGeom>
          <a:ln w="20320">
            <a:solidFill>
              <a:srgbClr val="C8C8C8"/>
            </a:solidFill>
            <a:prstDash val="dash"/>
            <a:round/>
            <a:tailEnd len="med" type="triangle" w="med"/>
          </a:ln>
        </p:spPr>
      </p:cxnSp>
      <p:sp>
        <p:nvSpPr>
          <p:cNvPr id="306" name="TextBox 12"/>
          <p:cNvSpPr/>
          <p:nvPr/>
        </p:nvSpPr>
        <p:spPr>
          <a:xfrm>
            <a:off x="4020840" y="3146400"/>
            <a:ext cx="1002600" cy="308880"/>
          </a:xfrm>
          <a:prstGeom prst="rect">
            <a:avLst/>
          </a:prstGeom>
          <a:solidFill>
            <a:srgbClr val="000000"/>
          </a:solidFill>
          <a:ln w="0">
            <a:noFill/>
          </a:ln>
        </p:spPr>
        <p:style>
          <a:lnRef idx="0"/>
          <a:fillRef idx="0"/>
          <a:effectRef idx="0"/>
          <a:fontRef idx="minor"/>
        </p:style>
        <p:txBody>
          <a:bodyPr wrap="none" lIns="27360" tIns="9000" rIns="27360" bIns="9000" anchor="ctr">
            <a:spAutoFit/>
          </a:bodyPr>
          <a:p>
            <a:pPr algn="ctr" defTabSz="457200">
              <a:lnSpc>
                <a:spcPct val="100000"/>
              </a:lnSpc>
            </a:pPr>
            <a:r>
              <a:rPr lang="en-US" sz="1340" b="0" i="1" u="none" strike="noStrike">
                <a:solidFill>
                  <a:srgbClr val="D0D0D0"/>
                </a:solidFill>
                <a:effectLst/>
                <a:uFillTx/>
                <a:latin typeface="Arial"/>
              </a:rPr>
              <a:t>lo ve todo</a:t>
            </a:r>
            <a:endParaRPr lang="en-US" sz="1340" b="0" u="none" strike="noStrike">
              <a:solidFill>
                <a:srgbClr val="FFFFFF"/>
              </a:solidFill>
              <a:effectLst/>
              <a:uFillTx/>
              <a:latin typeface="Arial"/>
            </a:endParaRPr>
          </a:p>
        </p:txBody>
      </p:sp>
      <p:cxnSp>
        <p:nvCxnSpPr>
          <p:cNvPr id="307" name="Connector 13"/>
          <p:cNvCxnSpPr/>
          <p:nvPr/>
        </p:nvCxnSpPr>
        <p:spPr>
          <a:xfrm flipH="1">
            <a:off x="2013120" y="3020400"/>
            <a:ext cx="1598400" cy="948600"/>
          </a:xfrm>
          <a:prstGeom prst="straightConnector1">
            <a:avLst/>
          </a:prstGeom>
          <a:ln w="20320">
            <a:solidFill>
              <a:srgbClr val="C8C8C8"/>
            </a:solidFill>
            <a:round/>
            <a:tailEnd len="med" type="triangle" w="med"/>
          </a:ln>
        </p:spPr>
      </p:cxnSp>
      <p:sp>
        <p:nvSpPr>
          <p:cNvPr id="308" name="TextBox 14"/>
          <p:cNvSpPr/>
          <p:nvPr/>
        </p:nvSpPr>
        <p:spPr>
          <a:xfrm>
            <a:off x="2525040" y="3340080"/>
            <a:ext cx="574200" cy="308880"/>
          </a:xfrm>
          <a:prstGeom prst="rect">
            <a:avLst/>
          </a:prstGeom>
          <a:solidFill>
            <a:srgbClr val="000000"/>
          </a:solidFill>
          <a:ln w="0">
            <a:noFill/>
          </a:ln>
        </p:spPr>
        <p:style>
          <a:lnRef idx="0"/>
          <a:fillRef idx="0"/>
          <a:effectRef idx="0"/>
          <a:fontRef idx="minor"/>
        </p:style>
        <p:txBody>
          <a:bodyPr wrap="none" lIns="27360" tIns="9000" rIns="27360" bIns="9000" anchor="ctr">
            <a:spAutoFit/>
          </a:bodyPr>
          <a:p>
            <a:pPr algn="ctr" defTabSz="457200">
              <a:lnSpc>
                <a:spcPct val="100000"/>
              </a:lnSpc>
            </a:pPr>
            <a:r>
              <a:rPr lang="en-US" sz="1340" b="0" i="1" u="none" strike="noStrike">
                <a:solidFill>
                  <a:srgbClr val="D0D0D0"/>
                </a:solidFill>
                <a:effectLst/>
                <a:uFillTx/>
                <a:latin typeface="Arial"/>
              </a:rPr>
              <a:t>listo</a:t>
            </a:r>
            <a:endParaRPr lang="en-US" sz="1340" b="0" u="none" strike="noStrike">
              <a:solidFill>
                <a:srgbClr val="FFFFFF"/>
              </a:solidFill>
              <a:effectLst/>
              <a:uFillTx/>
              <a:latin typeface="Arial"/>
            </a:endParaRPr>
          </a:p>
        </p:txBody>
      </p:sp>
      <p:sp>
        <p:nvSpPr>
          <p:cNvPr id="309" name="Rounded Rectangle 15"/>
          <p:cNvSpPr/>
          <p:nvPr/>
        </p:nvSpPr>
        <p:spPr>
          <a:xfrm>
            <a:off x="897120" y="2211120"/>
            <a:ext cx="1253520" cy="538200"/>
          </a:xfrm>
          <a:prstGeom prst="roundRect">
            <a:avLst>
              <a:gd name="adj" fmla="val 18000"/>
            </a:avLst>
          </a:prstGeom>
          <a:solidFill>
            <a:srgbClr val="181818"/>
          </a:solidFill>
          <a:ln w="25400">
            <a:solidFill>
              <a:srgbClr val="9A9A9A"/>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wrap="none" lIns="45720" tIns="27360" rIns="45720" bIns="27360" anchor="ctr">
            <a:noAutofit/>
          </a:bodyPr>
          <a:p>
            <a:pPr algn="ctr" defTabSz="457200">
              <a:lnSpc>
                <a:spcPct val="100000"/>
              </a:lnSpc>
            </a:pPr>
            <a:r>
              <a:rPr lang="en-US" sz="1560" b="0" u="none" strike="noStrike">
                <a:solidFill>
                  <a:srgbClr val="F2F2F2"/>
                </a:solidFill>
                <a:effectLst/>
                <a:uFillTx/>
                <a:latin typeface="Arial"/>
              </a:rPr>
              <a:t>Objetivo</a:t>
            </a:r>
            <a:endParaRPr lang="en-US" sz="1560" b="0" u="none" strike="noStrike">
              <a:solidFill>
                <a:srgbClr val="FFFFFF"/>
              </a:solidFill>
              <a:effectLst/>
              <a:uFillTx/>
              <a:latin typeface="Arial"/>
            </a:endParaRPr>
          </a:p>
        </p:txBody>
      </p:sp>
      <p:sp>
        <p:nvSpPr>
          <p:cNvPr id="310" name="Rounded Rectangle 16"/>
          <p:cNvSpPr/>
          <p:nvPr/>
        </p:nvSpPr>
        <p:spPr>
          <a:xfrm>
            <a:off x="3646080" y="1936800"/>
            <a:ext cx="1751760" cy="1087200"/>
          </a:xfrm>
          <a:prstGeom prst="roundRect">
            <a:avLst>
              <a:gd name="adj" fmla="val 18000"/>
            </a:avLst>
          </a:prstGeom>
          <a:solidFill>
            <a:srgbClr val="2A1608"/>
          </a:solidFill>
          <a:ln w="25400">
            <a:solidFill>
              <a:srgbClr val="FF6B1A"/>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wrap="none" lIns="45720" tIns="27360" rIns="45720" bIns="27360" anchor="ctr">
            <a:noAutofit/>
          </a:bodyPr>
          <a:p>
            <a:pPr algn="ctr" defTabSz="457200">
              <a:lnSpc>
                <a:spcPct val="100000"/>
              </a:lnSpc>
            </a:pPr>
            <a:r>
              <a:rPr lang="en-US" sz="1560" b="1" u="none" strike="noStrike">
                <a:solidFill>
                  <a:srgbClr val="F2F2F2"/>
                </a:solidFill>
                <a:effectLst/>
                <a:uFillTx/>
                <a:latin typeface="Arial"/>
              </a:rPr>
              <a:t>Thought</a:t>
            </a:r>
            <a:endParaRPr lang="en-US" sz="1560" b="0" u="none" strike="noStrike">
              <a:solidFill>
                <a:srgbClr val="FFFFFF"/>
              </a:solidFill>
              <a:effectLst/>
              <a:uFillTx/>
              <a:latin typeface="Arial"/>
            </a:endParaRPr>
          </a:p>
          <a:p>
            <a:pPr algn="ctr" defTabSz="457200">
              <a:lnSpc>
                <a:spcPct val="100000"/>
              </a:lnSpc>
            </a:pPr>
            <a:r>
              <a:rPr lang="en-US" sz="1560" b="0" u="none" strike="noStrike">
                <a:solidFill>
                  <a:srgbClr val="F2F2F2"/>
                </a:solidFill>
                <a:effectLst/>
                <a:uFillTx/>
                <a:latin typeface="Arial"/>
              </a:rPr>
              <a:t>el LLM razona</a:t>
            </a:r>
            <a:endParaRPr lang="en-US" sz="1560" b="0" u="none" strike="noStrike">
              <a:solidFill>
                <a:srgbClr val="FFFFFF"/>
              </a:solidFill>
              <a:effectLst/>
              <a:uFillTx/>
              <a:latin typeface="Arial"/>
            </a:endParaRPr>
          </a:p>
          <a:p>
            <a:pPr algn="ctr" defTabSz="457200">
              <a:lnSpc>
                <a:spcPct val="100000"/>
              </a:lnSpc>
            </a:pPr>
            <a:r>
              <a:rPr lang="en-US" sz="1560" b="0" u="none" strike="noStrike">
                <a:solidFill>
                  <a:srgbClr val="F2F2F2"/>
                </a:solidFill>
                <a:effectLst/>
                <a:uFillTx/>
                <a:latin typeface="Arial"/>
              </a:rPr>
              <a:t>y decide</a:t>
            </a:r>
            <a:endParaRPr lang="en-US" sz="1560" b="0" u="none" strike="noStrike">
              <a:solidFill>
                <a:srgbClr val="FFFFFF"/>
              </a:solidFill>
              <a:effectLst/>
              <a:uFillTx/>
              <a:latin typeface="Arial"/>
            </a:endParaRPr>
          </a:p>
        </p:txBody>
      </p:sp>
      <p:sp>
        <p:nvSpPr>
          <p:cNvPr id="311" name="Rounded Rectangle 17"/>
          <p:cNvSpPr/>
          <p:nvPr/>
        </p:nvSpPr>
        <p:spPr>
          <a:xfrm>
            <a:off x="6544440" y="1936800"/>
            <a:ext cx="1950840" cy="1087200"/>
          </a:xfrm>
          <a:prstGeom prst="roundRect">
            <a:avLst>
              <a:gd name="adj" fmla="val 18000"/>
            </a:avLst>
          </a:prstGeom>
          <a:solidFill>
            <a:srgbClr val="2A1608"/>
          </a:solidFill>
          <a:ln w="25400">
            <a:solidFill>
              <a:srgbClr val="FF6B1A"/>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wrap="none" lIns="45720" tIns="27360" rIns="45720" bIns="27360" anchor="ctr">
            <a:noAutofit/>
          </a:bodyPr>
          <a:p>
            <a:pPr algn="ctr" defTabSz="457200">
              <a:lnSpc>
                <a:spcPct val="100000"/>
              </a:lnSpc>
            </a:pPr>
            <a:r>
              <a:rPr lang="en-US" sz="1560" b="1" u="none" strike="noStrike">
                <a:solidFill>
                  <a:srgbClr val="F2F2F2"/>
                </a:solidFill>
                <a:effectLst/>
                <a:uFillTx/>
                <a:latin typeface="Arial"/>
              </a:rPr>
              <a:t>Action</a:t>
            </a:r>
            <a:endParaRPr lang="en-US" sz="1560" b="0" u="none" strike="noStrike">
              <a:solidFill>
                <a:srgbClr val="FFFFFF"/>
              </a:solidFill>
              <a:effectLst/>
              <a:uFillTx/>
              <a:latin typeface="Arial"/>
            </a:endParaRPr>
          </a:p>
          <a:p>
            <a:pPr algn="ctr" defTabSz="457200">
              <a:lnSpc>
                <a:spcPct val="100000"/>
              </a:lnSpc>
            </a:pPr>
            <a:r>
              <a:rPr lang="en-US" sz="1560" b="0" u="none" strike="noStrike">
                <a:solidFill>
                  <a:srgbClr val="F2F2F2"/>
                </a:solidFill>
                <a:effectLst/>
                <a:uFillTx/>
                <a:latin typeface="Arial"/>
              </a:rPr>
              <a:t>el LLM pide</a:t>
            </a:r>
            <a:endParaRPr lang="en-US" sz="1560" b="0" u="none" strike="noStrike">
              <a:solidFill>
                <a:srgbClr val="FFFFFF"/>
              </a:solidFill>
              <a:effectLst/>
              <a:uFillTx/>
              <a:latin typeface="Arial"/>
            </a:endParaRPr>
          </a:p>
          <a:p>
            <a:pPr algn="ctr" defTabSz="457200">
              <a:lnSpc>
                <a:spcPct val="100000"/>
              </a:lnSpc>
            </a:pPr>
            <a:r>
              <a:rPr lang="en-US" sz="1560" b="0" u="none" strike="noStrike">
                <a:solidFill>
                  <a:srgbClr val="F2F2F2"/>
                </a:solidFill>
                <a:effectLst/>
                <a:uFillTx/>
                <a:latin typeface="Arial"/>
              </a:rPr>
              <a:t>una herramienta</a:t>
            </a:r>
            <a:endParaRPr lang="en-US" sz="1560" b="0" u="none" strike="noStrike">
              <a:solidFill>
                <a:srgbClr val="FFFFFF"/>
              </a:solidFill>
              <a:effectLst/>
              <a:uFillTx/>
              <a:latin typeface="Arial"/>
            </a:endParaRPr>
          </a:p>
        </p:txBody>
      </p:sp>
      <p:sp>
        <p:nvSpPr>
          <p:cNvPr id="312" name="Rounded Rectangle 18"/>
          <p:cNvSpPr/>
          <p:nvPr/>
        </p:nvSpPr>
        <p:spPr>
          <a:xfrm>
            <a:off x="9542520" y="2073960"/>
            <a:ext cx="1950840" cy="812520"/>
          </a:xfrm>
          <a:prstGeom prst="roundRect">
            <a:avLst>
              <a:gd name="adj" fmla="val 18000"/>
            </a:avLst>
          </a:prstGeom>
          <a:solidFill>
            <a:srgbClr val="0F2416"/>
          </a:solidFill>
          <a:ln w="25400">
            <a:solidFill>
              <a:srgbClr val="3DDC84"/>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wrap="none" lIns="45720" tIns="27360" rIns="45720" bIns="27360" anchor="ctr">
            <a:noAutofit/>
          </a:bodyPr>
          <a:p>
            <a:pPr algn="ctr" defTabSz="457200">
              <a:lnSpc>
                <a:spcPct val="100000"/>
              </a:lnSpc>
            </a:pPr>
            <a:r>
              <a:rPr lang="en-US" sz="1560" b="1" u="none" strike="noStrike">
                <a:solidFill>
                  <a:srgbClr val="F2F2F2"/>
                </a:solidFill>
                <a:effectLst/>
                <a:uFillTx/>
                <a:latin typeface="Arial"/>
              </a:rPr>
              <a:t>Herramienta</a:t>
            </a:r>
            <a:endParaRPr lang="en-US" sz="1560" b="0" u="none" strike="noStrike">
              <a:solidFill>
                <a:srgbClr val="FFFFFF"/>
              </a:solidFill>
              <a:effectLst/>
              <a:uFillTx/>
              <a:latin typeface="Arial"/>
            </a:endParaRPr>
          </a:p>
          <a:p>
            <a:pPr algn="ctr" defTabSz="457200">
              <a:lnSpc>
                <a:spcPct val="100000"/>
              </a:lnSpc>
            </a:pPr>
            <a:r>
              <a:rPr lang="en-US" sz="1560" b="0" u="none" strike="noStrike">
                <a:solidFill>
                  <a:srgbClr val="F2F2F2"/>
                </a:solidFill>
                <a:effectLst/>
                <a:uFillTx/>
                <a:latin typeface="Arial"/>
              </a:rPr>
              <a:t>(mundo externo)</a:t>
            </a:r>
            <a:endParaRPr lang="en-US" sz="1560" b="0" u="none" strike="noStrike">
              <a:solidFill>
                <a:srgbClr val="FFFFFF"/>
              </a:solidFill>
              <a:effectLst/>
              <a:uFillTx/>
              <a:latin typeface="Arial"/>
            </a:endParaRPr>
          </a:p>
        </p:txBody>
      </p:sp>
      <p:sp>
        <p:nvSpPr>
          <p:cNvPr id="313" name="Rounded Rectangle 19"/>
          <p:cNvSpPr/>
          <p:nvPr/>
        </p:nvSpPr>
        <p:spPr>
          <a:xfrm>
            <a:off x="9393120" y="3852360"/>
            <a:ext cx="2249640" cy="812520"/>
          </a:xfrm>
          <a:prstGeom prst="roundRect">
            <a:avLst>
              <a:gd name="adj" fmla="val 18000"/>
            </a:avLst>
          </a:prstGeom>
          <a:solidFill>
            <a:srgbClr val="0F2416"/>
          </a:solidFill>
          <a:ln w="25400">
            <a:solidFill>
              <a:srgbClr val="3DDC84"/>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wrap="none" lIns="45720" tIns="27360" rIns="45720" bIns="27360" anchor="ctr">
            <a:noAutofit/>
          </a:bodyPr>
          <a:p>
            <a:pPr algn="ctr" defTabSz="457200">
              <a:lnSpc>
                <a:spcPct val="100000"/>
              </a:lnSpc>
            </a:pPr>
            <a:r>
              <a:rPr lang="en-US" sz="1560" b="1" u="none" strike="noStrike">
                <a:solidFill>
                  <a:srgbClr val="F2F2F2"/>
                </a:solidFill>
                <a:effectLst/>
                <a:uFillTx/>
                <a:latin typeface="Arial"/>
              </a:rPr>
              <a:t>Observation</a:t>
            </a:r>
            <a:endParaRPr lang="en-US" sz="1560" b="0" u="none" strike="noStrike">
              <a:solidFill>
                <a:srgbClr val="FFFFFF"/>
              </a:solidFill>
              <a:effectLst/>
              <a:uFillTx/>
              <a:latin typeface="Arial"/>
            </a:endParaRPr>
          </a:p>
          <a:p>
            <a:pPr algn="ctr" defTabSz="457200">
              <a:lnSpc>
                <a:spcPct val="100000"/>
              </a:lnSpc>
            </a:pPr>
            <a:r>
              <a:rPr lang="en-US" sz="1560" b="0" u="none" strike="noStrike">
                <a:solidFill>
                  <a:srgbClr val="F2F2F2"/>
                </a:solidFill>
                <a:effectLst/>
                <a:uFillTx/>
                <a:latin typeface="Arial"/>
              </a:rPr>
              <a:t>resultado devuelto</a:t>
            </a:r>
            <a:endParaRPr lang="en-US" sz="1560" b="0" u="none" strike="noStrike">
              <a:solidFill>
                <a:srgbClr val="FFFFFF"/>
              </a:solidFill>
              <a:effectLst/>
              <a:uFillTx/>
              <a:latin typeface="Arial"/>
            </a:endParaRPr>
          </a:p>
        </p:txBody>
      </p:sp>
      <p:sp>
        <p:nvSpPr>
          <p:cNvPr id="314" name="Rounded Rectangle 20"/>
          <p:cNvSpPr/>
          <p:nvPr/>
        </p:nvSpPr>
        <p:spPr>
          <a:xfrm>
            <a:off x="3397320" y="3578040"/>
            <a:ext cx="2249640" cy="1361520"/>
          </a:xfrm>
          <a:prstGeom prst="roundRect">
            <a:avLst>
              <a:gd name="adj" fmla="val 18000"/>
            </a:avLst>
          </a:prstGeom>
          <a:solidFill>
            <a:srgbClr val="2A2408"/>
          </a:solidFill>
          <a:ln w="25400">
            <a:solidFill>
              <a:srgbClr val="F5C542"/>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wrap="none" lIns="45720" tIns="27360" rIns="45720" bIns="27360" anchor="ctr">
            <a:noAutofit/>
          </a:bodyPr>
          <a:p>
            <a:pPr algn="ctr" defTabSz="457200">
              <a:lnSpc>
                <a:spcPct val="100000"/>
              </a:lnSpc>
            </a:pPr>
            <a:r>
              <a:rPr lang="en-US" sz="1560" b="1" u="none" strike="noStrike">
                <a:solidFill>
                  <a:srgbClr val="F2F2F2"/>
                </a:solidFill>
                <a:effectLst/>
                <a:uFillTx/>
                <a:latin typeface="Arial"/>
              </a:rPr>
              <a:t>Contexto único</a:t>
            </a:r>
            <a:endParaRPr lang="en-US" sz="1560" b="0" u="none" strike="noStrike">
              <a:solidFill>
                <a:srgbClr val="FFFFFF"/>
              </a:solidFill>
              <a:effectLst/>
              <a:uFillTx/>
              <a:latin typeface="Arial"/>
            </a:endParaRPr>
          </a:p>
          <a:p>
            <a:pPr algn="ctr" defTabSz="457200">
              <a:lnSpc>
                <a:spcPct val="100000"/>
              </a:lnSpc>
            </a:pPr>
            <a:r>
              <a:rPr lang="en-US" sz="1560" b="0" u="none" strike="noStrike">
                <a:solidFill>
                  <a:srgbClr val="F2F2F2"/>
                </a:solidFill>
                <a:effectLst/>
                <a:uFillTx/>
                <a:latin typeface="Arial"/>
              </a:rPr>
              <a:t>y acumulativo:</a:t>
            </a:r>
            <a:endParaRPr lang="en-US" sz="1560" b="0" u="none" strike="noStrike">
              <a:solidFill>
                <a:srgbClr val="FFFFFF"/>
              </a:solidFill>
              <a:effectLst/>
              <a:uFillTx/>
              <a:latin typeface="Arial"/>
            </a:endParaRPr>
          </a:p>
          <a:p>
            <a:pPr algn="ctr" defTabSz="457200">
              <a:lnSpc>
                <a:spcPct val="100000"/>
              </a:lnSpc>
            </a:pPr>
            <a:r>
              <a:rPr lang="en-US" sz="1560" b="0" u="none" strike="noStrike">
                <a:solidFill>
                  <a:srgbClr val="F2F2F2"/>
                </a:solidFill>
                <a:effectLst/>
                <a:uFillTx/>
                <a:latin typeface="Arial"/>
              </a:rPr>
              <a:t>thought + action +</a:t>
            </a:r>
            <a:endParaRPr lang="en-US" sz="1560" b="0" u="none" strike="noStrike">
              <a:solidFill>
                <a:srgbClr val="FFFFFF"/>
              </a:solidFill>
              <a:effectLst/>
              <a:uFillTx/>
              <a:latin typeface="Arial"/>
            </a:endParaRPr>
          </a:p>
          <a:p>
            <a:pPr algn="ctr" defTabSz="457200">
              <a:lnSpc>
                <a:spcPct val="100000"/>
              </a:lnSpc>
            </a:pPr>
            <a:r>
              <a:rPr lang="en-US" sz="1560" b="0" u="none" strike="noStrike">
                <a:solidFill>
                  <a:srgbClr val="F2F2F2"/>
                </a:solidFill>
                <a:effectLst/>
                <a:uFillTx/>
                <a:latin typeface="Arial"/>
              </a:rPr>
              <a:t>observation</a:t>
            </a:r>
            <a:endParaRPr lang="en-US" sz="1560" b="0" u="none" strike="noStrike">
              <a:solidFill>
                <a:srgbClr val="FFFFFF"/>
              </a:solidFill>
              <a:effectLst/>
              <a:uFillTx/>
              <a:latin typeface="Arial"/>
            </a:endParaRPr>
          </a:p>
        </p:txBody>
      </p:sp>
      <p:sp>
        <p:nvSpPr>
          <p:cNvPr id="315" name="Rounded Rectangle 21"/>
          <p:cNvSpPr/>
          <p:nvPr/>
        </p:nvSpPr>
        <p:spPr>
          <a:xfrm>
            <a:off x="548640" y="3989520"/>
            <a:ext cx="1950840" cy="538200"/>
          </a:xfrm>
          <a:prstGeom prst="roundRect">
            <a:avLst>
              <a:gd name="adj" fmla="val 18000"/>
            </a:avLst>
          </a:prstGeom>
          <a:solidFill>
            <a:srgbClr val="181818"/>
          </a:solidFill>
          <a:ln w="25400">
            <a:solidFill>
              <a:srgbClr val="9A9A9A"/>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wrap="none" lIns="45720" tIns="27360" rIns="45720" bIns="27360" anchor="ctr">
            <a:noAutofit/>
          </a:bodyPr>
          <a:p>
            <a:pPr algn="ctr" defTabSz="457200">
              <a:lnSpc>
                <a:spcPct val="100000"/>
              </a:lnSpc>
            </a:pPr>
            <a:r>
              <a:rPr lang="en-US" sz="1560" b="0" u="none" strike="noStrike">
                <a:solidFill>
                  <a:srgbClr val="F2F2F2"/>
                </a:solidFill>
                <a:effectLst/>
                <a:uFillTx/>
                <a:latin typeface="Arial"/>
              </a:rPr>
              <a:t>Respuesta final</a:t>
            </a:r>
            <a:endParaRPr lang="en-US" sz="1560" b="0" u="none" strike="noStrike">
              <a:solidFill>
                <a:srgbClr val="FFFFFF"/>
              </a:solidFill>
              <a:effectLst/>
              <a:uFillTx/>
              <a:latin typeface="Arial"/>
            </a:endParaRPr>
          </a:p>
        </p:txBody>
      </p:sp>
      <p:sp>
        <p:nvSpPr>
          <p:cNvPr id="316" name="TextBox 22"/>
          <p:cNvSpPr/>
          <p:nvPr/>
        </p:nvSpPr>
        <p:spPr>
          <a:xfrm>
            <a:off x="548640" y="5577840"/>
            <a:ext cx="11094120" cy="456840"/>
          </a:xfrm>
          <a:prstGeom prst="rect">
            <a:avLst/>
          </a:prstGeom>
          <a:noFill/>
          <a:ln w="0">
            <a:noFill/>
          </a:ln>
        </p:spPr>
        <p:style>
          <a:lnRef idx="0"/>
          <a:fillRef idx="0"/>
          <a:effectRef idx="0"/>
          <a:fontRef idx="minor"/>
        </p:style>
        <p:txBody>
          <a:bodyPr lIns="18360" tIns="9000" rIns="18360" bIns="9000" anchor="ctr">
            <a:spAutoFit/>
          </a:bodyPr>
          <a:p>
            <a:pPr defTabSz="457200">
              <a:lnSpc>
                <a:spcPct val="100000"/>
              </a:lnSpc>
            </a:pPr>
            <a:r>
              <a:rPr lang="en-US" sz="1400" b="0" i="1" u="none" strike="noStrike">
                <a:solidFill>
                  <a:srgbClr val="D6D6D6"/>
                </a:solidFill>
                <a:effectLst/>
                <a:uFillTx/>
                <a:latin typeface="Arial"/>
              </a:rPr>
              <a:t>Un solo contexto que crece en cada vuelta. El modelo decide en cada ciclo si sigue o termina.</a:t>
            </a:r>
            <a:endParaRPr lang="en-US" sz="1400" b="0" u="none" strike="noStrike">
              <a:solidFill>
                <a:srgbClr val="FFFFFF"/>
              </a:solidFill>
              <a:effectLst/>
              <a:uFillTx/>
              <a:latin typeface="Arial"/>
            </a:endParaRPr>
          </a:p>
        </p:txBody>
      </p:sp>
      <p:sp>
        <p:nvSpPr>
          <p:cNvPr id="317" name="Rounded Rectangle 23"/>
          <p:cNvSpPr/>
          <p:nvPr/>
        </p:nvSpPr>
        <p:spPr>
          <a:xfrm>
            <a:off x="548640" y="6172200"/>
            <a:ext cx="164160" cy="164160"/>
          </a:xfrm>
          <a:prstGeom prst="roundRect">
            <a:avLst>
              <a:gd name="adj" fmla="val 25000"/>
            </a:avLst>
          </a:prstGeom>
          <a:solidFill>
            <a:srgbClr val="2A1608"/>
          </a:solidFill>
          <a:ln w="19050">
            <a:solidFill>
              <a:srgbClr val="FF6B1A"/>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318" name="TextBox 24"/>
          <p:cNvSpPr/>
          <p:nvPr/>
        </p:nvSpPr>
        <p:spPr>
          <a:xfrm>
            <a:off x="777240" y="6144840"/>
            <a:ext cx="1014840" cy="228240"/>
          </a:xfrm>
          <a:prstGeom prst="rect">
            <a:avLst/>
          </a:prstGeom>
          <a:noFill/>
          <a:ln w="0">
            <a:noFill/>
          </a:ln>
        </p:spPr>
        <p:style>
          <a:lnRef idx="0"/>
          <a:fillRef idx="0"/>
          <a:effectRef idx="0"/>
          <a:fontRef idx="minor"/>
        </p:style>
        <p:txBody>
          <a:bodyPr lIns="18360" tIns="9000" rIns="18360" bIns="9000" anchor="t">
            <a:spAutoFit/>
          </a:bodyPr>
          <a:p>
            <a:pPr defTabSz="457200">
              <a:lnSpc>
                <a:spcPct val="100000"/>
              </a:lnSpc>
            </a:pPr>
            <a:r>
              <a:rPr lang="en-US" sz="1050" b="0" u="none" strike="noStrike">
                <a:solidFill>
                  <a:srgbClr val="D6D6D6"/>
                </a:solidFill>
                <a:effectLst/>
                <a:uFillTx/>
                <a:latin typeface="Arial"/>
              </a:rPr>
              <a:t>Decide el LLM</a:t>
            </a:r>
            <a:endParaRPr lang="en-US" sz="1050" b="0" u="none" strike="noStrike">
              <a:solidFill>
                <a:srgbClr val="FFFFFF"/>
              </a:solidFill>
              <a:effectLst/>
              <a:uFillTx/>
              <a:latin typeface="Arial"/>
            </a:endParaRPr>
          </a:p>
        </p:txBody>
      </p:sp>
      <p:sp>
        <p:nvSpPr>
          <p:cNvPr id="319" name="Rounded Rectangle 25"/>
          <p:cNvSpPr/>
          <p:nvPr/>
        </p:nvSpPr>
        <p:spPr>
          <a:xfrm>
            <a:off x="2048400" y="6172200"/>
            <a:ext cx="164160" cy="164160"/>
          </a:xfrm>
          <a:prstGeom prst="roundRect">
            <a:avLst>
              <a:gd name="adj" fmla="val 25000"/>
            </a:avLst>
          </a:prstGeom>
          <a:solidFill>
            <a:srgbClr val="0F1B2A"/>
          </a:solidFill>
          <a:ln w="19050">
            <a:solidFill>
              <a:srgbClr val="4DA3FF"/>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320" name="TextBox 26"/>
          <p:cNvSpPr/>
          <p:nvPr/>
        </p:nvSpPr>
        <p:spPr>
          <a:xfrm>
            <a:off x="2277000" y="6144840"/>
            <a:ext cx="1227960" cy="228240"/>
          </a:xfrm>
          <a:prstGeom prst="rect">
            <a:avLst/>
          </a:prstGeom>
          <a:noFill/>
          <a:ln w="0">
            <a:noFill/>
          </a:ln>
        </p:spPr>
        <p:style>
          <a:lnRef idx="0"/>
          <a:fillRef idx="0"/>
          <a:effectRef idx="0"/>
          <a:fontRef idx="minor"/>
        </p:style>
        <p:txBody>
          <a:bodyPr lIns="18360" tIns="9000" rIns="18360" bIns="9000" anchor="t">
            <a:spAutoFit/>
          </a:bodyPr>
          <a:p>
            <a:pPr defTabSz="457200">
              <a:lnSpc>
                <a:spcPct val="100000"/>
              </a:lnSpc>
            </a:pPr>
            <a:r>
              <a:rPr lang="en-US" sz="1050" b="0" u="none" strike="noStrike">
                <a:solidFill>
                  <a:srgbClr val="D6D6D6"/>
                </a:solidFill>
                <a:effectLst/>
                <a:uFillTx/>
                <a:latin typeface="Arial"/>
              </a:rPr>
              <a:t>Decide el código</a:t>
            </a:r>
            <a:endParaRPr lang="en-US" sz="1050" b="0" u="none" strike="noStrike">
              <a:solidFill>
                <a:srgbClr val="FFFFFF"/>
              </a:solidFill>
              <a:effectLst/>
              <a:uFillTx/>
              <a:latin typeface="Arial"/>
            </a:endParaRPr>
          </a:p>
        </p:txBody>
      </p:sp>
      <p:sp>
        <p:nvSpPr>
          <p:cNvPr id="321" name="Rounded Rectangle 27"/>
          <p:cNvSpPr/>
          <p:nvPr/>
        </p:nvSpPr>
        <p:spPr>
          <a:xfrm>
            <a:off x="3761280" y="6172200"/>
            <a:ext cx="164160" cy="164160"/>
          </a:xfrm>
          <a:prstGeom prst="roundRect">
            <a:avLst>
              <a:gd name="adj" fmla="val 25000"/>
            </a:avLst>
          </a:prstGeom>
          <a:solidFill>
            <a:srgbClr val="0F2416"/>
          </a:solidFill>
          <a:ln w="19050">
            <a:solidFill>
              <a:srgbClr val="3DDC84"/>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322" name="TextBox 28"/>
          <p:cNvSpPr/>
          <p:nvPr/>
        </p:nvSpPr>
        <p:spPr>
          <a:xfrm>
            <a:off x="3989880" y="6144840"/>
            <a:ext cx="2009520" cy="228240"/>
          </a:xfrm>
          <a:prstGeom prst="rect">
            <a:avLst/>
          </a:prstGeom>
          <a:noFill/>
          <a:ln w="0">
            <a:noFill/>
          </a:ln>
        </p:spPr>
        <p:style>
          <a:lnRef idx="0"/>
          <a:fillRef idx="0"/>
          <a:effectRef idx="0"/>
          <a:fontRef idx="minor"/>
        </p:style>
        <p:txBody>
          <a:bodyPr lIns="18360" tIns="9000" rIns="18360" bIns="9000" anchor="t">
            <a:spAutoFit/>
          </a:bodyPr>
          <a:p>
            <a:pPr defTabSz="457200">
              <a:lnSpc>
                <a:spcPct val="100000"/>
              </a:lnSpc>
            </a:pPr>
            <a:r>
              <a:rPr lang="en-US" sz="1050" b="0" u="none" strike="noStrike">
                <a:solidFill>
                  <a:srgbClr val="D6D6D6"/>
                </a:solidFill>
                <a:effectLst/>
                <a:uFillTx/>
                <a:latin typeface="Arial"/>
              </a:rPr>
              <a:t>Herramienta / mundo externo</a:t>
            </a:r>
            <a:endParaRPr lang="en-US" sz="1050" b="0" u="none" strike="noStrike">
              <a:solidFill>
                <a:srgbClr val="FFFFFF"/>
              </a:solidFill>
              <a:effectLst/>
              <a:uFillTx/>
              <a:latin typeface="Arial"/>
            </a:endParaRPr>
          </a:p>
        </p:txBody>
      </p:sp>
      <p:sp>
        <p:nvSpPr>
          <p:cNvPr id="323" name="Rounded Rectangle 29"/>
          <p:cNvSpPr/>
          <p:nvPr/>
        </p:nvSpPr>
        <p:spPr>
          <a:xfrm>
            <a:off x="6255720" y="6172200"/>
            <a:ext cx="164160" cy="164160"/>
          </a:xfrm>
          <a:prstGeom prst="roundRect">
            <a:avLst>
              <a:gd name="adj" fmla="val 25000"/>
            </a:avLst>
          </a:prstGeom>
          <a:solidFill>
            <a:srgbClr val="2A2408"/>
          </a:solidFill>
          <a:ln w="19050">
            <a:solidFill>
              <a:srgbClr val="F5C542"/>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324" name="TextBox 30"/>
          <p:cNvSpPr/>
          <p:nvPr/>
        </p:nvSpPr>
        <p:spPr>
          <a:xfrm>
            <a:off x="6484320" y="6144840"/>
            <a:ext cx="2293560" cy="228240"/>
          </a:xfrm>
          <a:prstGeom prst="rect">
            <a:avLst/>
          </a:prstGeom>
          <a:noFill/>
          <a:ln w="0">
            <a:noFill/>
          </a:ln>
        </p:spPr>
        <p:style>
          <a:lnRef idx="0"/>
          <a:fillRef idx="0"/>
          <a:effectRef idx="0"/>
          <a:fontRef idx="minor"/>
        </p:style>
        <p:txBody>
          <a:bodyPr lIns="18360" tIns="9000" rIns="18360" bIns="9000" anchor="t">
            <a:spAutoFit/>
          </a:bodyPr>
          <a:p>
            <a:pPr defTabSz="457200">
              <a:lnSpc>
                <a:spcPct val="100000"/>
              </a:lnSpc>
            </a:pPr>
            <a:r>
              <a:rPr lang="en-US" sz="1050" b="0" u="none" strike="noStrike">
                <a:solidFill>
                  <a:srgbClr val="D6D6D6"/>
                </a:solidFill>
                <a:effectLst/>
                <a:uFillTx/>
                <a:latin typeface="Arial"/>
              </a:rPr>
              <a:t>Artefacto o contexto compartido</a:t>
            </a:r>
            <a:endParaRPr lang="en-US" sz="1050" b="0" u="none" strike="noStrike">
              <a:solidFill>
                <a:srgbClr val="FFFFFF"/>
              </a:solidFill>
              <a:effectLst/>
              <a:uFillTx/>
              <a:latin typeface="Arial"/>
            </a:endParaRPr>
          </a:p>
        </p:txBody>
      </p:sp>
      <p:sp>
        <p:nvSpPr>
          <p:cNvPr id="325" name="Rounded Rectangle 31"/>
          <p:cNvSpPr/>
          <p:nvPr/>
        </p:nvSpPr>
        <p:spPr>
          <a:xfrm>
            <a:off x="9034200" y="6172200"/>
            <a:ext cx="164160" cy="164160"/>
          </a:xfrm>
          <a:prstGeom prst="roundRect">
            <a:avLst>
              <a:gd name="adj" fmla="val 25000"/>
            </a:avLst>
          </a:prstGeom>
          <a:solidFill>
            <a:srgbClr val="181818"/>
          </a:solidFill>
          <a:ln w="19050">
            <a:solidFill>
              <a:srgbClr val="9A9A9A"/>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326" name="TextBox 32"/>
          <p:cNvSpPr/>
          <p:nvPr/>
        </p:nvSpPr>
        <p:spPr>
          <a:xfrm>
            <a:off x="9262800" y="6144840"/>
            <a:ext cx="1227960" cy="228240"/>
          </a:xfrm>
          <a:prstGeom prst="rect">
            <a:avLst/>
          </a:prstGeom>
          <a:noFill/>
          <a:ln w="0">
            <a:noFill/>
          </a:ln>
        </p:spPr>
        <p:style>
          <a:lnRef idx="0"/>
          <a:fillRef idx="0"/>
          <a:effectRef idx="0"/>
          <a:fontRef idx="minor"/>
        </p:style>
        <p:txBody>
          <a:bodyPr lIns="18360" tIns="9000" rIns="18360" bIns="9000" anchor="t">
            <a:spAutoFit/>
          </a:bodyPr>
          <a:p>
            <a:pPr defTabSz="457200">
              <a:lnSpc>
                <a:spcPct val="100000"/>
              </a:lnSpc>
            </a:pPr>
            <a:r>
              <a:rPr lang="en-US" sz="1050" b="0" u="none" strike="noStrike">
                <a:solidFill>
                  <a:srgbClr val="D6D6D6"/>
                </a:solidFill>
                <a:effectLst/>
                <a:uFillTx/>
                <a:latin typeface="Arial"/>
              </a:rPr>
              <a:t>Entrada / salida</a:t>
            </a:r>
            <a:endParaRPr lang="en-US" sz="105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1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00000"/>
        </a:solidFill>
      </p:bgPr>
    </p:bg>
    <p:spTree>
      <p:nvGrpSpPr>
        <p:cNvPr id="1" name=""/>
        <p:cNvGrpSpPr/>
        <p:nvPr/>
      </p:nvGrpSpPr>
      <p:grpSpPr>
        <a:xfrm>
          <a:off x="0" y="0"/>
          <a:ext cx="0" cy="0"/>
          <a:chOff x="0" y="0"/>
          <a:chExt cx="0" cy="0"/>
        </a:xfrm>
      </p:grpSpPr>
      <p:sp>
        <p:nvSpPr>
          <p:cNvPr id="327" name="TextBox 1"/>
          <p:cNvSpPr/>
          <p:nvPr/>
        </p:nvSpPr>
        <p:spPr>
          <a:xfrm>
            <a:off x="548640" y="329040"/>
            <a:ext cx="8229240" cy="273960"/>
          </a:xfrm>
          <a:prstGeom prst="rect">
            <a:avLst/>
          </a:prstGeom>
          <a:noFill/>
          <a:ln w="0">
            <a:noFill/>
          </a:ln>
        </p:spPr>
        <p:style>
          <a:lnRef idx="0"/>
          <a:fillRef idx="0"/>
          <a:effectRef idx="0"/>
          <a:fontRef idx="minor"/>
        </p:style>
        <p:txBody>
          <a:bodyPr lIns="18360" tIns="9000" rIns="18360" bIns="9000" anchor="t">
            <a:spAutoFit/>
          </a:bodyPr>
          <a:p>
            <a:pPr defTabSz="457200">
              <a:lnSpc>
                <a:spcPct val="100000"/>
              </a:lnSpc>
            </a:pPr>
            <a:r>
              <a:rPr lang="en-US" sz="1150" b="1" u="none" strike="noStrike">
                <a:solidFill>
                  <a:srgbClr val="FF6B1A"/>
                </a:solidFill>
                <a:effectLst/>
                <a:uFillTx/>
                <a:latin typeface="Arial"/>
              </a:rPr>
              <a:t>ARQUETIPO 2 DE 6 · REACT</a:t>
            </a:r>
            <a:endParaRPr lang="en-US" sz="1150" b="0" u="none" strike="noStrike">
              <a:solidFill>
                <a:srgbClr val="FFFFFF"/>
              </a:solidFill>
              <a:effectLst/>
              <a:uFillTx/>
              <a:latin typeface="Arial"/>
            </a:endParaRPr>
          </a:p>
        </p:txBody>
      </p:sp>
      <p:sp>
        <p:nvSpPr>
          <p:cNvPr id="328" name="TextBox 2"/>
          <p:cNvSpPr/>
          <p:nvPr/>
        </p:nvSpPr>
        <p:spPr>
          <a:xfrm>
            <a:off x="548640" y="603360"/>
            <a:ext cx="11094120" cy="639720"/>
          </a:xfrm>
          <a:prstGeom prst="rect">
            <a:avLst/>
          </a:prstGeom>
          <a:noFill/>
          <a:ln w="0">
            <a:noFill/>
          </a:ln>
        </p:spPr>
        <p:style>
          <a:lnRef idx="0"/>
          <a:fillRef idx="0"/>
          <a:effectRef idx="0"/>
          <a:fontRef idx="minor"/>
        </p:style>
        <p:txBody>
          <a:bodyPr lIns="18360" tIns="9000" rIns="18360" bIns="9000" anchor="ctr">
            <a:spAutoFit/>
          </a:bodyPr>
          <a:p>
            <a:pPr defTabSz="457200">
              <a:lnSpc>
                <a:spcPct val="100000"/>
              </a:lnSpc>
            </a:pPr>
            <a:r>
              <a:rPr lang="en-US" sz="3000" b="1" u="none" strike="noStrike">
                <a:solidFill>
                  <a:srgbClr val="F2F2F2"/>
                </a:solidFill>
                <a:effectLst/>
                <a:uFillTx/>
                <a:latin typeface="Arial"/>
              </a:rPr>
              <a:t>ReAct: las tres decisiones de orquestación</a:t>
            </a:r>
            <a:endParaRPr lang="en-US" sz="3000" b="0" u="none" strike="noStrike">
              <a:solidFill>
                <a:srgbClr val="FFFFFF"/>
              </a:solidFill>
              <a:effectLst/>
              <a:uFillTx/>
              <a:latin typeface="Arial"/>
            </a:endParaRPr>
          </a:p>
        </p:txBody>
      </p:sp>
      <p:sp>
        <p:nvSpPr>
          <p:cNvPr id="329" name="TextBox 3"/>
          <p:cNvSpPr/>
          <p:nvPr/>
        </p:nvSpPr>
        <p:spPr>
          <a:xfrm>
            <a:off x="548640" y="6492240"/>
            <a:ext cx="7314840" cy="228240"/>
          </a:xfrm>
          <a:prstGeom prst="rect">
            <a:avLst/>
          </a:prstGeom>
          <a:noFill/>
          <a:ln w="0">
            <a:noFill/>
          </a:ln>
        </p:spPr>
        <p:style>
          <a:lnRef idx="0"/>
          <a:fillRef idx="0"/>
          <a:effectRef idx="0"/>
          <a:fontRef idx="minor"/>
        </p:style>
        <p:txBody>
          <a:bodyPr lIns="18360" tIns="9000" rIns="18360" bIns="9000" anchor="t">
            <a:spAutoFit/>
          </a:bodyPr>
          <a:p>
            <a:pPr defTabSz="457200">
              <a:lnSpc>
                <a:spcPct val="100000"/>
              </a:lnSpc>
            </a:pPr>
            <a:r>
              <a:rPr lang="en-US" sz="900" b="0" u="none" strike="noStrike">
                <a:solidFill>
                  <a:srgbClr val="9A9A9A"/>
                </a:solidFill>
                <a:effectLst/>
                <a:uFillTx/>
                <a:latin typeface="Arial"/>
              </a:rPr>
              <a:t>Arquetipos de agentes · Módulo 5 · UTDT</a:t>
            </a:r>
            <a:endParaRPr lang="en-US" sz="900" b="0" u="none" strike="noStrike">
              <a:solidFill>
                <a:srgbClr val="FFFFFF"/>
              </a:solidFill>
              <a:effectLst/>
              <a:uFillTx/>
              <a:latin typeface="Arial"/>
            </a:endParaRPr>
          </a:p>
        </p:txBody>
      </p:sp>
      <p:sp>
        <p:nvSpPr>
          <p:cNvPr id="330" name="TextBox 4"/>
          <p:cNvSpPr/>
          <p:nvPr/>
        </p:nvSpPr>
        <p:spPr>
          <a:xfrm>
            <a:off x="10271520" y="6492240"/>
            <a:ext cx="1371240" cy="228240"/>
          </a:xfrm>
          <a:prstGeom prst="rect">
            <a:avLst/>
          </a:prstGeom>
          <a:noFill/>
          <a:ln w="0">
            <a:noFill/>
          </a:ln>
        </p:spPr>
        <p:style>
          <a:lnRef idx="0"/>
          <a:fillRef idx="0"/>
          <a:effectRef idx="0"/>
          <a:fontRef idx="minor"/>
        </p:style>
        <p:txBody>
          <a:bodyPr lIns="18360" tIns="9000" rIns="18360" bIns="9000" anchor="t">
            <a:spAutoFit/>
          </a:bodyPr>
          <a:p>
            <a:pPr algn="r" defTabSz="457200">
              <a:lnSpc>
                <a:spcPct val="100000"/>
              </a:lnSpc>
            </a:pPr>
            <a:r>
              <a:rPr lang="en-US" sz="900" b="0" u="none" strike="noStrike">
                <a:solidFill>
                  <a:srgbClr val="9A9A9A"/>
                </a:solidFill>
                <a:effectLst/>
                <a:uFillTx/>
                <a:latin typeface="Arial"/>
              </a:rPr>
              <a:t>13 / 35</a:t>
            </a:r>
            <a:endParaRPr lang="en-US" sz="900" b="0" u="none" strike="noStrike">
              <a:solidFill>
                <a:srgbClr val="FFFFFF"/>
              </a:solidFill>
              <a:effectLst/>
              <a:uFillTx/>
              <a:latin typeface="Arial"/>
            </a:endParaRPr>
          </a:p>
        </p:txBody>
      </p:sp>
      <p:sp>
        <p:nvSpPr>
          <p:cNvPr id="331" name="Rectangle 5"/>
          <p:cNvSpPr/>
          <p:nvPr/>
        </p:nvSpPr>
        <p:spPr>
          <a:xfrm>
            <a:off x="548640" y="1417320"/>
            <a:ext cx="3563640" cy="4388760"/>
          </a:xfrm>
          <a:prstGeom prst="rect">
            <a:avLst/>
          </a:prstGeom>
          <a:solidFill>
            <a:srgbClr val="0E0E0E"/>
          </a:solidFill>
          <a:ln>
            <a:solidFill>
              <a:srgbClr val="2A2A2A"/>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332" name="Rectangle 6"/>
          <p:cNvSpPr/>
          <p:nvPr/>
        </p:nvSpPr>
        <p:spPr>
          <a:xfrm>
            <a:off x="548640" y="1417320"/>
            <a:ext cx="3563640" cy="63720"/>
          </a:xfrm>
          <a:prstGeom prst="rect">
            <a:avLst/>
          </a:prstGeom>
          <a:solidFill>
            <a:srgbClr val="FF6B1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19080" rIns="90000" bIns="19080" anchor="ctr">
            <a:noAutofit/>
          </a:bodyPr>
          <a:p>
            <a:endParaRPr lang="en-US" sz="1800" b="0" u="none" strike="noStrike">
              <a:solidFill>
                <a:schemeClr val="lt1"/>
              </a:solidFill>
              <a:effectLst/>
              <a:uFillTx/>
              <a:latin typeface="Calibri"/>
            </a:endParaRPr>
          </a:p>
        </p:txBody>
      </p:sp>
      <p:sp>
        <p:nvSpPr>
          <p:cNvPr id="333" name="TextBox 7"/>
          <p:cNvSpPr/>
          <p:nvPr/>
        </p:nvSpPr>
        <p:spPr>
          <a:xfrm>
            <a:off x="713160" y="1563480"/>
            <a:ext cx="3234600" cy="4187520"/>
          </a:xfrm>
          <a:prstGeom prst="rect">
            <a:avLst/>
          </a:prstGeom>
          <a:noFill/>
          <a:ln w="0">
            <a:noFill/>
          </a:ln>
        </p:spPr>
        <p:style>
          <a:lnRef idx="0"/>
          <a:fillRef idx="0"/>
          <a:effectRef idx="0"/>
          <a:fontRef idx="minor"/>
        </p:style>
        <p:txBody>
          <a:bodyPr lIns="18360" tIns="0" rIns="18360" bIns="0" anchor="t">
            <a:spAutoFit/>
          </a:bodyPr>
          <a:p>
            <a:pPr defTabSz="457200">
              <a:lnSpc>
                <a:spcPct val="100000"/>
              </a:lnSpc>
              <a:spcAft>
                <a:spcPts val="799"/>
              </a:spcAft>
            </a:pPr>
            <a:r>
              <a:rPr lang="en-US" sz="1790" b="1" u="none" strike="noStrike">
                <a:solidFill>
                  <a:srgbClr val="FF6B1A"/>
                </a:solidFill>
                <a:effectLst/>
                <a:uFillTx/>
                <a:latin typeface="Arial"/>
              </a:rPr>
              <a:t>Qué se ejecuta después</a:t>
            </a:r>
            <a:endParaRPr lang="en-US" sz="1790" b="0" u="none" strike="noStrike">
              <a:solidFill>
                <a:srgbClr val="FFFFFF"/>
              </a:solidFill>
              <a:effectLst/>
              <a:uFillTx/>
              <a:latin typeface="Arial"/>
            </a:endParaRPr>
          </a:p>
          <a:p>
            <a:pPr marL="171360" indent="-171360" defTabSz="457200">
              <a:lnSpc>
                <a:spcPct val="100000"/>
              </a:lnSpc>
              <a:spcAft>
                <a:spcPts val="879"/>
              </a:spcAft>
              <a:buClr>
                <a:srgbClr val="D6D6D6"/>
              </a:buClr>
              <a:buFont typeface="Symbol" charset="2"/>
              <a:buChar char=""/>
            </a:pPr>
            <a:r>
              <a:rPr lang="en-US" sz="1600" b="0" u="none" strike="noStrike">
                <a:solidFill>
                  <a:srgbClr val="D6D6D6"/>
                </a:solidFill>
                <a:effectLst/>
                <a:uFillTx/>
                <a:latin typeface="Arial"/>
              </a:rPr>
              <a:t>Lo decide el LLM en cada vuelta: qué herramienta, con qué argumentos y si ya terminó.</a:t>
            </a:r>
            <a:endParaRPr lang="en-US" sz="1600" b="0" u="none" strike="noStrike">
              <a:solidFill>
                <a:srgbClr val="FFFFFF"/>
              </a:solidFill>
              <a:effectLst/>
              <a:uFillTx/>
              <a:latin typeface="Arial"/>
            </a:endParaRPr>
          </a:p>
          <a:p>
            <a:pPr marL="171360" indent="-171360" defTabSz="457200">
              <a:lnSpc>
                <a:spcPct val="100000"/>
              </a:lnSpc>
              <a:spcAft>
                <a:spcPts val="879"/>
              </a:spcAft>
              <a:buClr>
                <a:srgbClr val="D6D6D6"/>
              </a:buClr>
              <a:buFont typeface="Symbol" charset="2"/>
              <a:buChar char=""/>
            </a:pPr>
            <a:r>
              <a:rPr lang="en-US" sz="1600" b="0" u="none" strike="noStrike">
                <a:solidFill>
                  <a:srgbClr val="D6D6D6"/>
                </a:solidFill>
                <a:effectLst/>
                <a:uFillTx/>
                <a:latin typeface="Arial"/>
              </a:rPr>
              <a:t>El código solo provee el marco: ejecuta lo pedido, devuelve el resultado e impone límites.</a:t>
            </a:r>
            <a:endParaRPr lang="en-US" sz="1600" b="0" u="none" strike="noStrike">
              <a:solidFill>
                <a:srgbClr val="FFFFFF"/>
              </a:solidFill>
              <a:effectLst/>
              <a:uFillTx/>
              <a:latin typeface="Arial"/>
            </a:endParaRPr>
          </a:p>
          <a:p>
            <a:pPr marL="171360" indent="-171360" defTabSz="457200">
              <a:lnSpc>
                <a:spcPct val="100000"/>
              </a:lnSpc>
              <a:spcAft>
                <a:spcPts val="879"/>
              </a:spcAft>
              <a:buClr>
                <a:srgbClr val="D6D6D6"/>
              </a:buClr>
              <a:buFont typeface="Symbol" charset="2"/>
              <a:buChar char=""/>
            </a:pPr>
            <a:r>
              <a:rPr lang="en-US" sz="1600" b="0" u="none" strike="noStrike">
                <a:solidFill>
                  <a:srgbClr val="D6D6D6"/>
                </a:solidFill>
                <a:effectLst/>
                <a:uFillTx/>
                <a:latin typeface="Arial"/>
              </a:rPr>
              <a:t>Una decisión por ciclo: la fortaleza (adaptación) y el costo (latencia secuencial).</a:t>
            </a:r>
            <a:endParaRPr lang="en-US" sz="1600" b="0" u="none" strike="noStrike">
              <a:solidFill>
                <a:srgbClr val="FFFFFF"/>
              </a:solidFill>
              <a:effectLst/>
              <a:uFillTx/>
              <a:latin typeface="Arial"/>
            </a:endParaRPr>
          </a:p>
        </p:txBody>
      </p:sp>
      <p:sp>
        <p:nvSpPr>
          <p:cNvPr id="334" name="Rectangle 8"/>
          <p:cNvSpPr/>
          <p:nvPr/>
        </p:nvSpPr>
        <p:spPr>
          <a:xfrm>
            <a:off x="4313880" y="1417320"/>
            <a:ext cx="3563640" cy="4388760"/>
          </a:xfrm>
          <a:prstGeom prst="rect">
            <a:avLst/>
          </a:prstGeom>
          <a:solidFill>
            <a:srgbClr val="0E0E0E"/>
          </a:solidFill>
          <a:ln>
            <a:solidFill>
              <a:srgbClr val="2A2A2A"/>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335" name="Rectangle 9"/>
          <p:cNvSpPr/>
          <p:nvPr/>
        </p:nvSpPr>
        <p:spPr>
          <a:xfrm>
            <a:off x="4313880" y="1417320"/>
            <a:ext cx="3563640" cy="63720"/>
          </a:xfrm>
          <a:prstGeom prst="rect">
            <a:avLst/>
          </a:prstGeom>
          <a:solidFill>
            <a:srgbClr val="F5C542"/>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19080" rIns="90000" bIns="19080" anchor="ctr">
            <a:noAutofit/>
          </a:bodyPr>
          <a:p>
            <a:endParaRPr lang="en-US" sz="1800" b="0" u="none" strike="noStrike">
              <a:solidFill>
                <a:schemeClr val="lt1"/>
              </a:solidFill>
              <a:effectLst/>
              <a:uFillTx/>
              <a:latin typeface="Calibri"/>
            </a:endParaRPr>
          </a:p>
        </p:txBody>
      </p:sp>
      <p:sp>
        <p:nvSpPr>
          <p:cNvPr id="336" name="TextBox 10"/>
          <p:cNvSpPr/>
          <p:nvPr/>
        </p:nvSpPr>
        <p:spPr>
          <a:xfrm>
            <a:off x="4478400" y="1563480"/>
            <a:ext cx="3234600" cy="4187520"/>
          </a:xfrm>
          <a:prstGeom prst="rect">
            <a:avLst/>
          </a:prstGeom>
          <a:noFill/>
          <a:ln w="0">
            <a:noFill/>
          </a:ln>
        </p:spPr>
        <p:style>
          <a:lnRef idx="0"/>
          <a:fillRef idx="0"/>
          <a:effectRef idx="0"/>
          <a:fontRef idx="minor"/>
        </p:style>
        <p:txBody>
          <a:bodyPr lIns="18360" tIns="0" rIns="18360" bIns="0" anchor="t">
            <a:spAutoFit/>
          </a:bodyPr>
          <a:p>
            <a:pPr defTabSz="457200">
              <a:lnSpc>
                <a:spcPct val="100000"/>
              </a:lnSpc>
              <a:spcAft>
                <a:spcPts val="799"/>
              </a:spcAft>
            </a:pPr>
            <a:r>
              <a:rPr lang="en-US" sz="1790" b="1" u="none" strike="noStrike">
                <a:solidFill>
                  <a:srgbClr val="F5C542"/>
                </a:solidFill>
                <a:effectLst/>
                <a:uFillTx/>
                <a:latin typeface="Arial"/>
              </a:rPr>
              <a:t>Con qué contexto</a:t>
            </a:r>
            <a:endParaRPr lang="en-US" sz="1790" b="0" u="none" strike="noStrike">
              <a:solidFill>
                <a:srgbClr val="FFFFFF"/>
              </a:solidFill>
              <a:effectLst/>
              <a:uFillTx/>
              <a:latin typeface="Arial"/>
            </a:endParaRPr>
          </a:p>
          <a:p>
            <a:pPr marL="171360" indent="-171360" defTabSz="457200">
              <a:lnSpc>
                <a:spcPct val="100000"/>
              </a:lnSpc>
              <a:spcAft>
                <a:spcPts val="879"/>
              </a:spcAft>
              <a:buClr>
                <a:srgbClr val="D6D6D6"/>
              </a:buClr>
              <a:buFont typeface="Symbol" charset="2"/>
              <a:buChar char=""/>
            </a:pPr>
            <a:r>
              <a:rPr lang="en-US" sz="1600" b="0" u="none" strike="noStrike">
                <a:solidFill>
                  <a:srgbClr val="D6D6D6"/>
                </a:solidFill>
                <a:effectLst/>
                <a:uFillTx/>
                <a:latin typeface="Arial"/>
              </a:rPr>
              <a:t>Una única ventana compartida que crece: thought, action y observation se anexan.</a:t>
            </a:r>
            <a:endParaRPr lang="en-US" sz="1600" b="0" u="none" strike="noStrike">
              <a:solidFill>
                <a:srgbClr val="FFFFFF"/>
              </a:solidFill>
              <a:effectLst/>
              <a:uFillTx/>
              <a:latin typeface="Arial"/>
            </a:endParaRPr>
          </a:p>
          <a:p>
            <a:pPr marL="171360" indent="-171360" defTabSz="457200">
              <a:lnSpc>
                <a:spcPct val="100000"/>
              </a:lnSpc>
              <a:spcAft>
                <a:spcPts val="879"/>
              </a:spcAft>
              <a:buClr>
                <a:srgbClr val="D6D6D6"/>
              </a:buClr>
              <a:buFont typeface="Symbol" charset="2"/>
              <a:buChar char=""/>
            </a:pPr>
            <a:r>
              <a:rPr lang="en-US" sz="1600" b="0" u="none" strike="noStrike">
                <a:solidFill>
                  <a:srgbClr val="D6D6D6"/>
                </a:solidFill>
                <a:effectLst/>
                <a:uFillTx/>
                <a:latin typeface="Arial"/>
              </a:rPr>
              <a:t>El thought es memoria de trabajo: resume lo aprendido y justifica el próximo paso.</a:t>
            </a:r>
            <a:endParaRPr lang="en-US" sz="1600" b="0" u="none" strike="noStrike">
              <a:solidFill>
                <a:srgbClr val="FFFFFF"/>
              </a:solidFill>
              <a:effectLst/>
              <a:uFillTx/>
              <a:latin typeface="Arial"/>
            </a:endParaRPr>
          </a:p>
          <a:p>
            <a:pPr marL="171360" indent="-171360" defTabSz="457200">
              <a:lnSpc>
                <a:spcPct val="100000"/>
              </a:lnSpc>
              <a:spcAft>
                <a:spcPts val="879"/>
              </a:spcAft>
              <a:buClr>
                <a:srgbClr val="D6D6D6"/>
              </a:buClr>
              <a:buFont typeface="Symbol" charset="2"/>
              <a:buChar char=""/>
            </a:pPr>
            <a:r>
              <a:rPr lang="en-US" sz="1600" b="0" u="none" strike="noStrike">
                <a:solidFill>
                  <a:srgbClr val="D6D6D6"/>
                </a:solidFill>
                <a:effectLst/>
                <a:uFillTx/>
                <a:latin typeface="Arial"/>
              </a:rPr>
              <a:t>Cada paso ve todo lo anterior: coherencia, pero también ruido y costo crecientes.</a:t>
            </a:r>
            <a:endParaRPr lang="en-US" sz="1600" b="0" u="none" strike="noStrike">
              <a:solidFill>
                <a:srgbClr val="FFFFFF"/>
              </a:solidFill>
              <a:effectLst/>
              <a:uFillTx/>
              <a:latin typeface="Arial"/>
            </a:endParaRPr>
          </a:p>
        </p:txBody>
      </p:sp>
      <p:sp>
        <p:nvSpPr>
          <p:cNvPr id="337" name="Rectangle 11"/>
          <p:cNvSpPr/>
          <p:nvPr/>
        </p:nvSpPr>
        <p:spPr>
          <a:xfrm>
            <a:off x="8079120" y="1417320"/>
            <a:ext cx="3563640" cy="4388760"/>
          </a:xfrm>
          <a:prstGeom prst="rect">
            <a:avLst/>
          </a:prstGeom>
          <a:solidFill>
            <a:srgbClr val="0E0E0E"/>
          </a:solidFill>
          <a:ln>
            <a:solidFill>
              <a:srgbClr val="2A2A2A"/>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338" name="Rectangle 12"/>
          <p:cNvSpPr/>
          <p:nvPr/>
        </p:nvSpPr>
        <p:spPr>
          <a:xfrm>
            <a:off x="8079120" y="1417320"/>
            <a:ext cx="3563640" cy="63720"/>
          </a:xfrm>
          <a:prstGeom prst="rect">
            <a:avLst/>
          </a:prstGeom>
          <a:solidFill>
            <a:srgbClr val="4DA3FF"/>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19080" rIns="90000" bIns="19080" anchor="ctr">
            <a:noAutofit/>
          </a:bodyPr>
          <a:p>
            <a:endParaRPr lang="en-US" sz="1800" b="0" u="none" strike="noStrike">
              <a:solidFill>
                <a:schemeClr val="lt1"/>
              </a:solidFill>
              <a:effectLst/>
              <a:uFillTx/>
              <a:latin typeface="Calibri"/>
            </a:endParaRPr>
          </a:p>
        </p:txBody>
      </p:sp>
      <p:sp>
        <p:nvSpPr>
          <p:cNvPr id="339" name="TextBox 13"/>
          <p:cNvSpPr/>
          <p:nvPr/>
        </p:nvSpPr>
        <p:spPr>
          <a:xfrm>
            <a:off x="8243640" y="1563480"/>
            <a:ext cx="3234600" cy="4187520"/>
          </a:xfrm>
          <a:prstGeom prst="rect">
            <a:avLst/>
          </a:prstGeom>
          <a:noFill/>
          <a:ln w="0">
            <a:noFill/>
          </a:ln>
        </p:spPr>
        <p:style>
          <a:lnRef idx="0"/>
          <a:fillRef idx="0"/>
          <a:effectRef idx="0"/>
          <a:fontRef idx="minor"/>
        </p:style>
        <p:txBody>
          <a:bodyPr lIns="18360" tIns="0" rIns="18360" bIns="0" anchor="t">
            <a:spAutoFit/>
          </a:bodyPr>
          <a:p>
            <a:pPr defTabSz="457200">
              <a:lnSpc>
                <a:spcPct val="100000"/>
              </a:lnSpc>
              <a:spcAft>
                <a:spcPts val="799"/>
              </a:spcAft>
            </a:pPr>
            <a:r>
              <a:rPr lang="en-US" sz="1790" b="1" u="none" strike="noStrike">
                <a:solidFill>
                  <a:srgbClr val="4DA3FF"/>
                </a:solidFill>
                <a:effectLst/>
                <a:uFillTx/>
                <a:latin typeface="Arial"/>
              </a:rPr>
              <a:t>Cuándo se detiene</a:t>
            </a:r>
            <a:endParaRPr lang="en-US" sz="1790" b="0" u="none" strike="noStrike">
              <a:solidFill>
                <a:srgbClr val="FFFFFF"/>
              </a:solidFill>
              <a:effectLst/>
              <a:uFillTx/>
              <a:latin typeface="Arial"/>
            </a:endParaRPr>
          </a:p>
          <a:p>
            <a:pPr marL="171360" indent="-171360" defTabSz="457200">
              <a:lnSpc>
                <a:spcPct val="100000"/>
              </a:lnSpc>
              <a:spcAft>
                <a:spcPts val="879"/>
              </a:spcAft>
              <a:buClr>
                <a:srgbClr val="D6D6D6"/>
              </a:buClr>
              <a:buFont typeface="Symbol" charset="2"/>
              <a:buChar char=""/>
            </a:pPr>
            <a:r>
              <a:rPr lang="en-US" sz="1600" b="0" u="none" strike="noStrike">
                <a:solidFill>
                  <a:srgbClr val="D6D6D6"/>
                </a:solidFill>
                <a:effectLst/>
                <a:uFillTx/>
                <a:latin typeface="Arial"/>
              </a:rPr>
              <a:t>Cuando el LLM declara que ya puede responder.</a:t>
            </a:r>
            <a:endParaRPr lang="en-US" sz="1600" b="0" u="none" strike="noStrike">
              <a:solidFill>
                <a:srgbClr val="FFFFFF"/>
              </a:solidFill>
              <a:effectLst/>
              <a:uFillTx/>
              <a:latin typeface="Arial"/>
            </a:endParaRPr>
          </a:p>
          <a:p>
            <a:pPr marL="171360" indent="-171360" defTabSz="457200">
              <a:lnSpc>
                <a:spcPct val="100000"/>
              </a:lnSpc>
              <a:spcAft>
                <a:spcPts val="879"/>
              </a:spcAft>
              <a:buClr>
                <a:srgbClr val="D6D6D6"/>
              </a:buClr>
              <a:buFont typeface="Symbol" charset="2"/>
              <a:buChar char=""/>
            </a:pPr>
            <a:r>
              <a:rPr lang="en-US" sz="1600" b="0" u="none" strike="noStrike">
                <a:solidFill>
                  <a:srgbClr val="D6D6D6"/>
                </a:solidFill>
                <a:effectLst/>
                <a:uFillTx/>
                <a:latin typeface="Arial"/>
              </a:rPr>
              <a:t>O cuando un tope externo se cumple: iteraciones, tiempo o presupuesto de tokens.</a:t>
            </a:r>
            <a:endParaRPr lang="en-US" sz="1600" b="0" u="none" strike="noStrike">
              <a:solidFill>
                <a:srgbClr val="FFFFFF"/>
              </a:solidFill>
              <a:effectLst/>
              <a:uFillTx/>
              <a:latin typeface="Arial"/>
            </a:endParaRPr>
          </a:p>
          <a:p>
            <a:pPr marL="171360" indent="-171360" defTabSz="457200">
              <a:lnSpc>
                <a:spcPct val="100000"/>
              </a:lnSpc>
              <a:spcAft>
                <a:spcPts val="879"/>
              </a:spcAft>
              <a:buClr>
                <a:srgbClr val="D6D6D6"/>
              </a:buClr>
              <a:buFont typeface="Symbol" charset="2"/>
              <a:buChar char=""/>
            </a:pPr>
            <a:r>
              <a:rPr lang="en-US" sz="1600" b="0" u="none" strike="noStrike">
                <a:solidFill>
                  <a:srgbClr val="D6D6D6"/>
                </a:solidFill>
                <a:effectLst/>
                <a:uFillTx/>
                <a:latin typeface="Arial"/>
              </a:rPr>
              <a:t>Que el modelo declare «listo» no es confiable por sí solo: el tope externo es obligatorio.</a:t>
            </a:r>
            <a:endParaRPr lang="en-US" sz="1600" b="0" u="none" strike="noStrike">
              <a:solidFill>
                <a:srgbClr val="FFFFFF"/>
              </a:solidFill>
              <a:effectLst/>
              <a:uFillTx/>
              <a:latin typeface="Arial"/>
            </a:endParaRPr>
          </a:p>
        </p:txBody>
      </p:sp>
      <p:sp>
        <p:nvSpPr>
          <p:cNvPr id="340" name="TextBox 14"/>
          <p:cNvSpPr/>
          <p:nvPr/>
        </p:nvSpPr>
        <p:spPr>
          <a:xfrm>
            <a:off x="548640" y="5943600"/>
            <a:ext cx="11094120" cy="456840"/>
          </a:xfrm>
          <a:prstGeom prst="rect">
            <a:avLst/>
          </a:prstGeom>
          <a:noFill/>
          <a:ln w="0">
            <a:noFill/>
          </a:ln>
        </p:spPr>
        <p:style>
          <a:lnRef idx="0"/>
          <a:fillRef idx="0"/>
          <a:effectRef idx="0"/>
          <a:fontRef idx="minor"/>
        </p:style>
        <p:txBody>
          <a:bodyPr lIns="18360" tIns="9000" rIns="18360" bIns="9000" anchor="ctr">
            <a:spAutoFit/>
          </a:bodyPr>
          <a:p>
            <a:pPr defTabSz="457200">
              <a:lnSpc>
                <a:spcPct val="100000"/>
              </a:lnSpc>
            </a:pPr>
            <a:r>
              <a:rPr lang="en-US" sz="1300" b="0" i="1" u="none" strike="noStrike">
                <a:solidFill>
                  <a:srgbClr val="9A9A9A"/>
                </a:solidFill>
                <a:effectLst/>
                <a:uFillTx/>
                <a:latin typeface="Arial"/>
              </a:rPr>
              <a:t>Una consecuencia práctica: la calidad del thought determina la calidad de todo el recorrido.</a:t>
            </a:r>
            <a:endParaRPr lang="en-US" sz="130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1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00000"/>
        </a:solidFill>
      </p:bgPr>
    </p:bg>
    <p:spTree>
      <p:nvGrpSpPr>
        <p:cNvPr id="1" name=""/>
        <p:cNvGrpSpPr/>
        <p:nvPr/>
      </p:nvGrpSpPr>
      <p:grpSpPr>
        <a:xfrm>
          <a:off x="0" y="0"/>
          <a:ext cx="0" cy="0"/>
          <a:chOff x="0" y="0"/>
          <a:chExt cx="0" cy="0"/>
        </a:xfrm>
      </p:grpSpPr>
      <p:sp>
        <p:nvSpPr>
          <p:cNvPr id="341" name="TextBox 1"/>
          <p:cNvSpPr/>
          <p:nvPr/>
        </p:nvSpPr>
        <p:spPr>
          <a:xfrm>
            <a:off x="548640" y="329040"/>
            <a:ext cx="8229240" cy="273960"/>
          </a:xfrm>
          <a:prstGeom prst="rect">
            <a:avLst/>
          </a:prstGeom>
          <a:noFill/>
          <a:ln w="0">
            <a:noFill/>
          </a:ln>
        </p:spPr>
        <p:style>
          <a:lnRef idx="0"/>
          <a:fillRef idx="0"/>
          <a:effectRef idx="0"/>
          <a:fontRef idx="minor"/>
        </p:style>
        <p:txBody>
          <a:bodyPr lIns="18360" tIns="9000" rIns="18360" bIns="9000" anchor="t">
            <a:spAutoFit/>
          </a:bodyPr>
          <a:p>
            <a:pPr defTabSz="457200">
              <a:lnSpc>
                <a:spcPct val="100000"/>
              </a:lnSpc>
            </a:pPr>
            <a:r>
              <a:rPr lang="en-US" sz="1150" b="1" u="none" strike="noStrike">
                <a:solidFill>
                  <a:srgbClr val="FF6B1A"/>
                </a:solidFill>
                <a:effectLst/>
                <a:uFillTx/>
                <a:latin typeface="Arial"/>
              </a:rPr>
              <a:t>ARQUETIPO 2 DE 6 · REACT</a:t>
            </a:r>
            <a:endParaRPr lang="en-US" sz="1150" b="0" u="none" strike="noStrike">
              <a:solidFill>
                <a:srgbClr val="FFFFFF"/>
              </a:solidFill>
              <a:effectLst/>
              <a:uFillTx/>
              <a:latin typeface="Arial"/>
            </a:endParaRPr>
          </a:p>
        </p:txBody>
      </p:sp>
      <p:sp>
        <p:nvSpPr>
          <p:cNvPr id="342" name="TextBox 2"/>
          <p:cNvSpPr/>
          <p:nvPr/>
        </p:nvSpPr>
        <p:spPr>
          <a:xfrm>
            <a:off x="548640" y="603360"/>
            <a:ext cx="11094120" cy="639720"/>
          </a:xfrm>
          <a:prstGeom prst="rect">
            <a:avLst/>
          </a:prstGeom>
          <a:noFill/>
          <a:ln w="0">
            <a:noFill/>
          </a:ln>
        </p:spPr>
        <p:style>
          <a:lnRef idx="0"/>
          <a:fillRef idx="0"/>
          <a:effectRef idx="0"/>
          <a:fontRef idx="minor"/>
        </p:style>
        <p:txBody>
          <a:bodyPr lIns="18360" tIns="9000" rIns="18360" bIns="9000" anchor="ctr">
            <a:spAutoFit/>
          </a:bodyPr>
          <a:p>
            <a:pPr defTabSz="457200">
              <a:lnSpc>
                <a:spcPct val="100000"/>
              </a:lnSpc>
            </a:pPr>
            <a:r>
              <a:rPr lang="en-US" sz="3000" b="1" u="none" strike="noStrike">
                <a:solidFill>
                  <a:srgbClr val="F2F2F2"/>
                </a:solidFill>
                <a:effectLst/>
                <a:uFillTx/>
                <a:latin typeface="Arial"/>
              </a:rPr>
              <a:t>ReAct: fallas típicas y criterio de uso</a:t>
            </a:r>
            <a:endParaRPr lang="en-US" sz="3000" b="0" u="none" strike="noStrike">
              <a:solidFill>
                <a:srgbClr val="FFFFFF"/>
              </a:solidFill>
              <a:effectLst/>
              <a:uFillTx/>
              <a:latin typeface="Arial"/>
            </a:endParaRPr>
          </a:p>
        </p:txBody>
      </p:sp>
      <p:sp>
        <p:nvSpPr>
          <p:cNvPr id="343" name="TextBox 3"/>
          <p:cNvSpPr/>
          <p:nvPr/>
        </p:nvSpPr>
        <p:spPr>
          <a:xfrm>
            <a:off x="548640" y="6492240"/>
            <a:ext cx="7314840" cy="228240"/>
          </a:xfrm>
          <a:prstGeom prst="rect">
            <a:avLst/>
          </a:prstGeom>
          <a:noFill/>
          <a:ln w="0">
            <a:noFill/>
          </a:ln>
        </p:spPr>
        <p:style>
          <a:lnRef idx="0"/>
          <a:fillRef idx="0"/>
          <a:effectRef idx="0"/>
          <a:fontRef idx="minor"/>
        </p:style>
        <p:txBody>
          <a:bodyPr lIns="18360" tIns="9000" rIns="18360" bIns="9000" anchor="t">
            <a:spAutoFit/>
          </a:bodyPr>
          <a:p>
            <a:pPr defTabSz="457200">
              <a:lnSpc>
                <a:spcPct val="100000"/>
              </a:lnSpc>
            </a:pPr>
            <a:r>
              <a:rPr lang="en-US" sz="900" b="0" u="none" strike="noStrike">
                <a:solidFill>
                  <a:srgbClr val="9A9A9A"/>
                </a:solidFill>
                <a:effectLst/>
                <a:uFillTx/>
                <a:latin typeface="Arial"/>
              </a:rPr>
              <a:t>Arquetipos de agentes · Módulo 5 · UTDT</a:t>
            </a:r>
            <a:endParaRPr lang="en-US" sz="900" b="0" u="none" strike="noStrike">
              <a:solidFill>
                <a:srgbClr val="FFFFFF"/>
              </a:solidFill>
              <a:effectLst/>
              <a:uFillTx/>
              <a:latin typeface="Arial"/>
            </a:endParaRPr>
          </a:p>
        </p:txBody>
      </p:sp>
      <p:sp>
        <p:nvSpPr>
          <p:cNvPr id="344" name="TextBox 4"/>
          <p:cNvSpPr/>
          <p:nvPr/>
        </p:nvSpPr>
        <p:spPr>
          <a:xfrm>
            <a:off x="10271520" y="6492240"/>
            <a:ext cx="1371240" cy="228240"/>
          </a:xfrm>
          <a:prstGeom prst="rect">
            <a:avLst/>
          </a:prstGeom>
          <a:noFill/>
          <a:ln w="0">
            <a:noFill/>
          </a:ln>
        </p:spPr>
        <p:style>
          <a:lnRef idx="0"/>
          <a:fillRef idx="0"/>
          <a:effectRef idx="0"/>
          <a:fontRef idx="minor"/>
        </p:style>
        <p:txBody>
          <a:bodyPr lIns="18360" tIns="9000" rIns="18360" bIns="9000" anchor="t">
            <a:spAutoFit/>
          </a:bodyPr>
          <a:p>
            <a:pPr algn="r" defTabSz="457200">
              <a:lnSpc>
                <a:spcPct val="100000"/>
              </a:lnSpc>
            </a:pPr>
            <a:r>
              <a:rPr lang="en-US" sz="900" b="0" u="none" strike="noStrike">
                <a:solidFill>
                  <a:srgbClr val="9A9A9A"/>
                </a:solidFill>
                <a:effectLst/>
                <a:uFillTx/>
                <a:latin typeface="Arial"/>
              </a:rPr>
              <a:t>14 / 35</a:t>
            </a:r>
            <a:endParaRPr lang="en-US" sz="900" b="0" u="none" strike="noStrike">
              <a:solidFill>
                <a:srgbClr val="FFFFFF"/>
              </a:solidFill>
              <a:effectLst/>
              <a:uFillTx/>
              <a:latin typeface="Arial"/>
            </a:endParaRPr>
          </a:p>
        </p:txBody>
      </p:sp>
      <p:sp>
        <p:nvSpPr>
          <p:cNvPr id="345" name="Rectangle 5"/>
          <p:cNvSpPr/>
          <p:nvPr/>
        </p:nvSpPr>
        <p:spPr>
          <a:xfrm>
            <a:off x="548640" y="1417320"/>
            <a:ext cx="5446440" cy="4388760"/>
          </a:xfrm>
          <a:prstGeom prst="rect">
            <a:avLst/>
          </a:prstGeom>
          <a:solidFill>
            <a:srgbClr val="0E0E0E"/>
          </a:solidFill>
          <a:ln>
            <a:solidFill>
              <a:srgbClr val="2A2A2A"/>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346" name="Rectangle 6"/>
          <p:cNvSpPr/>
          <p:nvPr/>
        </p:nvSpPr>
        <p:spPr>
          <a:xfrm>
            <a:off x="548640" y="1417320"/>
            <a:ext cx="5446440" cy="63720"/>
          </a:xfrm>
          <a:prstGeom prst="rect">
            <a:avLst/>
          </a:prstGeom>
          <a:solidFill>
            <a:srgbClr val="FF6B1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19080" rIns="90000" bIns="19080" anchor="ctr">
            <a:noAutofit/>
          </a:bodyPr>
          <a:p>
            <a:endParaRPr lang="en-US" sz="1800" b="0" u="none" strike="noStrike">
              <a:solidFill>
                <a:schemeClr val="lt1"/>
              </a:solidFill>
              <a:effectLst/>
              <a:uFillTx/>
              <a:latin typeface="Calibri"/>
            </a:endParaRPr>
          </a:p>
        </p:txBody>
      </p:sp>
      <p:sp>
        <p:nvSpPr>
          <p:cNvPr id="347" name="TextBox 7"/>
          <p:cNvSpPr/>
          <p:nvPr/>
        </p:nvSpPr>
        <p:spPr>
          <a:xfrm>
            <a:off x="713160" y="1563480"/>
            <a:ext cx="5117040" cy="4187520"/>
          </a:xfrm>
          <a:prstGeom prst="rect">
            <a:avLst/>
          </a:prstGeom>
          <a:noFill/>
          <a:ln w="0">
            <a:noFill/>
          </a:ln>
        </p:spPr>
        <p:style>
          <a:lnRef idx="0"/>
          <a:fillRef idx="0"/>
          <a:effectRef idx="0"/>
          <a:fontRef idx="minor"/>
        </p:style>
        <p:txBody>
          <a:bodyPr lIns="18360" tIns="0" rIns="18360" bIns="0" anchor="t">
            <a:spAutoFit/>
          </a:bodyPr>
          <a:p>
            <a:pPr defTabSz="457200">
              <a:lnSpc>
                <a:spcPct val="100000"/>
              </a:lnSpc>
              <a:spcAft>
                <a:spcPts val="799"/>
              </a:spcAft>
            </a:pPr>
            <a:r>
              <a:rPr lang="en-US" sz="1790" b="1" u="none" strike="noStrike">
                <a:solidFill>
                  <a:srgbClr val="FF6B1A"/>
                </a:solidFill>
                <a:effectLst/>
                <a:uFillTx/>
                <a:latin typeface="Arial"/>
              </a:rPr>
              <a:t>Fallas típicas</a:t>
            </a:r>
            <a:endParaRPr lang="en-US" sz="1790" b="0" u="none" strike="noStrike">
              <a:solidFill>
                <a:srgbClr val="FFFFFF"/>
              </a:solidFill>
              <a:effectLst/>
              <a:uFillTx/>
              <a:latin typeface="Arial"/>
            </a:endParaRPr>
          </a:p>
          <a:p>
            <a:pPr marL="171360" indent="-171360" defTabSz="457200">
              <a:lnSpc>
                <a:spcPct val="100000"/>
              </a:lnSpc>
              <a:spcAft>
                <a:spcPts val="879"/>
              </a:spcAft>
              <a:buClr>
                <a:srgbClr val="D6D6D6"/>
              </a:buClr>
              <a:buFont typeface="Symbol" charset="2"/>
              <a:buChar char=""/>
            </a:pPr>
            <a:r>
              <a:rPr lang="en-US" sz="1600" b="0" u="none" strike="noStrike">
                <a:solidFill>
                  <a:srgbClr val="D6D6D6"/>
                </a:solidFill>
                <a:effectLst/>
                <a:uFillTx/>
                <a:latin typeface="Arial"/>
              </a:rPr>
              <a:t>Loops: repite la misma acción esperando un resultado distinto.</a:t>
            </a:r>
            <a:endParaRPr lang="en-US" sz="1600" b="0" u="none" strike="noStrike">
              <a:solidFill>
                <a:srgbClr val="FFFFFF"/>
              </a:solidFill>
              <a:effectLst/>
              <a:uFillTx/>
              <a:latin typeface="Arial"/>
            </a:endParaRPr>
          </a:p>
          <a:p>
            <a:pPr marL="171360" indent="-171360" defTabSz="457200">
              <a:lnSpc>
                <a:spcPct val="100000"/>
              </a:lnSpc>
              <a:spcAft>
                <a:spcPts val="879"/>
              </a:spcAft>
              <a:buClr>
                <a:srgbClr val="D6D6D6"/>
              </a:buClr>
              <a:buFont typeface="Symbol" charset="2"/>
              <a:buChar char=""/>
            </a:pPr>
            <a:r>
              <a:rPr lang="en-US" sz="1600" b="0" u="none" strike="noStrike">
                <a:solidFill>
                  <a:srgbClr val="D6D6D6"/>
                </a:solidFill>
                <a:effectLst/>
                <a:uFillTx/>
                <a:latin typeface="Arial"/>
              </a:rPr>
              <a:t>Deriva del objetivo: sigue una rama interesante y se aleja de la pregunta.</a:t>
            </a:r>
            <a:endParaRPr lang="en-US" sz="1600" b="0" u="none" strike="noStrike">
              <a:solidFill>
                <a:srgbClr val="FFFFFF"/>
              </a:solidFill>
              <a:effectLst/>
              <a:uFillTx/>
              <a:latin typeface="Arial"/>
            </a:endParaRPr>
          </a:p>
          <a:p>
            <a:pPr marL="171360" indent="-171360" defTabSz="457200">
              <a:lnSpc>
                <a:spcPct val="100000"/>
              </a:lnSpc>
              <a:spcAft>
                <a:spcPts val="879"/>
              </a:spcAft>
              <a:buClr>
                <a:srgbClr val="D6D6D6"/>
              </a:buClr>
              <a:buFont typeface="Symbol" charset="2"/>
              <a:buChar char=""/>
            </a:pPr>
            <a:r>
              <a:rPr lang="en-US" sz="1600" b="0" u="none" strike="noStrike">
                <a:solidFill>
                  <a:srgbClr val="D6D6D6"/>
                </a:solidFill>
                <a:effectLst/>
                <a:uFillTx/>
                <a:latin typeface="Arial"/>
              </a:rPr>
              <a:t>Observaciones enormes que ahogan el contexto y degradan las decisiones siguientes.</a:t>
            </a:r>
            <a:endParaRPr lang="en-US" sz="1600" b="0" u="none" strike="noStrike">
              <a:solidFill>
                <a:srgbClr val="FFFFFF"/>
              </a:solidFill>
              <a:effectLst/>
              <a:uFillTx/>
              <a:latin typeface="Arial"/>
            </a:endParaRPr>
          </a:p>
          <a:p>
            <a:pPr marL="171360" indent="-171360" defTabSz="457200">
              <a:lnSpc>
                <a:spcPct val="100000"/>
              </a:lnSpc>
              <a:spcAft>
                <a:spcPts val="879"/>
              </a:spcAft>
              <a:buClr>
                <a:srgbClr val="D6D6D6"/>
              </a:buClr>
              <a:buFont typeface="Symbol" charset="2"/>
              <a:buChar char=""/>
            </a:pPr>
            <a:r>
              <a:rPr lang="en-US" sz="1600" b="0" u="none" strike="noStrike">
                <a:solidFill>
                  <a:srgbClr val="D6D6D6"/>
                </a:solidFill>
                <a:effectLst/>
                <a:uFillTx/>
                <a:latin typeface="Arial"/>
              </a:rPr>
              <a:t>Herramienta equivocada por una descripción ambigua, o parámetros inventados.</a:t>
            </a:r>
            <a:endParaRPr lang="en-US" sz="1600" b="0" u="none" strike="noStrike">
              <a:solidFill>
                <a:srgbClr val="FFFFFF"/>
              </a:solidFill>
              <a:effectLst/>
              <a:uFillTx/>
              <a:latin typeface="Arial"/>
            </a:endParaRPr>
          </a:p>
          <a:p>
            <a:pPr marL="171360" indent="-171360" defTabSz="457200">
              <a:lnSpc>
                <a:spcPct val="100000"/>
              </a:lnSpc>
              <a:spcAft>
                <a:spcPts val="879"/>
              </a:spcAft>
              <a:buClr>
                <a:srgbClr val="D6D6D6"/>
              </a:buClr>
              <a:buFont typeface="Symbol" charset="2"/>
              <a:buChar char=""/>
            </a:pPr>
            <a:r>
              <a:rPr lang="en-US" sz="1600" b="0" u="none" strike="noStrike">
                <a:solidFill>
                  <a:srgbClr val="D6D6D6"/>
                </a:solidFill>
                <a:effectLst/>
                <a:uFillTx/>
                <a:latin typeface="Arial"/>
              </a:rPr>
              <a:t>Un primer paso malo condiciona todo lo demás: el error se compone.</a:t>
            </a:r>
            <a:endParaRPr lang="en-US" sz="1600" b="0" u="none" strike="noStrike">
              <a:solidFill>
                <a:srgbClr val="FFFFFF"/>
              </a:solidFill>
              <a:effectLst/>
              <a:uFillTx/>
              <a:latin typeface="Arial"/>
            </a:endParaRPr>
          </a:p>
        </p:txBody>
      </p:sp>
      <p:sp>
        <p:nvSpPr>
          <p:cNvPr id="348" name="Rectangle 8"/>
          <p:cNvSpPr/>
          <p:nvPr/>
        </p:nvSpPr>
        <p:spPr>
          <a:xfrm>
            <a:off x="6196320" y="1417320"/>
            <a:ext cx="5446440" cy="4388760"/>
          </a:xfrm>
          <a:prstGeom prst="rect">
            <a:avLst/>
          </a:prstGeom>
          <a:solidFill>
            <a:srgbClr val="0E0E0E"/>
          </a:solidFill>
          <a:ln>
            <a:solidFill>
              <a:srgbClr val="2A2A2A"/>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349" name="Rectangle 9"/>
          <p:cNvSpPr/>
          <p:nvPr/>
        </p:nvSpPr>
        <p:spPr>
          <a:xfrm>
            <a:off x="6196320" y="1417320"/>
            <a:ext cx="5446440" cy="63720"/>
          </a:xfrm>
          <a:prstGeom prst="rect">
            <a:avLst/>
          </a:prstGeom>
          <a:solidFill>
            <a:srgbClr val="9A9A9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19080" rIns="90000" bIns="19080" anchor="ctr">
            <a:noAutofit/>
          </a:bodyPr>
          <a:p>
            <a:endParaRPr lang="en-US" sz="1800" b="0" u="none" strike="noStrike">
              <a:solidFill>
                <a:schemeClr val="lt1"/>
              </a:solidFill>
              <a:effectLst/>
              <a:uFillTx/>
              <a:latin typeface="Calibri"/>
            </a:endParaRPr>
          </a:p>
        </p:txBody>
      </p:sp>
      <p:sp>
        <p:nvSpPr>
          <p:cNvPr id="350" name="TextBox 10"/>
          <p:cNvSpPr/>
          <p:nvPr/>
        </p:nvSpPr>
        <p:spPr>
          <a:xfrm>
            <a:off x="6361200" y="1563480"/>
            <a:ext cx="5117040" cy="4187520"/>
          </a:xfrm>
          <a:prstGeom prst="rect">
            <a:avLst/>
          </a:prstGeom>
          <a:noFill/>
          <a:ln w="0">
            <a:noFill/>
          </a:ln>
        </p:spPr>
        <p:style>
          <a:lnRef idx="0"/>
          <a:fillRef idx="0"/>
          <a:effectRef idx="0"/>
          <a:fontRef idx="minor"/>
        </p:style>
        <p:txBody>
          <a:bodyPr lIns="18360" tIns="0" rIns="18360" bIns="0" anchor="t">
            <a:spAutoFit/>
          </a:bodyPr>
          <a:p>
            <a:pPr defTabSz="457200">
              <a:lnSpc>
                <a:spcPct val="100000"/>
              </a:lnSpc>
              <a:spcAft>
                <a:spcPts val="799"/>
              </a:spcAft>
            </a:pPr>
            <a:r>
              <a:rPr lang="en-US" sz="1790" b="1" u="none" strike="noStrike">
                <a:solidFill>
                  <a:srgbClr val="9A9A9A"/>
                </a:solidFill>
                <a:effectLst/>
                <a:uFillTx/>
                <a:latin typeface="Arial"/>
              </a:rPr>
              <a:t>Cuándo elegirlo, cuándo no</a:t>
            </a:r>
            <a:endParaRPr lang="en-US" sz="1790" b="0" u="none" strike="noStrike">
              <a:solidFill>
                <a:srgbClr val="FFFFFF"/>
              </a:solidFill>
              <a:effectLst/>
              <a:uFillTx/>
              <a:latin typeface="Arial"/>
            </a:endParaRPr>
          </a:p>
          <a:p>
            <a:pPr marL="171360" indent="-171360" defTabSz="457200">
              <a:lnSpc>
                <a:spcPct val="100000"/>
              </a:lnSpc>
              <a:spcAft>
                <a:spcPts val="879"/>
              </a:spcAft>
              <a:buClr>
                <a:srgbClr val="D6D6D6"/>
              </a:buClr>
              <a:buFont typeface="Symbol" charset="2"/>
              <a:buChar char=""/>
            </a:pPr>
            <a:r>
              <a:rPr lang="en-US" sz="1600" b="0" u="none" strike="noStrike">
                <a:solidFill>
                  <a:srgbClr val="D6D6D6"/>
                </a:solidFill>
                <a:effectLst/>
                <a:uFillTx/>
                <a:latin typeface="Arial"/>
              </a:rPr>
              <a:t>Elegirlo: el próximo paso depende del resultado del anterior y el camino no se conoce.</a:t>
            </a:r>
            <a:endParaRPr lang="en-US" sz="1600" b="0" u="none" strike="noStrike">
              <a:solidFill>
                <a:srgbClr val="FFFFFF"/>
              </a:solidFill>
              <a:effectLst/>
              <a:uFillTx/>
              <a:latin typeface="Arial"/>
            </a:endParaRPr>
          </a:p>
          <a:p>
            <a:pPr marL="171360" indent="-171360" defTabSz="457200">
              <a:lnSpc>
                <a:spcPct val="100000"/>
              </a:lnSpc>
              <a:spcAft>
                <a:spcPts val="879"/>
              </a:spcAft>
              <a:buClr>
                <a:srgbClr val="D6D6D6"/>
              </a:buClr>
              <a:buFont typeface="Symbol" charset="2"/>
              <a:buChar char=""/>
            </a:pPr>
            <a:r>
              <a:rPr lang="en-US" sz="1600" b="0" u="none" strike="noStrike">
                <a:solidFill>
                  <a:srgbClr val="D6D6D6"/>
                </a:solidFill>
                <a:effectLst/>
                <a:uFillTx/>
                <a:latin typeface="Arial"/>
              </a:rPr>
              <a:t>Elegirlo: pocas herramientas y tareas exploratorias o de diagnóstico.</a:t>
            </a:r>
            <a:endParaRPr lang="en-US" sz="1600" b="0" u="none" strike="noStrike">
              <a:solidFill>
                <a:srgbClr val="FFFFFF"/>
              </a:solidFill>
              <a:effectLst/>
              <a:uFillTx/>
              <a:latin typeface="Arial"/>
            </a:endParaRPr>
          </a:p>
          <a:p>
            <a:pPr marL="171360" indent="-171360" defTabSz="457200">
              <a:lnSpc>
                <a:spcPct val="100000"/>
              </a:lnSpc>
              <a:spcAft>
                <a:spcPts val="879"/>
              </a:spcAft>
              <a:buClr>
                <a:srgbClr val="D6D6D6"/>
              </a:buClr>
              <a:buFont typeface="Symbol" charset="2"/>
              <a:buChar char=""/>
            </a:pPr>
            <a:r>
              <a:rPr lang="en-US" sz="1600" b="0" u="none" strike="noStrike">
                <a:solidFill>
                  <a:srgbClr val="D6D6D6"/>
                </a:solidFill>
                <a:effectLst/>
                <a:uFillTx/>
                <a:latin typeface="Arial"/>
              </a:rPr>
              <a:t>Descartarlo: el camino es conocido (conviene un plan) o se exige aprobar los pasos antes.</a:t>
            </a:r>
            <a:endParaRPr lang="en-US" sz="1600" b="0" u="none" strike="noStrike">
              <a:solidFill>
                <a:srgbClr val="FFFFFF"/>
              </a:solidFill>
              <a:effectLst/>
              <a:uFillTx/>
              <a:latin typeface="Arial"/>
            </a:endParaRPr>
          </a:p>
          <a:p>
            <a:pPr marL="171360" indent="-171360" defTabSz="457200">
              <a:lnSpc>
                <a:spcPct val="100000"/>
              </a:lnSpc>
              <a:spcAft>
                <a:spcPts val="879"/>
              </a:spcAft>
              <a:buClr>
                <a:srgbClr val="D6D6D6"/>
              </a:buClr>
              <a:buFont typeface="Symbol" charset="2"/>
              <a:buChar char=""/>
            </a:pPr>
            <a:r>
              <a:rPr lang="en-US" sz="1600" b="0" u="none" strike="noStrike">
                <a:solidFill>
                  <a:srgbClr val="D6D6D6"/>
                </a:solidFill>
                <a:effectLst/>
                <a:uFillTx/>
                <a:latin typeface="Arial"/>
              </a:rPr>
              <a:t>Descartarlo: la latencia es estricta o se necesita el mismo recorrido en cada corrida.</a:t>
            </a:r>
            <a:endParaRPr lang="en-US" sz="1600" b="0" u="none" strike="noStrike">
              <a:solidFill>
                <a:srgbClr val="FFFFFF"/>
              </a:solidFill>
              <a:effectLst/>
              <a:uFillTx/>
              <a:latin typeface="Arial"/>
            </a:endParaRPr>
          </a:p>
        </p:txBody>
      </p:sp>
      <p:sp>
        <p:nvSpPr>
          <p:cNvPr id="351" name="TextBox 11"/>
          <p:cNvSpPr/>
          <p:nvPr/>
        </p:nvSpPr>
        <p:spPr>
          <a:xfrm>
            <a:off x="548640" y="5943600"/>
            <a:ext cx="11094120" cy="456840"/>
          </a:xfrm>
          <a:prstGeom prst="rect">
            <a:avLst/>
          </a:prstGeom>
          <a:noFill/>
          <a:ln w="0">
            <a:noFill/>
          </a:ln>
        </p:spPr>
        <p:style>
          <a:lnRef idx="0"/>
          <a:fillRef idx="0"/>
          <a:effectRef idx="0"/>
          <a:fontRef idx="minor"/>
        </p:style>
        <p:txBody>
          <a:bodyPr lIns="18360" tIns="9000" rIns="18360" bIns="9000" anchor="ctr">
            <a:spAutoFit/>
          </a:bodyPr>
          <a:p>
            <a:pPr defTabSz="457200">
              <a:lnSpc>
                <a:spcPct val="100000"/>
              </a:lnSpc>
            </a:pPr>
            <a:r>
              <a:rPr lang="en-US" sz="1300" b="0" i="1" u="none" strike="noStrike">
                <a:solidFill>
                  <a:srgbClr val="9A9A9A"/>
                </a:solidFill>
                <a:effectLst/>
                <a:uFillTx/>
                <a:latin typeface="Arial"/>
              </a:rPr>
              <a:t>Es el arquetipo por defecto, pero no el mejor para todo: su flexibilidad se paga en previsibilidad.</a:t>
            </a:r>
            <a:endParaRPr lang="en-US" sz="130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1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00000"/>
        </a:solidFill>
      </p:bgPr>
    </p:bg>
    <p:spTree>
      <p:nvGrpSpPr>
        <p:cNvPr id="1" name=""/>
        <p:cNvGrpSpPr/>
        <p:nvPr/>
      </p:nvGrpSpPr>
      <p:grpSpPr>
        <a:xfrm>
          <a:off x="0" y="0"/>
          <a:ext cx="0" cy="0"/>
          <a:chOff x="0" y="0"/>
          <a:chExt cx="0" cy="0"/>
        </a:xfrm>
      </p:grpSpPr>
      <p:sp>
        <p:nvSpPr>
          <p:cNvPr id="352" name="TextBox 1"/>
          <p:cNvSpPr/>
          <p:nvPr/>
        </p:nvSpPr>
        <p:spPr>
          <a:xfrm>
            <a:off x="548640" y="329040"/>
            <a:ext cx="8229240" cy="273960"/>
          </a:xfrm>
          <a:prstGeom prst="rect">
            <a:avLst/>
          </a:prstGeom>
          <a:noFill/>
          <a:ln w="0">
            <a:noFill/>
          </a:ln>
        </p:spPr>
        <p:style>
          <a:lnRef idx="0"/>
          <a:fillRef idx="0"/>
          <a:effectRef idx="0"/>
          <a:fontRef idx="minor"/>
        </p:style>
        <p:txBody>
          <a:bodyPr lIns="18360" tIns="9000" rIns="18360" bIns="9000" anchor="t">
            <a:spAutoFit/>
          </a:bodyPr>
          <a:p>
            <a:pPr defTabSz="457200">
              <a:lnSpc>
                <a:spcPct val="100000"/>
              </a:lnSpc>
            </a:pPr>
            <a:r>
              <a:rPr lang="en-US" sz="1150" b="1" u="none" strike="noStrike">
                <a:solidFill>
                  <a:srgbClr val="FF6B1A"/>
                </a:solidFill>
                <a:effectLst/>
                <a:uFillTx/>
                <a:latin typeface="Arial"/>
              </a:rPr>
              <a:t>ARQUETIPO 2 DE 6 · REACT</a:t>
            </a:r>
            <a:endParaRPr lang="en-US" sz="1150" b="0" u="none" strike="noStrike">
              <a:solidFill>
                <a:srgbClr val="FFFFFF"/>
              </a:solidFill>
              <a:effectLst/>
              <a:uFillTx/>
              <a:latin typeface="Arial"/>
            </a:endParaRPr>
          </a:p>
        </p:txBody>
      </p:sp>
      <p:sp>
        <p:nvSpPr>
          <p:cNvPr id="353" name="TextBox 2"/>
          <p:cNvSpPr/>
          <p:nvPr/>
        </p:nvSpPr>
        <p:spPr>
          <a:xfrm>
            <a:off x="548640" y="603360"/>
            <a:ext cx="11094120" cy="639720"/>
          </a:xfrm>
          <a:prstGeom prst="rect">
            <a:avLst/>
          </a:prstGeom>
          <a:noFill/>
          <a:ln w="0">
            <a:noFill/>
          </a:ln>
        </p:spPr>
        <p:style>
          <a:lnRef idx="0"/>
          <a:fillRef idx="0"/>
          <a:effectRef idx="0"/>
          <a:fontRef idx="minor"/>
        </p:style>
        <p:txBody>
          <a:bodyPr lIns="18360" tIns="9000" rIns="18360" bIns="9000" anchor="ctr">
            <a:spAutoFit/>
          </a:bodyPr>
          <a:p>
            <a:pPr defTabSz="457200">
              <a:lnSpc>
                <a:spcPct val="100000"/>
              </a:lnSpc>
            </a:pPr>
            <a:r>
              <a:rPr lang="en-US" sz="3000" b="1" u="none" strike="noStrike">
                <a:solidFill>
                  <a:srgbClr val="F2F2F2"/>
                </a:solidFill>
                <a:effectLst/>
                <a:uFillTx/>
                <a:latin typeface="Arial"/>
              </a:rPr>
              <a:t>ReAct: un ejemplo recorrido</a:t>
            </a:r>
            <a:endParaRPr lang="en-US" sz="3000" b="0" u="none" strike="noStrike">
              <a:solidFill>
                <a:srgbClr val="FFFFFF"/>
              </a:solidFill>
              <a:effectLst/>
              <a:uFillTx/>
              <a:latin typeface="Arial"/>
            </a:endParaRPr>
          </a:p>
        </p:txBody>
      </p:sp>
      <p:sp>
        <p:nvSpPr>
          <p:cNvPr id="354" name="TextBox 3"/>
          <p:cNvSpPr/>
          <p:nvPr/>
        </p:nvSpPr>
        <p:spPr>
          <a:xfrm>
            <a:off x="548640" y="6492240"/>
            <a:ext cx="7314840" cy="228240"/>
          </a:xfrm>
          <a:prstGeom prst="rect">
            <a:avLst/>
          </a:prstGeom>
          <a:noFill/>
          <a:ln w="0">
            <a:noFill/>
          </a:ln>
        </p:spPr>
        <p:style>
          <a:lnRef idx="0"/>
          <a:fillRef idx="0"/>
          <a:effectRef idx="0"/>
          <a:fontRef idx="minor"/>
        </p:style>
        <p:txBody>
          <a:bodyPr lIns="18360" tIns="9000" rIns="18360" bIns="9000" anchor="t">
            <a:spAutoFit/>
          </a:bodyPr>
          <a:p>
            <a:pPr defTabSz="457200">
              <a:lnSpc>
                <a:spcPct val="100000"/>
              </a:lnSpc>
            </a:pPr>
            <a:r>
              <a:rPr lang="en-US" sz="900" b="0" u="none" strike="noStrike">
                <a:solidFill>
                  <a:srgbClr val="9A9A9A"/>
                </a:solidFill>
                <a:effectLst/>
                <a:uFillTx/>
                <a:latin typeface="Arial"/>
              </a:rPr>
              <a:t>Arquetipos de agentes · Módulo 5 · UTDT</a:t>
            </a:r>
            <a:endParaRPr lang="en-US" sz="900" b="0" u="none" strike="noStrike">
              <a:solidFill>
                <a:srgbClr val="FFFFFF"/>
              </a:solidFill>
              <a:effectLst/>
              <a:uFillTx/>
              <a:latin typeface="Arial"/>
            </a:endParaRPr>
          </a:p>
        </p:txBody>
      </p:sp>
      <p:sp>
        <p:nvSpPr>
          <p:cNvPr id="355" name="TextBox 4"/>
          <p:cNvSpPr/>
          <p:nvPr/>
        </p:nvSpPr>
        <p:spPr>
          <a:xfrm>
            <a:off x="10271520" y="6492240"/>
            <a:ext cx="1371240" cy="228240"/>
          </a:xfrm>
          <a:prstGeom prst="rect">
            <a:avLst/>
          </a:prstGeom>
          <a:noFill/>
          <a:ln w="0">
            <a:noFill/>
          </a:ln>
        </p:spPr>
        <p:style>
          <a:lnRef idx="0"/>
          <a:fillRef idx="0"/>
          <a:effectRef idx="0"/>
          <a:fontRef idx="minor"/>
        </p:style>
        <p:txBody>
          <a:bodyPr lIns="18360" tIns="9000" rIns="18360" bIns="9000" anchor="t">
            <a:spAutoFit/>
          </a:bodyPr>
          <a:p>
            <a:pPr algn="r" defTabSz="457200">
              <a:lnSpc>
                <a:spcPct val="100000"/>
              </a:lnSpc>
            </a:pPr>
            <a:r>
              <a:rPr lang="en-US" sz="900" b="0" u="none" strike="noStrike">
                <a:solidFill>
                  <a:srgbClr val="9A9A9A"/>
                </a:solidFill>
                <a:effectLst/>
                <a:uFillTx/>
                <a:latin typeface="Arial"/>
              </a:rPr>
              <a:t>15 / 35</a:t>
            </a:r>
            <a:endParaRPr lang="en-US" sz="900" b="0" u="none" strike="noStrike">
              <a:solidFill>
                <a:srgbClr val="FFFFFF"/>
              </a:solidFill>
              <a:effectLst/>
              <a:uFillTx/>
              <a:latin typeface="Arial"/>
            </a:endParaRPr>
          </a:p>
        </p:txBody>
      </p:sp>
      <p:sp>
        <p:nvSpPr>
          <p:cNvPr id="356" name="Rectangle 5"/>
          <p:cNvSpPr/>
          <p:nvPr/>
        </p:nvSpPr>
        <p:spPr>
          <a:xfrm>
            <a:off x="548640" y="1417320"/>
            <a:ext cx="5446440" cy="4388760"/>
          </a:xfrm>
          <a:prstGeom prst="rect">
            <a:avLst/>
          </a:prstGeom>
          <a:solidFill>
            <a:srgbClr val="0E0E0E"/>
          </a:solidFill>
          <a:ln>
            <a:solidFill>
              <a:srgbClr val="2A2A2A"/>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357" name="Rectangle 6"/>
          <p:cNvSpPr/>
          <p:nvPr/>
        </p:nvSpPr>
        <p:spPr>
          <a:xfrm>
            <a:off x="548640" y="1417320"/>
            <a:ext cx="5446440" cy="63720"/>
          </a:xfrm>
          <a:prstGeom prst="rect">
            <a:avLst/>
          </a:prstGeom>
          <a:solidFill>
            <a:srgbClr val="FF6B1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19080" rIns="90000" bIns="19080" anchor="ctr">
            <a:noAutofit/>
          </a:bodyPr>
          <a:p>
            <a:endParaRPr lang="en-US" sz="1800" b="0" u="none" strike="noStrike">
              <a:solidFill>
                <a:schemeClr val="lt1"/>
              </a:solidFill>
              <a:effectLst/>
              <a:uFillTx/>
              <a:latin typeface="Calibri"/>
            </a:endParaRPr>
          </a:p>
        </p:txBody>
      </p:sp>
      <p:sp>
        <p:nvSpPr>
          <p:cNvPr id="358" name="TextBox 7"/>
          <p:cNvSpPr/>
          <p:nvPr/>
        </p:nvSpPr>
        <p:spPr>
          <a:xfrm>
            <a:off x="713160" y="1563480"/>
            <a:ext cx="5117040" cy="4187520"/>
          </a:xfrm>
          <a:prstGeom prst="rect">
            <a:avLst/>
          </a:prstGeom>
          <a:noFill/>
          <a:ln w="0">
            <a:noFill/>
          </a:ln>
        </p:spPr>
        <p:style>
          <a:lnRef idx="0"/>
          <a:fillRef idx="0"/>
          <a:effectRef idx="0"/>
          <a:fontRef idx="minor"/>
        </p:style>
        <p:txBody>
          <a:bodyPr lIns="18360" tIns="0" rIns="18360" bIns="0" anchor="t">
            <a:spAutoFit/>
          </a:bodyPr>
          <a:p>
            <a:pPr defTabSz="457200">
              <a:lnSpc>
                <a:spcPct val="100000"/>
              </a:lnSpc>
              <a:spcAft>
                <a:spcPts val="726"/>
              </a:spcAft>
            </a:pPr>
            <a:r>
              <a:rPr lang="en-US" sz="1620" b="1" u="none" strike="noStrike">
                <a:solidFill>
                  <a:srgbClr val="FF6B1A"/>
                </a:solidFill>
                <a:effectLst/>
                <a:uFillTx/>
                <a:latin typeface="Arial"/>
              </a:rPr>
              <a:t>Ejemplo (ilustrativo): un cliente reclama un cobro duplicado</a:t>
            </a:r>
            <a:endParaRPr lang="en-US" sz="1620" b="0" u="none" strike="noStrike">
              <a:solidFill>
                <a:srgbClr val="FFFFFF"/>
              </a:solidFill>
              <a:effectLst/>
              <a:uFillTx/>
              <a:latin typeface="Arial"/>
            </a:endParaRPr>
          </a:p>
          <a:p>
            <a:pPr defTabSz="457200">
              <a:lnSpc>
                <a:spcPct val="100000"/>
              </a:lnSpc>
              <a:spcAft>
                <a:spcPts val="797"/>
              </a:spcAft>
            </a:pPr>
            <a:r>
              <a:rPr lang="en-US" sz="1450" b="1" u="none" strike="noStrike">
                <a:solidFill>
                  <a:srgbClr val="FF6B1A"/>
                </a:solidFill>
                <a:effectLst/>
                <a:uFillTx/>
                <a:latin typeface="Arial"/>
              </a:rPr>
              <a:t>Thought 1: </a:t>
            </a:r>
            <a:r>
              <a:rPr lang="en-US" sz="1450" b="0" u="none" strike="noStrike">
                <a:solidFill>
                  <a:srgbClr val="D6D6D6"/>
                </a:solidFill>
                <a:effectLst/>
                <a:uFillTx/>
                <a:latin typeface="Arial"/>
              </a:rPr>
              <a:t>necesito los movimientos recientes de la cuenta.</a:t>
            </a:r>
            <a:endParaRPr lang="en-US" sz="1450" b="0" u="none" strike="noStrike">
              <a:solidFill>
                <a:srgbClr val="FFFFFF"/>
              </a:solidFill>
              <a:effectLst/>
              <a:uFillTx/>
              <a:latin typeface="Arial"/>
            </a:endParaRPr>
          </a:p>
          <a:p>
            <a:pPr defTabSz="457200">
              <a:lnSpc>
                <a:spcPct val="100000"/>
              </a:lnSpc>
              <a:spcAft>
                <a:spcPts val="797"/>
              </a:spcAft>
            </a:pPr>
            <a:r>
              <a:rPr lang="en-US" sz="1450" b="1" u="none" strike="noStrike">
                <a:solidFill>
                  <a:srgbClr val="FF6B1A"/>
                </a:solidFill>
                <a:effectLst/>
                <a:uFillTx/>
                <a:latin typeface="Arial"/>
              </a:rPr>
              <a:t>Action 1: </a:t>
            </a:r>
            <a:r>
              <a:rPr lang="en-US" sz="1450" b="0" u="none" strike="noStrike">
                <a:solidFill>
                  <a:srgbClr val="D6D6D6"/>
                </a:solidFill>
                <a:effectLst/>
                <a:uFillTx/>
                <a:latin typeface="Arial"/>
              </a:rPr>
              <a:t>consultar_movimientos(cuenta)</a:t>
            </a:r>
            <a:endParaRPr lang="en-US" sz="1450" b="0" u="none" strike="noStrike">
              <a:solidFill>
                <a:srgbClr val="FFFFFF"/>
              </a:solidFill>
              <a:effectLst/>
              <a:uFillTx/>
              <a:latin typeface="Arial"/>
            </a:endParaRPr>
          </a:p>
          <a:p>
            <a:pPr defTabSz="457200">
              <a:lnSpc>
                <a:spcPct val="100000"/>
              </a:lnSpc>
              <a:spcAft>
                <a:spcPts val="797"/>
              </a:spcAft>
            </a:pPr>
            <a:r>
              <a:rPr lang="en-US" sz="1450" b="1" u="none" strike="noStrike">
                <a:solidFill>
                  <a:srgbClr val="3DDC84"/>
                </a:solidFill>
                <a:effectLst/>
                <a:uFillTx/>
                <a:latin typeface="Arial"/>
              </a:rPr>
              <a:t>Observation 1: </a:t>
            </a:r>
            <a:r>
              <a:rPr lang="en-US" sz="1450" b="0" u="none" strike="noStrike">
                <a:solidFill>
                  <a:srgbClr val="D6D6D6"/>
                </a:solidFill>
                <a:effectLst/>
                <a:uFillTx/>
                <a:latin typeface="Arial"/>
              </a:rPr>
              <a:t>dos cargos de la misma cuota, el mismo día.</a:t>
            </a:r>
            <a:endParaRPr lang="en-US" sz="1450" b="0" u="none" strike="noStrike">
              <a:solidFill>
                <a:srgbClr val="FFFFFF"/>
              </a:solidFill>
              <a:effectLst/>
              <a:uFillTx/>
              <a:latin typeface="Arial"/>
            </a:endParaRPr>
          </a:p>
          <a:p>
            <a:pPr defTabSz="457200">
              <a:lnSpc>
                <a:spcPct val="100000"/>
              </a:lnSpc>
              <a:spcAft>
                <a:spcPts val="797"/>
              </a:spcAft>
            </a:pPr>
            <a:r>
              <a:rPr lang="en-US" sz="1450" b="1" u="none" strike="noStrike">
                <a:solidFill>
                  <a:srgbClr val="FF6B1A"/>
                </a:solidFill>
                <a:effectLst/>
                <a:uFillTx/>
                <a:latin typeface="Arial"/>
              </a:rPr>
              <a:t>Thought 2: </a:t>
            </a:r>
            <a:r>
              <a:rPr lang="en-US" sz="1450" b="0" u="none" strike="noStrike">
                <a:solidFill>
                  <a:srgbClr val="D6D6D6"/>
                </a:solidFill>
                <a:effectLst/>
                <a:uFillTx/>
                <a:latin typeface="Arial"/>
              </a:rPr>
              <a:t>verificar si hay dos cuotas vigentes o es un duplicado.</a:t>
            </a:r>
            <a:endParaRPr lang="en-US" sz="1450" b="0" u="none" strike="noStrike">
              <a:solidFill>
                <a:srgbClr val="FFFFFF"/>
              </a:solidFill>
              <a:effectLst/>
              <a:uFillTx/>
              <a:latin typeface="Arial"/>
            </a:endParaRPr>
          </a:p>
          <a:p>
            <a:pPr defTabSz="457200">
              <a:lnSpc>
                <a:spcPct val="100000"/>
              </a:lnSpc>
              <a:spcAft>
                <a:spcPts val="797"/>
              </a:spcAft>
            </a:pPr>
            <a:r>
              <a:rPr lang="en-US" sz="1450" b="1" u="none" strike="noStrike">
                <a:solidFill>
                  <a:srgbClr val="FF6B1A"/>
                </a:solidFill>
                <a:effectLst/>
                <a:uFillTx/>
                <a:latin typeface="Arial"/>
              </a:rPr>
              <a:t>Action 2: </a:t>
            </a:r>
            <a:r>
              <a:rPr lang="en-US" sz="1450" b="0" u="none" strike="noStrike">
                <a:solidFill>
                  <a:srgbClr val="D6D6D6"/>
                </a:solidFill>
                <a:effectLst/>
                <a:uFillTx/>
                <a:latin typeface="Arial"/>
              </a:rPr>
              <a:t>consultar_préstamo(id)</a:t>
            </a:r>
            <a:endParaRPr lang="en-US" sz="1450" b="0" u="none" strike="noStrike">
              <a:solidFill>
                <a:srgbClr val="FFFFFF"/>
              </a:solidFill>
              <a:effectLst/>
              <a:uFillTx/>
              <a:latin typeface="Arial"/>
            </a:endParaRPr>
          </a:p>
          <a:p>
            <a:pPr defTabSz="457200">
              <a:lnSpc>
                <a:spcPct val="100000"/>
              </a:lnSpc>
              <a:spcAft>
                <a:spcPts val="797"/>
              </a:spcAft>
            </a:pPr>
            <a:r>
              <a:rPr lang="en-US" sz="1450" b="1" u="none" strike="noStrike">
                <a:solidFill>
                  <a:srgbClr val="3DDC84"/>
                </a:solidFill>
                <a:effectLst/>
                <a:uFillTx/>
                <a:latin typeface="Arial"/>
              </a:rPr>
              <a:t>Observation 2: </a:t>
            </a:r>
            <a:r>
              <a:rPr lang="en-US" sz="1450" b="0" u="none" strike="noStrike">
                <a:solidFill>
                  <a:srgbClr val="D6D6D6"/>
                </a:solidFill>
                <a:effectLst/>
                <a:uFillTx/>
                <a:latin typeface="Arial"/>
              </a:rPr>
              <a:t>una sola cuota vigente.</a:t>
            </a:r>
            <a:endParaRPr lang="en-US" sz="1450" b="0" u="none" strike="noStrike">
              <a:solidFill>
                <a:srgbClr val="FFFFFF"/>
              </a:solidFill>
              <a:effectLst/>
              <a:uFillTx/>
              <a:latin typeface="Arial"/>
            </a:endParaRPr>
          </a:p>
          <a:p>
            <a:pPr defTabSz="457200">
              <a:lnSpc>
                <a:spcPct val="100000"/>
              </a:lnSpc>
              <a:spcAft>
                <a:spcPts val="797"/>
              </a:spcAft>
            </a:pPr>
            <a:r>
              <a:rPr lang="en-US" sz="1450" b="1" u="none" strike="noStrike">
                <a:solidFill>
                  <a:srgbClr val="FF6B1A"/>
                </a:solidFill>
                <a:effectLst/>
                <a:uFillTx/>
                <a:latin typeface="Arial"/>
              </a:rPr>
              <a:t>Thought 3: </a:t>
            </a:r>
            <a:r>
              <a:rPr lang="en-US" sz="1450" b="0" u="none" strike="noStrike">
                <a:solidFill>
                  <a:srgbClr val="D6D6D6"/>
                </a:solidFill>
                <a:effectLst/>
                <a:uFillTx/>
                <a:latin typeface="Arial"/>
              </a:rPr>
              <a:t>es un duplicado; falta la política de reembolso.</a:t>
            </a:r>
            <a:endParaRPr lang="en-US" sz="1450" b="0" u="none" strike="noStrike">
              <a:solidFill>
                <a:srgbClr val="FFFFFF"/>
              </a:solidFill>
              <a:effectLst/>
              <a:uFillTx/>
              <a:latin typeface="Arial"/>
            </a:endParaRPr>
          </a:p>
          <a:p>
            <a:pPr defTabSz="457200">
              <a:lnSpc>
                <a:spcPct val="100000"/>
              </a:lnSpc>
              <a:spcAft>
                <a:spcPts val="797"/>
              </a:spcAft>
            </a:pPr>
            <a:r>
              <a:rPr lang="en-US" sz="1450" b="1" u="none" strike="noStrike">
                <a:solidFill>
                  <a:srgbClr val="9A9A9A"/>
                </a:solidFill>
                <a:effectLst/>
                <a:uFillTx/>
                <a:latin typeface="Arial"/>
              </a:rPr>
              <a:t>Final: </a:t>
            </a:r>
            <a:r>
              <a:rPr lang="en-US" sz="1450" b="0" u="none" strike="noStrike">
                <a:solidFill>
                  <a:srgbClr val="D6D6D6"/>
                </a:solidFill>
                <a:effectLst/>
                <a:uFillTx/>
                <a:latin typeface="Arial"/>
              </a:rPr>
              <a:t>informar y abrir la solicitud de reembolso.</a:t>
            </a:r>
            <a:endParaRPr lang="en-US" sz="1450" b="0" u="none" strike="noStrike">
              <a:solidFill>
                <a:srgbClr val="FFFFFF"/>
              </a:solidFill>
              <a:effectLst/>
              <a:uFillTx/>
              <a:latin typeface="Arial"/>
            </a:endParaRPr>
          </a:p>
        </p:txBody>
      </p:sp>
      <p:sp>
        <p:nvSpPr>
          <p:cNvPr id="359" name="Rectangle 8"/>
          <p:cNvSpPr/>
          <p:nvPr/>
        </p:nvSpPr>
        <p:spPr>
          <a:xfrm>
            <a:off x="6196320" y="1417320"/>
            <a:ext cx="5446440" cy="4388760"/>
          </a:xfrm>
          <a:prstGeom prst="rect">
            <a:avLst/>
          </a:prstGeom>
          <a:solidFill>
            <a:srgbClr val="0E0E0E"/>
          </a:solidFill>
          <a:ln>
            <a:solidFill>
              <a:srgbClr val="2A2A2A"/>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360" name="Rectangle 9"/>
          <p:cNvSpPr/>
          <p:nvPr/>
        </p:nvSpPr>
        <p:spPr>
          <a:xfrm>
            <a:off x="6196320" y="1417320"/>
            <a:ext cx="5446440" cy="63720"/>
          </a:xfrm>
          <a:prstGeom prst="rect">
            <a:avLst/>
          </a:prstGeom>
          <a:solidFill>
            <a:srgbClr val="F5C542"/>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19080" rIns="90000" bIns="19080" anchor="ctr">
            <a:noAutofit/>
          </a:bodyPr>
          <a:p>
            <a:endParaRPr lang="en-US" sz="1800" b="0" u="none" strike="noStrike">
              <a:solidFill>
                <a:schemeClr val="lt1"/>
              </a:solidFill>
              <a:effectLst/>
              <a:uFillTx/>
              <a:latin typeface="Calibri"/>
            </a:endParaRPr>
          </a:p>
        </p:txBody>
      </p:sp>
      <p:sp>
        <p:nvSpPr>
          <p:cNvPr id="361" name="TextBox 10"/>
          <p:cNvSpPr/>
          <p:nvPr/>
        </p:nvSpPr>
        <p:spPr>
          <a:xfrm>
            <a:off x="6361200" y="1563480"/>
            <a:ext cx="5117040" cy="4187520"/>
          </a:xfrm>
          <a:prstGeom prst="rect">
            <a:avLst/>
          </a:prstGeom>
          <a:noFill/>
          <a:ln w="0">
            <a:noFill/>
          </a:ln>
        </p:spPr>
        <p:style>
          <a:lnRef idx="0"/>
          <a:fillRef idx="0"/>
          <a:effectRef idx="0"/>
          <a:fontRef idx="minor"/>
        </p:style>
        <p:txBody>
          <a:bodyPr lIns="18360" tIns="0" rIns="18360" bIns="0" anchor="t">
            <a:spAutoFit/>
          </a:bodyPr>
          <a:p>
            <a:pPr defTabSz="457200">
              <a:lnSpc>
                <a:spcPct val="100000"/>
              </a:lnSpc>
              <a:spcAft>
                <a:spcPts val="799"/>
              </a:spcAft>
            </a:pPr>
            <a:r>
              <a:rPr lang="en-US" sz="1790" b="1" u="none" strike="noStrike">
                <a:solidFill>
                  <a:srgbClr val="F5C542"/>
                </a:solidFill>
                <a:effectLst/>
                <a:uFillTx/>
                <a:latin typeface="Arial"/>
              </a:rPr>
              <a:t>Qué contexto ve cada paso</a:t>
            </a:r>
            <a:endParaRPr lang="en-US" sz="1790" b="0" u="none" strike="noStrike">
              <a:solidFill>
                <a:srgbClr val="FFFFFF"/>
              </a:solidFill>
              <a:effectLst/>
              <a:uFillTx/>
              <a:latin typeface="Arial"/>
            </a:endParaRPr>
          </a:p>
          <a:p>
            <a:pPr marL="171360" indent="-171360" defTabSz="457200">
              <a:lnSpc>
                <a:spcPct val="100000"/>
              </a:lnSpc>
              <a:spcAft>
                <a:spcPts val="879"/>
              </a:spcAft>
              <a:buClr>
                <a:srgbClr val="D6D6D6"/>
              </a:buClr>
              <a:buFont typeface="Symbol" charset="2"/>
              <a:buChar char=""/>
            </a:pPr>
            <a:r>
              <a:rPr lang="en-US" sz="1600" b="0" u="none" strike="noStrike">
                <a:solidFill>
                  <a:srgbClr val="D6D6D6"/>
                </a:solidFill>
                <a:effectLst/>
                <a:uFillTx/>
                <a:latin typeface="Arial"/>
              </a:rPr>
              <a:t>Thought 1: solo el reclamo del cliente.</a:t>
            </a:r>
            <a:endParaRPr lang="en-US" sz="1600" b="0" u="none" strike="noStrike">
              <a:solidFill>
                <a:srgbClr val="FFFFFF"/>
              </a:solidFill>
              <a:effectLst/>
              <a:uFillTx/>
              <a:latin typeface="Arial"/>
            </a:endParaRPr>
          </a:p>
          <a:p>
            <a:pPr marL="171360" indent="-171360" defTabSz="457200">
              <a:lnSpc>
                <a:spcPct val="100000"/>
              </a:lnSpc>
              <a:spcAft>
                <a:spcPts val="879"/>
              </a:spcAft>
              <a:buClr>
                <a:srgbClr val="D6D6D6"/>
              </a:buClr>
              <a:buFont typeface="Symbol" charset="2"/>
              <a:buChar char=""/>
            </a:pPr>
            <a:r>
              <a:rPr lang="en-US" sz="1600" b="0" u="none" strike="noStrike">
                <a:solidFill>
                  <a:srgbClr val="D6D6D6"/>
                </a:solidFill>
                <a:effectLst/>
                <a:uFillTx/>
                <a:latin typeface="Arial"/>
              </a:rPr>
              <a:t>Thought 2: el reclamo + thought 1 + action 1 + observation 1.</a:t>
            </a:r>
            <a:endParaRPr lang="en-US" sz="1600" b="0" u="none" strike="noStrike">
              <a:solidFill>
                <a:srgbClr val="FFFFFF"/>
              </a:solidFill>
              <a:effectLst/>
              <a:uFillTx/>
              <a:latin typeface="Arial"/>
            </a:endParaRPr>
          </a:p>
          <a:p>
            <a:pPr marL="171360" indent="-171360" defTabSz="457200">
              <a:lnSpc>
                <a:spcPct val="100000"/>
              </a:lnSpc>
              <a:spcAft>
                <a:spcPts val="879"/>
              </a:spcAft>
              <a:buClr>
                <a:srgbClr val="D6D6D6"/>
              </a:buClr>
              <a:buFont typeface="Symbol" charset="2"/>
              <a:buChar char=""/>
            </a:pPr>
            <a:r>
              <a:rPr lang="en-US" sz="1600" b="0" u="none" strike="noStrike">
                <a:solidFill>
                  <a:srgbClr val="D6D6D6"/>
                </a:solidFill>
                <a:effectLst/>
                <a:uFillTx/>
                <a:latin typeface="Arial"/>
              </a:rPr>
              <a:t>Thought 3: todo lo anterior, incluidas las dos observaciones.</a:t>
            </a:r>
            <a:endParaRPr lang="en-US" sz="1600" b="0" u="none" strike="noStrike">
              <a:solidFill>
                <a:srgbClr val="FFFFFF"/>
              </a:solidFill>
              <a:effectLst/>
              <a:uFillTx/>
              <a:latin typeface="Arial"/>
            </a:endParaRPr>
          </a:p>
          <a:p>
            <a:pPr marL="171360" indent="-171360" defTabSz="457200">
              <a:lnSpc>
                <a:spcPct val="100000"/>
              </a:lnSpc>
              <a:spcAft>
                <a:spcPts val="879"/>
              </a:spcAft>
              <a:buClr>
                <a:srgbClr val="D6D6D6"/>
              </a:buClr>
              <a:buFont typeface="Symbol" charset="2"/>
              <a:buChar char=""/>
            </a:pPr>
            <a:r>
              <a:rPr lang="en-US" sz="1600" b="0" u="none" strike="noStrike">
                <a:solidFill>
                  <a:srgbClr val="D6D6D6"/>
                </a:solidFill>
                <a:effectLst/>
                <a:uFillTx/>
                <a:latin typeface="Arial"/>
              </a:rPr>
              <a:t>Cada vuelta suma texto: por eso conviene acotar observaciones largas.</a:t>
            </a:r>
            <a:endParaRPr lang="en-US" sz="1600" b="0" u="none" strike="noStrike">
              <a:solidFill>
                <a:srgbClr val="FFFFFF"/>
              </a:solidFill>
              <a:effectLst/>
              <a:uFillTx/>
              <a:latin typeface="Arial"/>
            </a:endParaRPr>
          </a:p>
          <a:p>
            <a:pPr marL="171360" indent="-171360" defTabSz="457200">
              <a:lnSpc>
                <a:spcPct val="100000"/>
              </a:lnSpc>
              <a:spcAft>
                <a:spcPts val="879"/>
              </a:spcAft>
              <a:buClr>
                <a:srgbClr val="D6D6D6"/>
              </a:buClr>
              <a:buFont typeface="Symbol" charset="2"/>
              <a:buChar char=""/>
            </a:pPr>
            <a:r>
              <a:rPr lang="en-US" sz="1600" b="0" u="none" strike="noStrike">
                <a:solidFill>
                  <a:srgbClr val="D6D6D6"/>
                </a:solidFill>
                <a:effectLst/>
                <a:uFillTx/>
                <a:latin typeface="Arial"/>
              </a:rPr>
              <a:t>El camino no se conocía al empezar: cada acción se eligió mirando la observación previa.</a:t>
            </a:r>
            <a:endParaRPr lang="en-US" sz="1600" b="0" u="none" strike="noStrike">
              <a:solidFill>
                <a:srgbClr val="FFFFFF"/>
              </a:solidFill>
              <a:effectLst/>
              <a:uFillTx/>
              <a:latin typeface="Arial"/>
            </a:endParaRPr>
          </a:p>
        </p:txBody>
      </p:sp>
      <p:sp>
        <p:nvSpPr>
          <p:cNvPr id="362" name="TextBox 11"/>
          <p:cNvSpPr/>
          <p:nvPr/>
        </p:nvSpPr>
        <p:spPr>
          <a:xfrm>
            <a:off x="548640" y="5943600"/>
            <a:ext cx="11094120" cy="456840"/>
          </a:xfrm>
          <a:prstGeom prst="rect">
            <a:avLst/>
          </a:prstGeom>
          <a:noFill/>
          <a:ln w="0">
            <a:noFill/>
          </a:ln>
        </p:spPr>
        <p:style>
          <a:lnRef idx="0"/>
          <a:fillRef idx="0"/>
          <a:effectRef idx="0"/>
          <a:fontRef idx="minor"/>
        </p:style>
        <p:txBody>
          <a:bodyPr lIns="18360" tIns="9000" rIns="18360" bIns="9000" anchor="ctr">
            <a:spAutoFit/>
          </a:bodyPr>
          <a:p>
            <a:pPr defTabSz="457200">
              <a:lnSpc>
                <a:spcPct val="100000"/>
              </a:lnSpc>
            </a:pPr>
            <a:r>
              <a:rPr lang="en-US" sz="1300" b="0" i="1" u="none" strike="noStrike">
                <a:solidFill>
                  <a:srgbClr val="9A9A9A"/>
                </a:solidFill>
                <a:effectLst/>
                <a:uFillTx/>
                <a:latin typeface="Arial"/>
              </a:rPr>
              <a:t>La secuencia depende de lo que devuelven las herramientas: es lo que un plan fijo no puede hacer.</a:t>
            </a:r>
            <a:endParaRPr lang="en-US" sz="130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1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00000"/>
        </a:solidFill>
      </p:bgPr>
    </p:bg>
    <p:spTree>
      <p:nvGrpSpPr>
        <p:cNvPr id="1" name=""/>
        <p:cNvGrpSpPr/>
        <p:nvPr/>
      </p:nvGrpSpPr>
      <p:grpSpPr>
        <a:xfrm>
          <a:off x="0" y="0"/>
          <a:ext cx="0" cy="0"/>
          <a:chOff x="0" y="0"/>
          <a:chExt cx="0" cy="0"/>
        </a:xfrm>
      </p:grpSpPr>
      <p:sp>
        <p:nvSpPr>
          <p:cNvPr id="363" name="TextBox 1"/>
          <p:cNvSpPr/>
          <p:nvPr/>
        </p:nvSpPr>
        <p:spPr>
          <a:xfrm>
            <a:off x="548640" y="329040"/>
            <a:ext cx="8229240" cy="273960"/>
          </a:xfrm>
          <a:prstGeom prst="rect">
            <a:avLst/>
          </a:prstGeom>
          <a:noFill/>
          <a:ln w="0">
            <a:noFill/>
          </a:ln>
        </p:spPr>
        <p:style>
          <a:lnRef idx="0"/>
          <a:fillRef idx="0"/>
          <a:effectRef idx="0"/>
          <a:fontRef idx="minor"/>
        </p:style>
        <p:txBody>
          <a:bodyPr lIns="18360" tIns="9000" rIns="18360" bIns="9000" anchor="t">
            <a:spAutoFit/>
          </a:bodyPr>
          <a:p>
            <a:pPr defTabSz="457200">
              <a:lnSpc>
                <a:spcPct val="100000"/>
              </a:lnSpc>
            </a:pPr>
            <a:r>
              <a:rPr lang="en-US" sz="1150" b="1" u="none" strike="noStrike">
                <a:solidFill>
                  <a:srgbClr val="FF6B1A"/>
                </a:solidFill>
                <a:effectLst/>
                <a:uFillTx/>
                <a:latin typeface="Arial"/>
              </a:rPr>
              <a:t>ARQUETIPO 3 DE 6 · PLANNER-EXECUTOR</a:t>
            </a:r>
            <a:endParaRPr lang="en-US" sz="1150" b="0" u="none" strike="noStrike">
              <a:solidFill>
                <a:srgbClr val="FFFFFF"/>
              </a:solidFill>
              <a:effectLst/>
              <a:uFillTx/>
              <a:latin typeface="Arial"/>
            </a:endParaRPr>
          </a:p>
        </p:txBody>
      </p:sp>
      <p:sp>
        <p:nvSpPr>
          <p:cNvPr id="364" name="TextBox 2"/>
          <p:cNvSpPr/>
          <p:nvPr/>
        </p:nvSpPr>
        <p:spPr>
          <a:xfrm>
            <a:off x="548640" y="603360"/>
            <a:ext cx="11094120" cy="639720"/>
          </a:xfrm>
          <a:prstGeom prst="rect">
            <a:avLst/>
          </a:prstGeom>
          <a:noFill/>
          <a:ln w="0">
            <a:noFill/>
          </a:ln>
        </p:spPr>
        <p:style>
          <a:lnRef idx="0"/>
          <a:fillRef idx="0"/>
          <a:effectRef idx="0"/>
          <a:fontRef idx="minor"/>
        </p:style>
        <p:txBody>
          <a:bodyPr lIns="18360" tIns="9000" rIns="18360" bIns="9000" anchor="ctr">
            <a:spAutoFit/>
          </a:bodyPr>
          <a:p>
            <a:pPr defTabSz="457200">
              <a:lnSpc>
                <a:spcPct val="100000"/>
              </a:lnSpc>
            </a:pPr>
            <a:r>
              <a:rPr lang="en-US" sz="2400" b="1" u="none" strike="noStrike">
                <a:solidFill>
                  <a:srgbClr val="F2F2F2"/>
                </a:solidFill>
                <a:effectLst/>
                <a:uFillTx/>
                <a:latin typeface="Arial"/>
              </a:rPr>
              <a:t>Planner-Executor: planificar primero, ejecutar después</a:t>
            </a:r>
            <a:endParaRPr lang="en-US" sz="2400" b="0" u="none" strike="noStrike">
              <a:solidFill>
                <a:srgbClr val="FFFFFF"/>
              </a:solidFill>
              <a:effectLst/>
              <a:uFillTx/>
              <a:latin typeface="Arial"/>
            </a:endParaRPr>
          </a:p>
        </p:txBody>
      </p:sp>
      <p:sp>
        <p:nvSpPr>
          <p:cNvPr id="365" name="TextBox 3"/>
          <p:cNvSpPr/>
          <p:nvPr/>
        </p:nvSpPr>
        <p:spPr>
          <a:xfrm>
            <a:off x="548640" y="6492240"/>
            <a:ext cx="7314840" cy="228240"/>
          </a:xfrm>
          <a:prstGeom prst="rect">
            <a:avLst/>
          </a:prstGeom>
          <a:noFill/>
          <a:ln w="0">
            <a:noFill/>
          </a:ln>
        </p:spPr>
        <p:style>
          <a:lnRef idx="0"/>
          <a:fillRef idx="0"/>
          <a:effectRef idx="0"/>
          <a:fontRef idx="minor"/>
        </p:style>
        <p:txBody>
          <a:bodyPr lIns="18360" tIns="9000" rIns="18360" bIns="9000" anchor="t">
            <a:spAutoFit/>
          </a:bodyPr>
          <a:p>
            <a:pPr defTabSz="457200">
              <a:lnSpc>
                <a:spcPct val="100000"/>
              </a:lnSpc>
            </a:pPr>
            <a:r>
              <a:rPr lang="en-US" sz="900" b="0" u="none" strike="noStrike">
                <a:solidFill>
                  <a:srgbClr val="9A9A9A"/>
                </a:solidFill>
                <a:effectLst/>
                <a:uFillTx/>
                <a:latin typeface="Arial"/>
              </a:rPr>
              <a:t>Arquetipos de agentes · Módulo 5 · UTDT</a:t>
            </a:r>
            <a:endParaRPr lang="en-US" sz="900" b="0" u="none" strike="noStrike">
              <a:solidFill>
                <a:srgbClr val="FFFFFF"/>
              </a:solidFill>
              <a:effectLst/>
              <a:uFillTx/>
              <a:latin typeface="Arial"/>
            </a:endParaRPr>
          </a:p>
        </p:txBody>
      </p:sp>
      <p:sp>
        <p:nvSpPr>
          <p:cNvPr id="366" name="TextBox 4"/>
          <p:cNvSpPr/>
          <p:nvPr/>
        </p:nvSpPr>
        <p:spPr>
          <a:xfrm>
            <a:off x="10271520" y="6492240"/>
            <a:ext cx="1371240" cy="228240"/>
          </a:xfrm>
          <a:prstGeom prst="rect">
            <a:avLst/>
          </a:prstGeom>
          <a:noFill/>
          <a:ln w="0">
            <a:noFill/>
          </a:ln>
        </p:spPr>
        <p:style>
          <a:lnRef idx="0"/>
          <a:fillRef idx="0"/>
          <a:effectRef idx="0"/>
          <a:fontRef idx="minor"/>
        </p:style>
        <p:txBody>
          <a:bodyPr lIns="18360" tIns="9000" rIns="18360" bIns="9000" anchor="t">
            <a:spAutoFit/>
          </a:bodyPr>
          <a:p>
            <a:pPr algn="r" defTabSz="457200">
              <a:lnSpc>
                <a:spcPct val="100000"/>
              </a:lnSpc>
            </a:pPr>
            <a:r>
              <a:rPr lang="en-US" sz="900" b="0" u="none" strike="noStrike">
                <a:solidFill>
                  <a:srgbClr val="9A9A9A"/>
                </a:solidFill>
                <a:effectLst/>
                <a:uFillTx/>
                <a:latin typeface="Arial"/>
              </a:rPr>
              <a:t>16 / 35</a:t>
            </a:r>
            <a:endParaRPr lang="en-US" sz="900" b="0" u="none" strike="noStrike">
              <a:solidFill>
                <a:srgbClr val="FFFFFF"/>
              </a:solidFill>
              <a:effectLst/>
              <a:uFillTx/>
              <a:latin typeface="Arial"/>
            </a:endParaRPr>
          </a:p>
        </p:txBody>
      </p:sp>
      <p:cxnSp>
        <p:nvCxnSpPr>
          <p:cNvPr id="367" name="Connector 5"/>
          <p:cNvCxnSpPr/>
          <p:nvPr/>
        </p:nvCxnSpPr>
        <p:spPr>
          <a:xfrm>
            <a:off x="1930320" y="1889640"/>
            <a:ext cx="1145880" cy="360"/>
          </a:xfrm>
          <a:prstGeom prst="straightConnector1">
            <a:avLst/>
          </a:prstGeom>
          <a:ln w="20320">
            <a:solidFill>
              <a:srgbClr val="C8C8C8"/>
            </a:solidFill>
            <a:round/>
            <a:tailEnd len="med" type="triangle" w="med"/>
          </a:ln>
        </p:spPr>
      </p:cxnSp>
      <p:cxnSp>
        <p:nvCxnSpPr>
          <p:cNvPr id="368" name="Connector 6"/>
          <p:cNvCxnSpPr/>
          <p:nvPr/>
        </p:nvCxnSpPr>
        <p:spPr>
          <a:xfrm>
            <a:off x="5573880" y="1889640"/>
            <a:ext cx="532080" cy="360"/>
          </a:xfrm>
          <a:prstGeom prst="straightConnector1">
            <a:avLst/>
          </a:prstGeom>
          <a:ln w="20320">
            <a:solidFill>
              <a:srgbClr val="C8C8C8"/>
            </a:solidFill>
            <a:round/>
            <a:tailEnd len="med" type="triangle" w="med"/>
          </a:ln>
        </p:spPr>
      </p:cxnSp>
      <p:cxnSp>
        <p:nvCxnSpPr>
          <p:cNvPr id="369" name="Connector 7"/>
          <p:cNvCxnSpPr/>
          <p:nvPr/>
        </p:nvCxnSpPr>
        <p:spPr>
          <a:xfrm>
            <a:off x="8706240" y="1889640"/>
            <a:ext cx="582840" cy="360"/>
          </a:xfrm>
          <a:prstGeom prst="straightConnector1">
            <a:avLst/>
          </a:prstGeom>
          <a:ln w="20320">
            <a:solidFill>
              <a:srgbClr val="C8C8C8"/>
            </a:solidFill>
            <a:round/>
            <a:tailEnd len="med" type="triangle" w="med"/>
          </a:ln>
        </p:spPr>
      </p:cxnSp>
      <p:cxnSp>
        <p:nvCxnSpPr>
          <p:cNvPr id="370" name="Connector 8"/>
          <p:cNvCxnSpPr/>
          <p:nvPr/>
        </p:nvCxnSpPr>
        <p:spPr>
          <a:xfrm>
            <a:off x="10486800" y="2349360"/>
            <a:ext cx="360" cy="699840"/>
          </a:xfrm>
          <a:prstGeom prst="straightConnector1">
            <a:avLst/>
          </a:prstGeom>
          <a:ln w="20320">
            <a:solidFill>
              <a:srgbClr val="C8C8C8"/>
            </a:solidFill>
            <a:round/>
            <a:tailEnd len="med" type="triangle" w="med"/>
          </a:ln>
        </p:spPr>
      </p:cxnSp>
      <p:sp>
        <p:nvSpPr>
          <p:cNvPr id="371" name="TextBox 9"/>
          <p:cNvSpPr/>
          <p:nvPr/>
        </p:nvSpPr>
        <p:spPr>
          <a:xfrm>
            <a:off x="10061640" y="2541240"/>
            <a:ext cx="849960" cy="315360"/>
          </a:xfrm>
          <a:prstGeom prst="rect">
            <a:avLst/>
          </a:prstGeom>
          <a:solidFill>
            <a:srgbClr val="000000"/>
          </a:solidFill>
          <a:ln w="0">
            <a:noFill/>
          </a:ln>
        </p:spPr>
        <p:style>
          <a:lnRef idx="0"/>
          <a:fillRef idx="0"/>
          <a:effectRef idx="0"/>
          <a:fontRef idx="minor"/>
        </p:style>
        <p:txBody>
          <a:bodyPr wrap="none" lIns="27360" tIns="9000" rIns="27360" bIns="9000" anchor="ctr">
            <a:spAutoFit/>
          </a:bodyPr>
          <a:p>
            <a:pPr algn="ctr" defTabSz="457200">
              <a:lnSpc>
                <a:spcPct val="100000"/>
              </a:lnSpc>
            </a:pPr>
            <a:r>
              <a:rPr lang="en-US" sz="1370" b="0" i="1" u="none" strike="noStrike">
                <a:solidFill>
                  <a:srgbClr val="D0D0D0"/>
                </a:solidFill>
                <a:effectLst/>
                <a:uFillTx/>
                <a:latin typeface="Arial"/>
              </a:rPr>
              <a:t>aprobado</a:t>
            </a:r>
            <a:endParaRPr lang="en-US" sz="1370" b="0" u="none" strike="noStrike">
              <a:solidFill>
                <a:srgbClr val="FFFFFF"/>
              </a:solidFill>
              <a:effectLst/>
              <a:uFillTx/>
              <a:latin typeface="Arial"/>
            </a:endParaRPr>
          </a:p>
        </p:txBody>
      </p:sp>
      <p:cxnSp>
        <p:nvCxnSpPr>
          <p:cNvPr id="372" name="Connector 10"/>
          <p:cNvCxnSpPr/>
          <p:nvPr/>
        </p:nvCxnSpPr>
        <p:spPr>
          <a:xfrm flipH="1">
            <a:off x="7989480" y="3508560"/>
            <a:ext cx="1555560" cy="360"/>
          </a:xfrm>
          <a:prstGeom prst="straightConnector1">
            <a:avLst/>
          </a:prstGeom>
          <a:ln w="20320">
            <a:solidFill>
              <a:srgbClr val="C8C8C8"/>
            </a:solidFill>
            <a:round/>
            <a:tailEnd len="med" type="triangle" w="med"/>
          </a:ln>
        </p:spPr>
      </p:cxnSp>
      <p:cxnSp>
        <p:nvCxnSpPr>
          <p:cNvPr id="373" name="Connector 11"/>
          <p:cNvCxnSpPr/>
          <p:nvPr/>
        </p:nvCxnSpPr>
        <p:spPr>
          <a:xfrm flipH="1">
            <a:off x="4908600" y="3508560"/>
            <a:ext cx="1913760" cy="360"/>
          </a:xfrm>
          <a:prstGeom prst="straightConnector1">
            <a:avLst/>
          </a:prstGeom>
          <a:ln w="20320">
            <a:solidFill>
              <a:srgbClr val="C8C8C8"/>
            </a:solidFill>
            <a:round/>
            <a:tailEnd len="med" type="triangle" w="med"/>
          </a:ln>
        </p:spPr>
      </p:cxnSp>
      <p:cxnSp>
        <p:nvCxnSpPr>
          <p:cNvPr id="374" name="Connector 12"/>
          <p:cNvCxnSpPr/>
          <p:nvPr/>
        </p:nvCxnSpPr>
        <p:spPr>
          <a:xfrm flipH="1">
            <a:off x="1827720" y="3508560"/>
            <a:ext cx="1913760" cy="360"/>
          </a:xfrm>
          <a:prstGeom prst="straightConnector1">
            <a:avLst/>
          </a:prstGeom>
          <a:ln w="20320">
            <a:solidFill>
              <a:srgbClr val="C8C8C8"/>
            </a:solidFill>
            <a:round/>
            <a:tailEnd len="med" type="triangle" w="med"/>
          </a:ln>
        </p:spPr>
      </p:cxnSp>
      <p:cxnSp>
        <p:nvCxnSpPr>
          <p:cNvPr id="375" name="Connector 13"/>
          <p:cNvCxnSpPr/>
          <p:nvPr/>
        </p:nvCxnSpPr>
        <p:spPr>
          <a:xfrm>
            <a:off x="1244160" y="3827160"/>
            <a:ext cx="360" cy="982080"/>
          </a:xfrm>
          <a:prstGeom prst="straightConnector1">
            <a:avLst/>
          </a:prstGeom>
          <a:ln w="20320">
            <a:solidFill>
              <a:srgbClr val="C8C8C8"/>
            </a:solidFill>
            <a:round/>
            <a:tailEnd len="med" type="triangle" w="med"/>
          </a:ln>
        </p:spPr>
      </p:cxnSp>
      <p:cxnSp>
        <p:nvCxnSpPr>
          <p:cNvPr id="376" name="Connector 14"/>
          <p:cNvCxnSpPr/>
          <p:nvPr/>
        </p:nvCxnSpPr>
        <p:spPr>
          <a:xfrm flipV="1">
            <a:off x="4325040" y="2349360"/>
            <a:ext cx="360" cy="840960"/>
          </a:xfrm>
          <a:prstGeom prst="straightConnector1">
            <a:avLst/>
          </a:prstGeom>
          <a:ln w="20320">
            <a:solidFill>
              <a:srgbClr val="C8C8C8"/>
            </a:solidFill>
            <a:prstDash val="dash"/>
            <a:round/>
            <a:tailEnd len="med" type="triangle" w="med"/>
          </a:ln>
        </p:spPr>
      </p:cxnSp>
      <p:sp>
        <p:nvSpPr>
          <p:cNvPr id="377" name="TextBox 15"/>
          <p:cNvSpPr/>
          <p:nvPr/>
        </p:nvSpPr>
        <p:spPr>
          <a:xfrm>
            <a:off x="3723840" y="2490840"/>
            <a:ext cx="1202040" cy="557640"/>
          </a:xfrm>
          <a:prstGeom prst="rect">
            <a:avLst/>
          </a:prstGeom>
          <a:solidFill>
            <a:srgbClr val="000000"/>
          </a:solidFill>
          <a:ln w="0">
            <a:noFill/>
          </a:ln>
        </p:spPr>
        <p:style>
          <a:lnRef idx="0"/>
          <a:fillRef idx="0"/>
          <a:effectRef idx="0"/>
          <a:fontRef idx="minor"/>
        </p:style>
        <p:txBody>
          <a:bodyPr wrap="none" lIns="27360" tIns="9000" rIns="27360" bIns="9000" anchor="ctr">
            <a:spAutoFit/>
          </a:bodyPr>
          <a:p>
            <a:pPr algn="ctr" defTabSz="457200">
              <a:lnSpc>
                <a:spcPct val="100000"/>
              </a:lnSpc>
            </a:pPr>
            <a:r>
              <a:rPr lang="en-US" sz="1370" b="0" i="1" u="none" strike="noStrike">
                <a:solidFill>
                  <a:srgbClr val="D0D0D0"/>
                </a:solidFill>
                <a:effectLst/>
                <a:uFillTx/>
                <a:latin typeface="Arial"/>
              </a:rPr>
              <a:t>falla:</a:t>
            </a:r>
            <a:endParaRPr lang="en-US" sz="1370" b="0" u="none" strike="noStrike">
              <a:solidFill>
                <a:srgbClr val="FFFFFF"/>
              </a:solidFill>
              <a:effectLst/>
              <a:uFillTx/>
              <a:latin typeface="Arial"/>
            </a:endParaRPr>
          </a:p>
          <a:p>
            <a:pPr algn="ctr" defTabSz="457200">
              <a:lnSpc>
                <a:spcPct val="100000"/>
              </a:lnSpc>
            </a:pPr>
            <a:r>
              <a:rPr lang="en-US" sz="1370" b="0" i="1" u="none" strike="noStrike">
                <a:solidFill>
                  <a:srgbClr val="D0D0D0"/>
                </a:solidFill>
                <a:effectLst/>
                <a:uFillTx/>
                <a:latin typeface="Arial"/>
              </a:rPr>
              <a:t>replanificar</a:t>
            </a:r>
            <a:endParaRPr lang="en-US" sz="1370" b="0" u="none" strike="noStrike">
              <a:solidFill>
                <a:srgbClr val="FFFFFF"/>
              </a:solidFill>
              <a:effectLst/>
              <a:uFillTx/>
              <a:latin typeface="Arial"/>
            </a:endParaRPr>
          </a:p>
        </p:txBody>
      </p:sp>
      <p:sp>
        <p:nvSpPr>
          <p:cNvPr id="378" name="Rounded Rectangle 16"/>
          <p:cNvSpPr/>
          <p:nvPr/>
        </p:nvSpPr>
        <p:spPr>
          <a:xfrm>
            <a:off x="599760" y="1613160"/>
            <a:ext cx="1288440" cy="553320"/>
          </a:xfrm>
          <a:prstGeom prst="roundRect">
            <a:avLst>
              <a:gd name="adj" fmla="val 18000"/>
            </a:avLst>
          </a:prstGeom>
          <a:solidFill>
            <a:srgbClr val="181818"/>
          </a:solidFill>
          <a:ln w="25400">
            <a:solidFill>
              <a:srgbClr val="9A9A9A"/>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wrap="none" lIns="45720" tIns="27360" rIns="45720" bIns="27360" anchor="ctr">
            <a:noAutofit/>
          </a:bodyPr>
          <a:p>
            <a:pPr algn="ctr" defTabSz="457200">
              <a:lnSpc>
                <a:spcPct val="100000"/>
              </a:lnSpc>
            </a:pPr>
            <a:r>
              <a:rPr lang="en-US" sz="1600" b="0" u="none" strike="noStrike">
                <a:solidFill>
                  <a:srgbClr val="F2F2F2"/>
                </a:solidFill>
                <a:effectLst/>
                <a:uFillTx/>
                <a:latin typeface="Arial"/>
              </a:rPr>
              <a:t>Objetivo</a:t>
            </a:r>
            <a:endParaRPr lang="en-US" sz="1600" b="0" u="none" strike="noStrike">
              <a:solidFill>
                <a:srgbClr val="FFFFFF"/>
              </a:solidFill>
              <a:effectLst/>
              <a:uFillTx/>
              <a:latin typeface="Arial"/>
            </a:endParaRPr>
          </a:p>
        </p:txBody>
      </p:sp>
      <p:sp>
        <p:nvSpPr>
          <p:cNvPr id="379" name="Rounded Rectangle 17"/>
          <p:cNvSpPr/>
          <p:nvPr/>
        </p:nvSpPr>
        <p:spPr>
          <a:xfrm>
            <a:off x="3117960" y="1472040"/>
            <a:ext cx="2414160" cy="835200"/>
          </a:xfrm>
          <a:prstGeom prst="roundRect">
            <a:avLst>
              <a:gd name="adj" fmla="val 18000"/>
            </a:avLst>
          </a:prstGeom>
          <a:solidFill>
            <a:srgbClr val="2A1608"/>
          </a:solidFill>
          <a:ln w="25400">
            <a:solidFill>
              <a:srgbClr val="FF6B1A"/>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wrap="none" lIns="45720" tIns="27360" rIns="45720" bIns="27360" anchor="ctr">
            <a:noAutofit/>
          </a:bodyPr>
          <a:p>
            <a:pPr algn="ctr" defTabSz="457200">
              <a:lnSpc>
                <a:spcPct val="100000"/>
              </a:lnSpc>
            </a:pPr>
            <a:r>
              <a:rPr lang="en-US" sz="1600" b="1" u="none" strike="noStrike">
                <a:solidFill>
                  <a:srgbClr val="F2F2F2"/>
                </a:solidFill>
                <a:effectLst/>
                <a:uFillTx/>
                <a:latin typeface="Arial"/>
              </a:rPr>
              <a:t>Planner</a:t>
            </a:r>
            <a:endParaRPr lang="en-US" sz="1600" b="0" u="none" strike="noStrike">
              <a:solidFill>
                <a:srgbClr val="FFFFFF"/>
              </a:solidFill>
              <a:effectLst/>
              <a:uFillTx/>
              <a:latin typeface="Arial"/>
            </a:endParaRPr>
          </a:p>
          <a:p>
            <a:pPr algn="ctr" defTabSz="457200">
              <a:lnSpc>
                <a:spcPct val="100000"/>
              </a:lnSpc>
            </a:pPr>
            <a:r>
              <a:rPr lang="en-US" sz="1600" b="0" u="none" strike="noStrike">
                <a:solidFill>
                  <a:srgbClr val="F2F2F2"/>
                </a:solidFill>
                <a:effectLst/>
                <a:uFillTx/>
                <a:latin typeface="Arial"/>
              </a:rPr>
              <a:t>(LLM, una sola vez)</a:t>
            </a:r>
            <a:endParaRPr lang="en-US" sz="1600" b="0" u="none" strike="noStrike">
              <a:solidFill>
                <a:srgbClr val="FFFFFF"/>
              </a:solidFill>
              <a:effectLst/>
              <a:uFillTx/>
              <a:latin typeface="Arial"/>
            </a:endParaRPr>
          </a:p>
        </p:txBody>
      </p:sp>
      <p:sp>
        <p:nvSpPr>
          <p:cNvPr id="380" name="Rounded Rectangle 18"/>
          <p:cNvSpPr/>
          <p:nvPr/>
        </p:nvSpPr>
        <p:spPr>
          <a:xfrm>
            <a:off x="6147720" y="1472040"/>
            <a:ext cx="2516760" cy="835200"/>
          </a:xfrm>
          <a:prstGeom prst="roundRect">
            <a:avLst>
              <a:gd name="adj" fmla="val 18000"/>
            </a:avLst>
          </a:prstGeom>
          <a:solidFill>
            <a:srgbClr val="2A2408"/>
          </a:solidFill>
          <a:ln w="25400">
            <a:solidFill>
              <a:srgbClr val="F5C542"/>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wrap="none" lIns="45720" tIns="27360" rIns="45720" bIns="27360" anchor="ctr">
            <a:noAutofit/>
          </a:bodyPr>
          <a:p>
            <a:pPr algn="ctr" defTabSz="457200">
              <a:lnSpc>
                <a:spcPct val="100000"/>
              </a:lnSpc>
            </a:pPr>
            <a:r>
              <a:rPr lang="en-US" sz="1600" b="1" u="none" strike="noStrike">
                <a:solidFill>
                  <a:srgbClr val="F2F2F2"/>
                </a:solidFill>
                <a:effectLst/>
                <a:uFillTx/>
                <a:latin typeface="Arial"/>
              </a:rPr>
              <a:t>PLAN (artefacto)</a:t>
            </a:r>
            <a:endParaRPr lang="en-US" sz="1600" b="0" u="none" strike="noStrike">
              <a:solidFill>
                <a:srgbClr val="FFFFFF"/>
              </a:solidFill>
              <a:effectLst/>
              <a:uFillTx/>
              <a:latin typeface="Arial"/>
            </a:endParaRPr>
          </a:p>
          <a:p>
            <a:pPr algn="ctr" defTabSz="457200">
              <a:lnSpc>
                <a:spcPct val="100000"/>
              </a:lnSpc>
            </a:pPr>
            <a:r>
              <a:rPr lang="en-US" sz="1600" b="0" u="none" strike="noStrike">
                <a:solidFill>
                  <a:srgbClr val="F2F2F2"/>
                </a:solidFill>
                <a:effectLst/>
                <a:uFillTx/>
                <a:latin typeface="Arial"/>
              </a:rPr>
              <a:t>pasos + dependencias</a:t>
            </a:r>
            <a:endParaRPr lang="en-US" sz="1600" b="0" u="none" strike="noStrike">
              <a:solidFill>
                <a:srgbClr val="FFFFFF"/>
              </a:solidFill>
              <a:effectLst/>
              <a:uFillTx/>
              <a:latin typeface="Arial"/>
            </a:endParaRPr>
          </a:p>
        </p:txBody>
      </p:sp>
      <p:sp>
        <p:nvSpPr>
          <p:cNvPr id="381" name="Rounded Rectangle 19"/>
          <p:cNvSpPr/>
          <p:nvPr/>
        </p:nvSpPr>
        <p:spPr>
          <a:xfrm>
            <a:off x="9330840" y="1472040"/>
            <a:ext cx="2311920" cy="835200"/>
          </a:xfrm>
          <a:prstGeom prst="roundRect">
            <a:avLst>
              <a:gd name="adj" fmla="val 18000"/>
            </a:avLst>
          </a:prstGeom>
          <a:solidFill>
            <a:srgbClr val="0F1B2A"/>
          </a:solidFill>
          <a:ln w="25400">
            <a:solidFill>
              <a:srgbClr val="4DA3FF"/>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wrap="none" lIns="45720" tIns="27360" rIns="45720" bIns="27360" anchor="ctr">
            <a:noAutofit/>
          </a:bodyPr>
          <a:p>
            <a:pPr algn="ctr" defTabSz="457200">
              <a:lnSpc>
                <a:spcPct val="100000"/>
              </a:lnSpc>
            </a:pPr>
            <a:r>
              <a:rPr lang="en-US" sz="1600" b="1" u="none" strike="noStrike">
                <a:solidFill>
                  <a:srgbClr val="F2F2F2"/>
                </a:solidFill>
                <a:effectLst/>
                <a:uFillTx/>
                <a:latin typeface="Arial"/>
              </a:rPr>
              <a:t>Revisión</a:t>
            </a:r>
            <a:endParaRPr lang="en-US" sz="1600" b="0" u="none" strike="noStrike">
              <a:solidFill>
                <a:srgbClr val="FFFFFF"/>
              </a:solidFill>
              <a:effectLst/>
              <a:uFillTx/>
              <a:latin typeface="Arial"/>
            </a:endParaRPr>
          </a:p>
          <a:p>
            <a:pPr algn="ctr" defTabSz="457200">
              <a:lnSpc>
                <a:spcPct val="100000"/>
              </a:lnSpc>
            </a:pPr>
            <a:r>
              <a:rPr lang="en-US" sz="1600" b="0" u="none" strike="noStrike">
                <a:solidFill>
                  <a:srgbClr val="F2F2F2"/>
                </a:solidFill>
                <a:effectLst/>
                <a:uFillTx/>
                <a:latin typeface="Arial"/>
              </a:rPr>
              <a:t>validador o humano</a:t>
            </a:r>
            <a:endParaRPr lang="en-US" sz="1600" b="0" u="none" strike="noStrike">
              <a:solidFill>
                <a:srgbClr val="FFFFFF"/>
              </a:solidFill>
              <a:effectLst/>
              <a:uFillTx/>
              <a:latin typeface="Arial"/>
            </a:endParaRPr>
          </a:p>
        </p:txBody>
      </p:sp>
      <p:sp>
        <p:nvSpPr>
          <p:cNvPr id="382" name="Rounded Rectangle 20"/>
          <p:cNvSpPr/>
          <p:nvPr/>
        </p:nvSpPr>
        <p:spPr>
          <a:xfrm>
            <a:off x="9586800" y="3090960"/>
            <a:ext cx="1800000" cy="835200"/>
          </a:xfrm>
          <a:prstGeom prst="roundRect">
            <a:avLst>
              <a:gd name="adj" fmla="val 18000"/>
            </a:avLst>
          </a:prstGeom>
          <a:solidFill>
            <a:srgbClr val="0F1B2A"/>
          </a:solidFill>
          <a:ln w="25400">
            <a:solidFill>
              <a:srgbClr val="4DA3FF"/>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wrap="none" lIns="45720" tIns="27360" rIns="45720" bIns="27360" anchor="ctr">
            <a:noAutofit/>
          </a:bodyPr>
          <a:p>
            <a:pPr algn="ctr" defTabSz="457200">
              <a:lnSpc>
                <a:spcPct val="100000"/>
              </a:lnSpc>
            </a:pPr>
            <a:r>
              <a:rPr lang="en-US" sz="1600" b="1" u="none" strike="noStrike">
                <a:solidFill>
                  <a:srgbClr val="F2F2F2"/>
                </a:solidFill>
                <a:effectLst/>
                <a:uFillTx/>
                <a:latin typeface="Arial"/>
              </a:rPr>
              <a:t>Executor</a:t>
            </a:r>
            <a:endParaRPr lang="en-US" sz="1600" b="0" u="none" strike="noStrike">
              <a:solidFill>
                <a:srgbClr val="FFFFFF"/>
              </a:solidFill>
              <a:effectLst/>
              <a:uFillTx/>
              <a:latin typeface="Arial"/>
            </a:endParaRPr>
          </a:p>
          <a:p>
            <a:pPr algn="ctr" defTabSz="457200">
              <a:lnSpc>
                <a:spcPct val="100000"/>
              </a:lnSpc>
            </a:pPr>
            <a:r>
              <a:rPr lang="en-US" sz="1600" b="0" u="none" strike="noStrike">
                <a:solidFill>
                  <a:srgbClr val="F2F2F2"/>
                </a:solidFill>
                <a:effectLst/>
                <a:uFillTx/>
                <a:latin typeface="Arial"/>
              </a:rPr>
              <a:t>sigue el plan</a:t>
            </a:r>
            <a:endParaRPr lang="en-US" sz="1600" b="0" u="none" strike="noStrike">
              <a:solidFill>
                <a:srgbClr val="FFFFFF"/>
              </a:solidFill>
              <a:effectLst/>
              <a:uFillTx/>
              <a:latin typeface="Arial"/>
            </a:endParaRPr>
          </a:p>
        </p:txBody>
      </p:sp>
      <p:sp>
        <p:nvSpPr>
          <p:cNvPr id="383" name="Rounded Rectangle 21"/>
          <p:cNvSpPr/>
          <p:nvPr/>
        </p:nvSpPr>
        <p:spPr>
          <a:xfrm>
            <a:off x="6864120" y="3231720"/>
            <a:ext cx="1083600" cy="553320"/>
          </a:xfrm>
          <a:prstGeom prst="roundRect">
            <a:avLst>
              <a:gd name="adj" fmla="val 18000"/>
            </a:avLst>
          </a:prstGeom>
          <a:solidFill>
            <a:srgbClr val="0F2416"/>
          </a:solidFill>
          <a:ln w="25400">
            <a:solidFill>
              <a:srgbClr val="3DDC84"/>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wrap="none" lIns="45720" tIns="27360" rIns="45720" bIns="27360" anchor="ctr">
            <a:noAutofit/>
          </a:bodyPr>
          <a:p>
            <a:pPr algn="ctr" defTabSz="457200">
              <a:lnSpc>
                <a:spcPct val="100000"/>
              </a:lnSpc>
            </a:pPr>
            <a:r>
              <a:rPr lang="en-US" sz="1600" b="0" u="none" strike="noStrike">
                <a:solidFill>
                  <a:srgbClr val="F2F2F2"/>
                </a:solidFill>
                <a:effectLst/>
                <a:uFillTx/>
                <a:latin typeface="Arial"/>
              </a:rPr>
              <a:t>Paso 1</a:t>
            </a:r>
            <a:endParaRPr lang="en-US" sz="1600" b="0" u="none" strike="noStrike">
              <a:solidFill>
                <a:srgbClr val="FFFFFF"/>
              </a:solidFill>
              <a:effectLst/>
              <a:uFillTx/>
              <a:latin typeface="Arial"/>
            </a:endParaRPr>
          </a:p>
        </p:txBody>
      </p:sp>
      <p:sp>
        <p:nvSpPr>
          <p:cNvPr id="384" name="Rounded Rectangle 22"/>
          <p:cNvSpPr/>
          <p:nvPr/>
        </p:nvSpPr>
        <p:spPr>
          <a:xfrm>
            <a:off x="3783240" y="3231720"/>
            <a:ext cx="1083600" cy="553320"/>
          </a:xfrm>
          <a:prstGeom prst="roundRect">
            <a:avLst>
              <a:gd name="adj" fmla="val 18000"/>
            </a:avLst>
          </a:prstGeom>
          <a:solidFill>
            <a:srgbClr val="0F2416"/>
          </a:solidFill>
          <a:ln w="25400">
            <a:solidFill>
              <a:srgbClr val="3DDC84"/>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wrap="none" lIns="45720" tIns="27360" rIns="45720" bIns="27360" anchor="ctr">
            <a:noAutofit/>
          </a:bodyPr>
          <a:p>
            <a:pPr algn="ctr" defTabSz="457200">
              <a:lnSpc>
                <a:spcPct val="100000"/>
              </a:lnSpc>
            </a:pPr>
            <a:r>
              <a:rPr lang="en-US" sz="1600" b="0" u="none" strike="noStrike">
                <a:solidFill>
                  <a:srgbClr val="F2F2F2"/>
                </a:solidFill>
                <a:effectLst/>
                <a:uFillTx/>
                <a:latin typeface="Arial"/>
              </a:rPr>
              <a:t>Paso 2</a:t>
            </a:r>
            <a:endParaRPr lang="en-US" sz="1600" b="0" u="none" strike="noStrike">
              <a:solidFill>
                <a:srgbClr val="FFFFFF"/>
              </a:solidFill>
              <a:effectLst/>
              <a:uFillTx/>
              <a:latin typeface="Arial"/>
            </a:endParaRPr>
          </a:p>
        </p:txBody>
      </p:sp>
      <p:sp>
        <p:nvSpPr>
          <p:cNvPr id="385" name="Rounded Rectangle 23"/>
          <p:cNvSpPr/>
          <p:nvPr/>
        </p:nvSpPr>
        <p:spPr>
          <a:xfrm>
            <a:off x="702000" y="3231720"/>
            <a:ext cx="1083600" cy="553320"/>
          </a:xfrm>
          <a:prstGeom prst="roundRect">
            <a:avLst>
              <a:gd name="adj" fmla="val 18000"/>
            </a:avLst>
          </a:prstGeom>
          <a:solidFill>
            <a:srgbClr val="0F2416"/>
          </a:solidFill>
          <a:ln w="25400">
            <a:solidFill>
              <a:srgbClr val="3DDC84"/>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wrap="none" lIns="45720" tIns="27360" rIns="45720" bIns="27360" anchor="ctr">
            <a:noAutofit/>
          </a:bodyPr>
          <a:p>
            <a:pPr algn="ctr" defTabSz="457200">
              <a:lnSpc>
                <a:spcPct val="100000"/>
              </a:lnSpc>
            </a:pPr>
            <a:r>
              <a:rPr lang="en-US" sz="1600" b="0" u="none" strike="noStrike">
                <a:solidFill>
                  <a:srgbClr val="F2F2F2"/>
                </a:solidFill>
                <a:effectLst/>
                <a:uFillTx/>
                <a:latin typeface="Arial"/>
              </a:rPr>
              <a:t>Paso 3</a:t>
            </a:r>
            <a:endParaRPr lang="en-US" sz="1600" b="0" u="none" strike="noStrike">
              <a:solidFill>
                <a:srgbClr val="FFFFFF"/>
              </a:solidFill>
              <a:effectLst/>
              <a:uFillTx/>
              <a:latin typeface="Arial"/>
            </a:endParaRPr>
          </a:p>
        </p:txBody>
      </p:sp>
      <p:sp>
        <p:nvSpPr>
          <p:cNvPr id="386" name="Rounded Rectangle 24"/>
          <p:cNvSpPr/>
          <p:nvPr/>
        </p:nvSpPr>
        <p:spPr>
          <a:xfrm>
            <a:off x="548640" y="4850640"/>
            <a:ext cx="1390680" cy="553320"/>
          </a:xfrm>
          <a:prstGeom prst="roundRect">
            <a:avLst>
              <a:gd name="adj" fmla="val 18000"/>
            </a:avLst>
          </a:prstGeom>
          <a:solidFill>
            <a:srgbClr val="181818"/>
          </a:solidFill>
          <a:ln w="25400">
            <a:solidFill>
              <a:srgbClr val="9A9A9A"/>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wrap="none" lIns="45720" tIns="27360" rIns="45720" bIns="27360" anchor="ctr">
            <a:noAutofit/>
          </a:bodyPr>
          <a:p>
            <a:pPr algn="ctr" defTabSz="457200">
              <a:lnSpc>
                <a:spcPct val="100000"/>
              </a:lnSpc>
            </a:pPr>
            <a:r>
              <a:rPr lang="en-US" sz="1600" b="0" u="none" strike="noStrike">
                <a:solidFill>
                  <a:srgbClr val="F2F2F2"/>
                </a:solidFill>
                <a:effectLst/>
                <a:uFillTx/>
                <a:latin typeface="Arial"/>
              </a:rPr>
              <a:t>Resultado</a:t>
            </a:r>
            <a:endParaRPr lang="en-US" sz="1600" b="0" u="none" strike="noStrike">
              <a:solidFill>
                <a:srgbClr val="FFFFFF"/>
              </a:solidFill>
              <a:effectLst/>
              <a:uFillTx/>
              <a:latin typeface="Arial"/>
            </a:endParaRPr>
          </a:p>
        </p:txBody>
      </p:sp>
      <p:sp>
        <p:nvSpPr>
          <p:cNvPr id="387" name="TextBox 25"/>
          <p:cNvSpPr/>
          <p:nvPr/>
        </p:nvSpPr>
        <p:spPr>
          <a:xfrm>
            <a:off x="548640" y="5577840"/>
            <a:ext cx="11094120" cy="456840"/>
          </a:xfrm>
          <a:prstGeom prst="rect">
            <a:avLst/>
          </a:prstGeom>
          <a:noFill/>
          <a:ln w="0">
            <a:noFill/>
          </a:ln>
        </p:spPr>
        <p:style>
          <a:lnRef idx="0"/>
          <a:fillRef idx="0"/>
          <a:effectRef idx="0"/>
          <a:fontRef idx="minor"/>
        </p:style>
        <p:txBody>
          <a:bodyPr lIns="18360" tIns="9000" rIns="18360" bIns="9000" anchor="ctr">
            <a:spAutoFit/>
          </a:bodyPr>
          <a:p>
            <a:pPr defTabSz="457200">
              <a:lnSpc>
                <a:spcPct val="100000"/>
              </a:lnSpc>
            </a:pPr>
            <a:r>
              <a:rPr lang="en-US" sz="1400" b="0" i="1" u="none" strike="noStrike">
                <a:solidFill>
                  <a:srgbClr val="D6D6D6"/>
                </a:solidFill>
                <a:effectLst/>
                <a:uFillTx/>
                <a:latin typeface="Arial"/>
              </a:rPr>
              <a:t>El plan es un artefacto que se puede revisar antes de ejecutar. Si un paso falla, se vuelve a planificar.</a:t>
            </a:r>
            <a:endParaRPr lang="en-US" sz="1400" b="0" u="none" strike="noStrike">
              <a:solidFill>
                <a:srgbClr val="FFFFFF"/>
              </a:solidFill>
              <a:effectLst/>
              <a:uFillTx/>
              <a:latin typeface="Arial"/>
            </a:endParaRPr>
          </a:p>
        </p:txBody>
      </p:sp>
      <p:sp>
        <p:nvSpPr>
          <p:cNvPr id="388" name="Rounded Rectangle 26"/>
          <p:cNvSpPr/>
          <p:nvPr/>
        </p:nvSpPr>
        <p:spPr>
          <a:xfrm>
            <a:off x="548640" y="6172200"/>
            <a:ext cx="164160" cy="164160"/>
          </a:xfrm>
          <a:prstGeom prst="roundRect">
            <a:avLst>
              <a:gd name="adj" fmla="val 25000"/>
            </a:avLst>
          </a:prstGeom>
          <a:solidFill>
            <a:srgbClr val="2A1608"/>
          </a:solidFill>
          <a:ln w="19050">
            <a:solidFill>
              <a:srgbClr val="FF6B1A"/>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389" name="TextBox 27"/>
          <p:cNvSpPr/>
          <p:nvPr/>
        </p:nvSpPr>
        <p:spPr>
          <a:xfrm>
            <a:off x="777240" y="6144840"/>
            <a:ext cx="1014840" cy="228240"/>
          </a:xfrm>
          <a:prstGeom prst="rect">
            <a:avLst/>
          </a:prstGeom>
          <a:noFill/>
          <a:ln w="0">
            <a:noFill/>
          </a:ln>
        </p:spPr>
        <p:style>
          <a:lnRef idx="0"/>
          <a:fillRef idx="0"/>
          <a:effectRef idx="0"/>
          <a:fontRef idx="minor"/>
        </p:style>
        <p:txBody>
          <a:bodyPr lIns="18360" tIns="9000" rIns="18360" bIns="9000" anchor="t">
            <a:spAutoFit/>
          </a:bodyPr>
          <a:p>
            <a:pPr defTabSz="457200">
              <a:lnSpc>
                <a:spcPct val="100000"/>
              </a:lnSpc>
            </a:pPr>
            <a:r>
              <a:rPr lang="en-US" sz="1050" b="0" u="none" strike="noStrike">
                <a:solidFill>
                  <a:srgbClr val="D6D6D6"/>
                </a:solidFill>
                <a:effectLst/>
                <a:uFillTx/>
                <a:latin typeface="Arial"/>
              </a:rPr>
              <a:t>Decide el LLM</a:t>
            </a:r>
            <a:endParaRPr lang="en-US" sz="1050" b="0" u="none" strike="noStrike">
              <a:solidFill>
                <a:srgbClr val="FFFFFF"/>
              </a:solidFill>
              <a:effectLst/>
              <a:uFillTx/>
              <a:latin typeface="Arial"/>
            </a:endParaRPr>
          </a:p>
        </p:txBody>
      </p:sp>
      <p:sp>
        <p:nvSpPr>
          <p:cNvPr id="390" name="Rounded Rectangle 28"/>
          <p:cNvSpPr/>
          <p:nvPr/>
        </p:nvSpPr>
        <p:spPr>
          <a:xfrm>
            <a:off x="2048400" y="6172200"/>
            <a:ext cx="164160" cy="164160"/>
          </a:xfrm>
          <a:prstGeom prst="roundRect">
            <a:avLst>
              <a:gd name="adj" fmla="val 25000"/>
            </a:avLst>
          </a:prstGeom>
          <a:solidFill>
            <a:srgbClr val="0F1B2A"/>
          </a:solidFill>
          <a:ln w="19050">
            <a:solidFill>
              <a:srgbClr val="4DA3FF"/>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391" name="TextBox 29"/>
          <p:cNvSpPr/>
          <p:nvPr/>
        </p:nvSpPr>
        <p:spPr>
          <a:xfrm>
            <a:off x="2277000" y="6144840"/>
            <a:ext cx="1227960" cy="228240"/>
          </a:xfrm>
          <a:prstGeom prst="rect">
            <a:avLst/>
          </a:prstGeom>
          <a:noFill/>
          <a:ln w="0">
            <a:noFill/>
          </a:ln>
        </p:spPr>
        <p:style>
          <a:lnRef idx="0"/>
          <a:fillRef idx="0"/>
          <a:effectRef idx="0"/>
          <a:fontRef idx="minor"/>
        </p:style>
        <p:txBody>
          <a:bodyPr lIns="18360" tIns="9000" rIns="18360" bIns="9000" anchor="t">
            <a:spAutoFit/>
          </a:bodyPr>
          <a:p>
            <a:pPr defTabSz="457200">
              <a:lnSpc>
                <a:spcPct val="100000"/>
              </a:lnSpc>
            </a:pPr>
            <a:r>
              <a:rPr lang="en-US" sz="1050" b="0" u="none" strike="noStrike">
                <a:solidFill>
                  <a:srgbClr val="D6D6D6"/>
                </a:solidFill>
                <a:effectLst/>
                <a:uFillTx/>
                <a:latin typeface="Arial"/>
              </a:rPr>
              <a:t>Decide el código</a:t>
            </a:r>
            <a:endParaRPr lang="en-US" sz="1050" b="0" u="none" strike="noStrike">
              <a:solidFill>
                <a:srgbClr val="FFFFFF"/>
              </a:solidFill>
              <a:effectLst/>
              <a:uFillTx/>
              <a:latin typeface="Arial"/>
            </a:endParaRPr>
          </a:p>
        </p:txBody>
      </p:sp>
      <p:sp>
        <p:nvSpPr>
          <p:cNvPr id="392" name="Rounded Rectangle 30"/>
          <p:cNvSpPr/>
          <p:nvPr/>
        </p:nvSpPr>
        <p:spPr>
          <a:xfrm>
            <a:off x="3761280" y="6172200"/>
            <a:ext cx="164160" cy="164160"/>
          </a:xfrm>
          <a:prstGeom prst="roundRect">
            <a:avLst>
              <a:gd name="adj" fmla="val 25000"/>
            </a:avLst>
          </a:prstGeom>
          <a:solidFill>
            <a:srgbClr val="0F2416"/>
          </a:solidFill>
          <a:ln w="19050">
            <a:solidFill>
              <a:srgbClr val="3DDC84"/>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393" name="TextBox 31"/>
          <p:cNvSpPr/>
          <p:nvPr/>
        </p:nvSpPr>
        <p:spPr>
          <a:xfrm>
            <a:off x="3989880" y="6144840"/>
            <a:ext cx="2009520" cy="228240"/>
          </a:xfrm>
          <a:prstGeom prst="rect">
            <a:avLst/>
          </a:prstGeom>
          <a:noFill/>
          <a:ln w="0">
            <a:noFill/>
          </a:ln>
        </p:spPr>
        <p:style>
          <a:lnRef idx="0"/>
          <a:fillRef idx="0"/>
          <a:effectRef idx="0"/>
          <a:fontRef idx="minor"/>
        </p:style>
        <p:txBody>
          <a:bodyPr lIns="18360" tIns="9000" rIns="18360" bIns="9000" anchor="t">
            <a:spAutoFit/>
          </a:bodyPr>
          <a:p>
            <a:pPr defTabSz="457200">
              <a:lnSpc>
                <a:spcPct val="100000"/>
              </a:lnSpc>
            </a:pPr>
            <a:r>
              <a:rPr lang="en-US" sz="1050" b="0" u="none" strike="noStrike">
                <a:solidFill>
                  <a:srgbClr val="D6D6D6"/>
                </a:solidFill>
                <a:effectLst/>
                <a:uFillTx/>
                <a:latin typeface="Arial"/>
              </a:rPr>
              <a:t>Herramienta / mundo externo</a:t>
            </a:r>
            <a:endParaRPr lang="en-US" sz="1050" b="0" u="none" strike="noStrike">
              <a:solidFill>
                <a:srgbClr val="FFFFFF"/>
              </a:solidFill>
              <a:effectLst/>
              <a:uFillTx/>
              <a:latin typeface="Arial"/>
            </a:endParaRPr>
          </a:p>
        </p:txBody>
      </p:sp>
      <p:sp>
        <p:nvSpPr>
          <p:cNvPr id="394" name="Rounded Rectangle 32"/>
          <p:cNvSpPr/>
          <p:nvPr/>
        </p:nvSpPr>
        <p:spPr>
          <a:xfrm>
            <a:off x="6255720" y="6172200"/>
            <a:ext cx="164160" cy="164160"/>
          </a:xfrm>
          <a:prstGeom prst="roundRect">
            <a:avLst>
              <a:gd name="adj" fmla="val 25000"/>
            </a:avLst>
          </a:prstGeom>
          <a:solidFill>
            <a:srgbClr val="2A2408"/>
          </a:solidFill>
          <a:ln w="19050">
            <a:solidFill>
              <a:srgbClr val="F5C542"/>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395" name="TextBox 33"/>
          <p:cNvSpPr/>
          <p:nvPr/>
        </p:nvSpPr>
        <p:spPr>
          <a:xfrm>
            <a:off x="6484320" y="6144840"/>
            <a:ext cx="2293560" cy="228240"/>
          </a:xfrm>
          <a:prstGeom prst="rect">
            <a:avLst/>
          </a:prstGeom>
          <a:noFill/>
          <a:ln w="0">
            <a:noFill/>
          </a:ln>
        </p:spPr>
        <p:style>
          <a:lnRef idx="0"/>
          <a:fillRef idx="0"/>
          <a:effectRef idx="0"/>
          <a:fontRef idx="minor"/>
        </p:style>
        <p:txBody>
          <a:bodyPr lIns="18360" tIns="9000" rIns="18360" bIns="9000" anchor="t">
            <a:spAutoFit/>
          </a:bodyPr>
          <a:p>
            <a:pPr defTabSz="457200">
              <a:lnSpc>
                <a:spcPct val="100000"/>
              </a:lnSpc>
            </a:pPr>
            <a:r>
              <a:rPr lang="en-US" sz="1050" b="0" u="none" strike="noStrike">
                <a:solidFill>
                  <a:srgbClr val="D6D6D6"/>
                </a:solidFill>
                <a:effectLst/>
                <a:uFillTx/>
                <a:latin typeface="Arial"/>
              </a:rPr>
              <a:t>Artefacto o contexto compartido</a:t>
            </a:r>
            <a:endParaRPr lang="en-US" sz="1050" b="0" u="none" strike="noStrike">
              <a:solidFill>
                <a:srgbClr val="FFFFFF"/>
              </a:solidFill>
              <a:effectLst/>
              <a:uFillTx/>
              <a:latin typeface="Arial"/>
            </a:endParaRPr>
          </a:p>
        </p:txBody>
      </p:sp>
      <p:sp>
        <p:nvSpPr>
          <p:cNvPr id="396" name="Rounded Rectangle 34"/>
          <p:cNvSpPr/>
          <p:nvPr/>
        </p:nvSpPr>
        <p:spPr>
          <a:xfrm>
            <a:off x="9034200" y="6172200"/>
            <a:ext cx="164160" cy="164160"/>
          </a:xfrm>
          <a:prstGeom prst="roundRect">
            <a:avLst>
              <a:gd name="adj" fmla="val 25000"/>
            </a:avLst>
          </a:prstGeom>
          <a:solidFill>
            <a:srgbClr val="181818"/>
          </a:solidFill>
          <a:ln w="19050">
            <a:solidFill>
              <a:srgbClr val="9A9A9A"/>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397" name="TextBox 35"/>
          <p:cNvSpPr/>
          <p:nvPr/>
        </p:nvSpPr>
        <p:spPr>
          <a:xfrm>
            <a:off x="9262800" y="6144840"/>
            <a:ext cx="1227960" cy="228240"/>
          </a:xfrm>
          <a:prstGeom prst="rect">
            <a:avLst/>
          </a:prstGeom>
          <a:noFill/>
          <a:ln w="0">
            <a:noFill/>
          </a:ln>
        </p:spPr>
        <p:style>
          <a:lnRef idx="0"/>
          <a:fillRef idx="0"/>
          <a:effectRef idx="0"/>
          <a:fontRef idx="minor"/>
        </p:style>
        <p:txBody>
          <a:bodyPr lIns="18360" tIns="9000" rIns="18360" bIns="9000" anchor="t">
            <a:spAutoFit/>
          </a:bodyPr>
          <a:p>
            <a:pPr defTabSz="457200">
              <a:lnSpc>
                <a:spcPct val="100000"/>
              </a:lnSpc>
            </a:pPr>
            <a:r>
              <a:rPr lang="en-US" sz="1050" b="0" u="none" strike="noStrike">
                <a:solidFill>
                  <a:srgbClr val="D6D6D6"/>
                </a:solidFill>
                <a:effectLst/>
                <a:uFillTx/>
                <a:latin typeface="Arial"/>
              </a:rPr>
              <a:t>Entrada / salida</a:t>
            </a:r>
            <a:endParaRPr lang="en-US" sz="105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1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00000"/>
        </a:solidFill>
      </p:bgPr>
    </p:bg>
    <p:spTree>
      <p:nvGrpSpPr>
        <p:cNvPr id="1" name=""/>
        <p:cNvGrpSpPr/>
        <p:nvPr/>
      </p:nvGrpSpPr>
      <p:grpSpPr>
        <a:xfrm>
          <a:off x="0" y="0"/>
          <a:ext cx="0" cy="0"/>
          <a:chOff x="0" y="0"/>
          <a:chExt cx="0" cy="0"/>
        </a:xfrm>
      </p:grpSpPr>
      <p:sp>
        <p:nvSpPr>
          <p:cNvPr id="398" name="TextBox 1"/>
          <p:cNvSpPr/>
          <p:nvPr/>
        </p:nvSpPr>
        <p:spPr>
          <a:xfrm>
            <a:off x="548640" y="329040"/>
            <a:ext cx="8229240" cy="273960"/>
          </a:xfrm>
          <a:prstGeom prst="rect">
            <a:avLst/>
          </a:prstGeom>
          <a:noFill/>
          <a:ln w="0">
            <a:noFill/>
          </a:ln>
        </p:spPr>
        <p:style>
          <a:lnRef idx="0"/>
          <a:fillRef idx="0"/>
          <a:effectRef idx="0"/>
          <a:fontRef idx="minor"/>
        </p:style>
        <p:txBody>
          <a:bodyPr lIns="18360" tIns="9000" rIns="18360" bIns="9000" anchor="t">
            <a:spAutoFit/>
          </a:bodyPr>
          <a:p>
            <a:pPr defTabSz="457200">
              <a:lnSpc>
                <a:spcPct val="100000"/>
              </a:lnSpc>
            </a:pPr>
            <a:r>
              <a:rPr lang="en-US" sz="1150" b="1" u="none" strike="noStrike">
                <a:solidFill>
                  <a:srgbClr val="FF6B1A"/>
                </a:solidFill>
                <a:effectLst/>
                <a:uFillTx/>
                <a:latin typeface="Arial"/>
              </a:rPr>
              <a:t>ARQUETIPO 3 DE 6 · PLANNER-EXECUTOR</a:t>
            </a:r>
            <a:endParaRPr lang="en-US" sz="1150" b="0" u="none" strike="noStrike">
              <a:solidFill>
                <a:srgbClr val="FFFFFF"/>
              </a:solidFill>
              <a:effectLst/>
              <a:uFillTx/>
              <a:latin typeface="Arial"/>
            </a:endParaRPr>
          </a:p>
        </p:txBody>
      </p:sp>
      <p:sp>
        <p:nvSpPr>
          <p:cNvPr id="399" name="TextBox 2"/>
          <p:cNvSpPr/>
          <p:nvPr/>
        </p:nvSpPr>
        <p:spPr>
          <a:xfrm>
            <a:off x="548640" y="603360"/>
            <a:ext cx="11094120" cy="639720"/>
          </a:xfrm>
          <a:prstGeom prst="rect">
            <a:avLst/>
          </a:prstGeom>
          <a:noFill/>
          <a:ln w="0">
            <a:noFill/>
          </a:ln>
        </p:spPr>
        <p:style>
          <a:lnRef idx="0"/>
          <a:fillRef idx="0"/>
          <a:effectRef idx="0"/>
          <a:fontRef idx="minor"/>
        </p:style>
        <p:txBody>
          <a:bodyPr lIns="18360" tIns="9000" rIns="18360" bIns="9000" anchor="ctr">
            <a:spAutoFit/>
          </a:bodyPr>
          <a:p>
            <a:pPr defTabSz="457200">
              <a:lnSpc>
                <a:spcPct val="100000"/>
              </a:lnSpc>
            </a:pPr>
            <a:r>
              <a:rPr lang="en-US" sz="2600" b="1" u="none" strike="noStrike">
                <a:solidFill>
                  <a:srgbClr val="F2F2F2"/>
                </a:solidFill>
                <a:effectLst/>
                <a:uFillTx/>
                <a:latin typeface="Arial"/>
              </a:rPr>
              <a:t>Planner-Executor: las tres decisiones de orquestación</a:t>
            </a:r>
            <a:endParaRPr lang="en-US" sz="2600" b="0" u="none" strike="noStrike">
              <a:solidFill>
                <a:srgbClr val="FFFFFF"/>
              </a:solidFill>
              <a:effectLst/>
              <a:uFillTx/>
              <a:latin typeface="Arial"/>
            </a:endParaRPr>
          </a:p>
        </p:txBody>
      </p:sp>
      <p:sp>
        <p:nvSpPr>
          <p:cNvPr id="400" name="TextBox 3"/>
          <p:cNvSpPr/>
          <p:nvPr/>
        </p:nvSpPr>
        <p:spPr>
          <a:xfrm>
            <a:off x="548640" y="6492240"/>
            <a:ext cx="7314840" cy="228240"/>
          </a:xfrm>
          <a:prstGeom prst="rect">
            <a:avLst/>
          </a:prstGeom>
          <a:noFill/>
          <a:ln w="0">
            <a:noFill/>
          </a:ln>
        </p:spPr>
        <p:style>
          <a:lnRef idx="0"/>
          <a:fillRef idx="0"/>
          <a:effectRef idx="0"/>
          <a:fontRef idx="minor"/>
        </p:style>
        <p:txBody>
          <a:bodyPr lIns="18360" tIns="9000" rIns="18360" bIns="9000" anchor="t">
            <a:spAutoFit/>
          </a:bodyPr>
          <a:p>
            <a:pPr defTabSz="457200">
              <a:lnSpc>
                <a:spcPct val="100000"/>
              </a:lnSpc>
            </a:pPr>
            <a:r>
              <a:rPr lang="en-US" sz="900" b="0" u="none" strike="noStrike">
                <a:solidFill>
                  <a:srgbClr val="9A9A9A"/>
                </a:solidFill>
                <a:effectLst/>
                <a:uFillTx/>
                <a:latin typeface="Arial"/>
              </a:rPr>
              <a:t>Arquetipos de agentes · Módulo 5 · UTDT</a:t>
            </a:r>
            <a:endParaRPr lang="en-US" sz="900" b="0" u="none" strike="noStrike">
              <a:solidFill>
                <a:srgbClr val="FFFFFF"/>
              </a:solidFill>
              <a:effectLst/>
              <a:uFillTx/>
              <a:latin typeface="Arial"/>
            </a:endParaRPr>
          </a:p>
        </p:txBody>
      </p:sp>
      <p:sp>
        <p:nvSpPr>
          <p:cNvPr id="401" name="TextBox 4"/>
          <p:cNvSpPr/>
          <p:nvPr/>
        </p:nvSpPr>
        <p:spPr>
          <a:xfrm>
            <a:off x="10271520" y="6492240"/>
            <a:ext cx="1371240" cy="228240"/>
          </a:xfrm>
          <a:prstGeom prst="rect">
            <a:avLst/>
          </a:prstGeom>
          <a:noFill/>
          <a:ln w="0">
            <a:noFill/>
          </a:ln>
        </p:spPr>
        <p:style>
          <a:lnRef idx="0"/>
          <a:fillRef idx="0"/>
          <a:effectRef idx="0"/>
          <a:fontRef idx="minor"/>
        </p:style>
        <p:txBody>
          <a:bodyPr lIns="18360" tIns="9000" rIns="18360" bIns="9000" anchor="t">
            <a:spAutoFit/>
          </a:bodyPr>
          <a:p>
            <a:pPr algn="r" defTabSz="457200">
              <a:lnSpc>
                <a:spcPct val="100000"/>
              </a:lnSpc>
            </a:pPr>
            <a:r>
              <a:rPr lang="en-US" sz="900" b="0" u="none" strike="noStrike">
                <a:solidFill>
                  <a:srgbClr val="9A9A9A"/>
                </a:solidFill>
                <a:effectLst/>
                <a:uFillTx/>
                <a:latin typeface="Arial"/>
              </a:rPr>
              <a:t>17 / 35</a:t>
            </a:r>
            <a:endParaRPr lang="en-US" sz="900" b="0" u="none" strike="noStrike">
              <a:solidFill>
                <a:srgbClr val="FFFFFF"/>
              </a:solidFill>
              <a:effectLst/>
              <a:uFillTx/>
              <a:latin typeface="Arial"/>
            </a:endParaRPr>
          </a:p>
        </p:txBody>
      </p:sp>
      <p:sp>
        <p:nvSpPr>
          <p:cNvPr id="402" name="Rectangle 5"/>
          <p:cNvSpPr/>
          <p:nvPr/>
        </p:nvSpPr>
        <p:spPr>
          <a:xfrm>
            <a:off x="548640" y="1417320"/>
            <a:ext cx="3563640" cy="4388760"/>
          </a:xfrm>
          <a:prstGeom prst="rect">
            <a:avLst/>
          </a:prstGeom>
          <a:solidFill>
            <a:srgbClr val="0E0E0E"/>
          </a:solidFill>
          <a:ln>
            <a:solidFill>
              <a:srgbClr val="2A2A2A"/>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403" name="Rectangle 6"/>
          <p:cNvSpPr/>
          <p:nvPr/>
        </p:nvSpPr>
        <p:spPr>
          <a:xfrm>
            <a:off x="548640" y="1417320"/>
            <a:ext cx="3563640" cy="63720"/>
          </a:xfrm>
          <a:prstGeom prst="rect">
            <a:avLst/>
          </a:prstGeom>
          <a:solidFill>
            <a:srgbClr val="FF6B1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19080" rIns="90000" bIns="19080" anchor="ctr">
            <a:noAutofit/>
          </a:bodyPr>
          <a:p>
            <a:endParaRPr lang="en-US" sz="1800" b="0" u="none" strike="noStrike">
              <a:solidFill>
                <a:schemeClr val="lt1"/>
              </a:solidFill>
              <a:effectLst/>
              <a:uFillTx/>
              <a:latin typeface="Calibri"/>
            </a:endParaRPr>
          </a:p>
        </p:txBody>
      </p:sp>
      <p:sp>
        <p:nvSpPr>
          <p:cNvPr id="404" name="TextBox 7"/>
          <p:cNvSpPr/>
          <p:nvPr/>
        </p:nvSpPr>
        <p:spPr>
          <a:xfrm>
            <a:off x="713160" y="1563480"/>
            <a:ext cx="3234600" cy="4187520"/>
          </a:xfrm>
          <a:prstGeom prst="rect">
            <a:avLst/>
          </a:prstGeom>
          <a:noFill/>
          <a:ln w="0">
            <a:noFill/>
          </a:ln>
        </p:spPr>
        <p:style>
          <a:lnRef idx="0"/>
          <a:fillRef idx="0"/>
          <a:effectRef idx="0"/>
          <a:fontRef idx="minor"/>
        </p:style>
        <p:txBody>
          <a:bodyPr lIns="18360" tIns="0" rIns="18360" bIns="0" anchor="t">
            <a:spAutoFit/>
          </a:bodyPr>
          <a:p>
            <a:pPr defTabSz="457200">
              <a:lnSpc>
                <a:spcPct val="100000"/>
              </a:lnSpc>
              <a:spcAft>
                <a:spcPts val="799"/>
              </a:spcAft>
            </a:pPr>
            <a:r>
              <a:rPr lang="en-US" sz="1790" b="1" u="none" strike="noStrike">
                <a:solidFill>
                  <a:srgbClr val="FF6B1A"/>
                </a:solidFill>
                <a:effectLst/>
                <a:uFillTx/>
                <a:latin typeface="Arial"/>
              </a:rPr>
              <a:t>Qué se ejecuta después</a:t>
            </a:r>
            <a:endParaRPr lang="en-US" sz="1790" b="0" u="none" strike="noStrike">
              <a:solidFill>
                <a:srgbClr val="FFFFFF"/>
              </a:solidFill>
              <a:effectLst/>
              <a:uFillTx/>
              <a:latin typeface="Arial"/>
            </a:endParaRPr>
          </a:p>
          <a:p>
            <a:pPr marL="171360" indent="-171360" defTabSz="457200">
              <a:lnSpc>
                <a:spcPct val="100000"/>
              </a:lnSpc>
              <a:spcAft>
                <a:spcPts val="879"/>
              </a:spcAft>
              <a:buClr>
                <a:srgbClr val="D6D6D6"/>
              </a:buClr>
              <a:buFont typeface="Symbol" charset="2"/>
              <a:buChar char=""/>
            </a:pPr>
            <a:r>
              <a:rPr lang="en-US" sz="1600" b="0" u="none" strike="noStrike">
                <a:solidFill>
                  <a:srgbClr val="D6D6D6"/>
                </a:solidFill>
                <a:effectLst/>
                <a:uFillTx/>
                <a:latin typeface="Arial"/>
              </a:rPr>
              <a:t>El Planner (LLM) decide todo el recorrido de una sola vez, por adelantado.</a:t>
            </a:r>
            <a:endParaRPr lang="en-US" sz="1600" b="0" u="none" strike="noStrike">
              <a:solidFill>
                <a:srgbClr val="FFFFFF"/>
              </a:solidFill>
              <a:effectLst/>
              <a:uFillTx/>
              <a:latin typeface="Arial"/>
            </a:endParaRPr>
          </a:p>
          <a:p>
            <a:pPr marL="171360" indent="-171360" defTabSz="457200">
              <a:lnSpc>
                <a:spcPct val="100000"/>
              </a:lnSpc>
              <a:spcAft>
                <a:spcPts val="879"/>
              </a:spcAft>
              <a:buClr>
                <a:srgbClr val="D6D6D6"/>
              </a:buClr>
              <a:buFont typeface="Symbol" charset="2"/>
              <a:buChar char=""/>
            </a:pPr>
            <a:r>
              <a:rPr lang="en-US" sz="1600" b="0" u="none" strike="noStrike">
                <a:solidFill>
                  <a:srgbClr val="D6D6D6"/>
                </a:solidFill>
                <a:effectLst/>
                <a:uFillTx/>
                <a:latin typeface="Arial"/>
              </a:rPr>
              <a:t>El Executor no vuelve a decidir «qué sigue»: el orden viene del plan.</a:t>
            </a:r>
            <a:endParaRPr lang="en-US" sz="1600" b="0" u="none" strike="noStrike">
              <a:solidFill>
                <a:srgbClr val="FFFFFF"/>
              </a:solidFill>
              <a:effectLst/>
              <a:uFillTx/>
              <a:latin typeface="Arial"/>
            </a:endParaRPr>
          </a:p>
          <a:p>
            <a:pPr marL="171360" indent="-171360" defTabSz="457200">
              <a:lnSpc>
                <a:spcPct val="100000"/>
              </a:lnSpc>
              <a:spcAft>
                <a:spcPts val="879"/>
              </a:spcAft>
              <a:buClr>
                <a:srgbClr val="D6D6D6"/>
              </a:buClr>
              <a:buFont typeface="Symbol" charset="2"/>
              <a:buChar char=""/>
            </a:pPr>
            <a:r>
              <a:rPr lang="en-US" sz="1600" b="0" u="none" strike="noStrike">
                <a:solidFill>
                  <a:srgbClr val="D6D6D6"/>
                </a:solidFill>
                <a:effectLst/>
                <a:uFillTx/>
                <a:latin typeface="Arial"/>
              </a:rPr>
              <a:t>El código puede paralelizar los pasos que no dependen entre sí.</a:t>
            </a:r>
            <a:endParaRPr lang="en-US" sz="1600" b="0" u="none" strike="noStrike">
              <a:solidFill>
                <a:srgbClr val="FFFFFF"/>
              </a:solidFill>
              <a:effectLst/>
              <a:uFillTx/>
              <a:latin typeface="Arial"/>
            </a:endParaRPr>
          </a:p>
        </p:txBody>
      </p:sp>
      <p:sp>
        <p:nvSpPr>
          <p:cNvPr id="405" name="Rectangle 8"/>
          <p:cNvSpPr/>
          <p:nvPr/>
        </p:nvSpPr>
        <p:spPr>
          <a:xfrm>
            <a:off x="4313880" y="1417320"/>
            <a:ext cx="3563640" cy="4388760"/>
          </a:xfrm>
          <a:prstGeom prst="rect">
            <a:avLst/>
          </a:prstGeom>
          <a:solidFill>
            <a:srgbClr val="0E0E0E"/>
          </a:solidFill>
          <a:ln>
            <a:solidFill>
              <a:srgbClr val="2A2A2A"/>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406" name="Rectangle 9"/>
          <p:cNvSpPr/>
          <p:nvPr/>
        </p:nvSpPr>
        <p:spPr>
          <a:xfrm>
            <a:off x="4313880" y="1417320"/>
            <a:ext cx="3563640" cy="63720"/>
          </a:xfrm>
          <a:prstGeom prst="rect">
            <a:avLst/>
          </a:prstGeom>
          <a:solidFill>
            <a:srgbClr val="F5C542"/>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19080" rIns="90000" bIns="19080" anchor="ctr">
            <a:noAutofit/>
          </a:bodyPr>
          <a:p>
            <a:endParaRPr lang="en-US" sz="1800" b="0" u="none" strike="noStrike">
              <a:solidFill>
                <a:schemeClr val="lt1"/>
              </a:solidFill>
              <a:effectLst/>
              <a:uFillTx/>
              <a:latin typeface="Calibri"/>
            </a:endParaRPr>
          </a:p>
        </p:txBody>
      </p:sp>
      <p:sp>
        <p:nvSpPr>
          <p:cNvPr id="407" name="TextBox 10"/>
          <p:cNvSpPr/>
          <p:nvPr/>
        </p:nvSpPr>
        <p:spPr>
          <a:xfrm>
            <a:off x="4478400" y="1563480"/>
            <a:ext cx="3234600" cy="4187520"/>
          </a:xfrm>
          <a:prstGeom prst="rect">
            <a:avLst/>
          </a:prstGeom>
          <a:noFill/>
          <a:ln w="0">
            <a:noFill/>
          </a:ln>
        </p:spPr>
        <p:style>
          <a:lnRef idx="0"/>
          <a:fillRef idx="0"/>
          <a:effectRef idx="0"/>
          <a:fontRef idx="minor"/>
        </p:style>
        <p:txBody>
          <a:bodyPr lIns="18360" tIns="0" rIns="18360" bIns="0" anchor="t">
            <a:spAutoFit/>
          </a:bodyPr>
          <a:p>
            <a:pPr defTabSz="457200">
              <a:lnSpc>
                <a:spcPct val="100000"/>
              </a:lnSpc>
              <a:spcAft>
                <a:spcPts val="799"/>
              </a:spcAft>
            </a:pPr>
            <a:r>
              <a:rPr lang="en-US" sz="1790" b="1" u="none" strike="noStrike">
                <a:solidFill>
                  <a:srgbClr val="F5C542"/>
                </a:solidFill>
                <a:effectLst/>
                <a:uFillTx/>
                <a:latin typeface="Arial"/>
              </a:rPr>
              <a:t>Con qué contexto</a:t>
            </a:r>
            <a:endParaRPr lang="en-US" sz="1790" b="0" u="none" strike="noStrike">
              <a:solidFill>
                <a:srgbClr val="FFFFFF"/>
              </a:solidFill>
              <a:effectLst/>
              <a:uFillTx/>
              <a:latin typeface="Arial"/>
            </a:endParaRPr>
          </a:p>
          <a:p>
            <a:pPr marL="171360" indent="-171360" defTabSz="457200">
              <a:lnSpc>
                <a:spcPct val="100000"/>
              </a:lnSpc>
              <a:spcAft>
                <a:spcPts val="879"/>
              </a:spcAft>
              <a:buClr>
                <a:srgbClr val="D6D6D6"/>
              </a:buClr>
              <a:buFont typeface="Symbol" charset="2"/>
              <a:buChar char=""/>
            </a:pPr>
            <a:r>
              <a:rPr lang="en-US" sz="1600" b="0" u="none" strike="noStrike">
                <a:solidFill>
                  <a:srgbClr val="D6D6D6"/>
                </a:solidFill>
                <a:effectLst/>
                <a:uFillTx/>
                <a:latin typeface="Arial"/>
              </a:rPr>
              <a:t>El plan es el artefacto compartido que conecta las dos fases.</a:t>
            </a:r>
            <a:endParaRPr lang="en-US" sz="1600" b="0" u="none" strike="noStrike">
              <a:solidFill>
                <a:srgbClr val="FFFFFF"/>
              </a:solidFill>
              <a:effectLst/>
              <a:uFillTx/>
              <a:latin typeface="Arial"/>
            </a:endParaRPr>
          </a:p>
          <a:p>
            <a:pPr marL="171360" indent="-171360" defTabSz="457200">
              <a:lnSpc>
                <a:spcPct val="100000"/>
              </a:lnSpc>
              <a:spcAft>
                <a:spcPts val="879"/>
              </a:spcAft>
              <a:buClr>
                <a:srgbClr val="D6D6D6"/>
              </a:buClr>
              <a:buFont typeface="Symbol" charset="2"/>
              <a:buChar char=""/>
            </a:pPr>
            <a:r>
              <a:rPr lang="en-US" sz="1600" b="0" u="none" strike="noStrike">
                <a:solidFill>
                  <a:srgbClr val="D6D6D6"/>
                </a:solidFill>
                <a:effectLst/>
                <a:uFillTx/>
                <a:latin typeface="Arial"/>
              </a:rPr>
              <a:t>El Planner ve el objetivo y el catálogo de herramientas, no los resultados.</a:t>
            </a:r>
            <a:endParaRPr lang="en-US" sz="1600" b="0" u="none" strike="noStrike">
              <a:solidFill>
                <a:srgbClr val="FFFFFF"/>
              </a:solidFill>
              <a:effectLst/>
              <a:uFillTx/>
              <a:latin typeface="Arial"/>
            </a:endParaRPr>
          </a:p>
          <a:p>
            <a:pPr marL="171360" indent="-171360" defTabSz="457200">
              <a:lnSpc>
                <a:spcPct val="100000"/>
              </a:lnSpc>
              <a:spcAft>
                <a:spcPts val="879"/>
              </a:spcAft>
              <a:buClr>
                <a:srgbClr val="D6D6D6"/>
              </a:buClr>
              <a:buFont typeface="Symbol" charset="2"/>
              <a:buChar char=""/>
            </a:pPr>
            <a:r>
              <a:rPr lang="en-US" sz="1600" b="0" u="none" strike="noStrike">
                <a:solidFill>
                  <a:srgbClr val="D6D6D6"/>
                </a:solidFill>
                <a:effectLst/>
                <a:uFillTx/>
                <a:latin typeface="Arial"/>
              </a:rPr>
              <a:t>Cada paso ve su instrucción y las salidas de los pasos de los que depende, no todo el historial.</a:t>
            </a:r>
            <a:endParaRPr lang="en-US" sz="1600" b="0" u="none" strike="noStrike">
              <a:solidFill>
                <a:srgbClr val="FFFFFF"/>
              </a:solidFill>
              <a:effectLst/>
              <a:uFillTx/>
              <a:latin typeface="Arial"/>
            </a:endParaRPr>
          </a:p>
        </p:txBody>
      </p:sp>
      <p:sp>
        <p:nvSpPr>
          <p:cNvPr id="408" name="Rectangle 11"/>
          <p:cNvSpPr/>
          <p:nvPr/>
        </p:nvSpPr>
        <p:spPr>
          <a:xfrm>
            <a:off x="8079120" y="1417320"/>
            <a:ext cx="3563640" cy="4388760"/>
          </a:xfrm>
          <a:prstGeom prst="rect">
            <a:avLst/>
          </a:prstGeom>
          <a:solidFill>
            <a:srgbClr val="0E0E0E"/>
          </a:solidFill>
          <a:ln>
            <a:solidFill>
              <a:srgbClr val="2A2A2A"/>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409" name="Rectangle 12"/>
          <p:cNvSpPr/>
          <p:nvPr/>
        </p:nvSpPr>
        <p:spPr>
          <a:xfrm>
            <a:off x="8079120" y="1417320"/>
            <a:ext cx="3563640" cy="63720"/>
          </a:xfrm>
          <a:prstGeom prst="rect">
            <a:avLst/>
          </a:prstGeom>
          <a:solidFill>
            <a:srgbClr val="4DA3FF"/>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19080" rIns="90000" bIns="19080" anchor="ctr">
            <a:noAutofit/>
          </a:bodyPr>
          <a:p>
            <a:endParaRPr lang="en-US" sz="1800" b="0" u="none" strike="noStrike">
              <a:solidFill>
                <a:schemeClr val="lt1"/>
              </a:solidFill>
              <a:effectLst/>
              <a:uFillTx/>
              <a:latin typeface="Calibri"/>
            </a:endParaRPr>
          </a:p>
        </p:txBody>
      </p:sp>
      <p:sp>
        <p:nvSpPr>
          <p:cNvPr id="410" name="TextBox 13"/>
          <p:cNvSpPr/>
          <p:nvPr/>
        </p:nvSpPr>
        <p:spPr>
          <a:xfrm>
            <a:off x="8243640" y="1563480"/>
            <a:ext cx="3234600" cy="4187520"/>
          </a:xfrm>
          <a:prstGeom prst="rect">
            <a:avLst/>
          </a:prstGeom>
          <a:noFill/>
          <a:ln w="0">
            <a:noFill/>
          </a:ln>
        </p:spPr>
        <p:style>
          <a:lnRef idx="0"/>
          <a:fillRef idx="0"/>
          <a:effectRef idx="0"/>
          <a:fontRef idx="minor"/>
        </p:style>
        <p:txBody>
          <a:bodyPr lIns="18360" tIns="0" rIns="18360" bIns="0" anchor="t">
            <a:spAutoFit/>
          </a:bodyPr>
          <a:p>
            <a:pPr defTabSz="457200">
              <a:lnSpc>
                <a:spcPct val="100000"/>
              </a:lnSpc>
              <a:spcAft>
                <a:spcPts val="799"/>
              </a:spcAft>
            </a:pPr>
            <a:r>
              <a:rPr lang="en-US" sz="1790" b="1" u="none" strike="noStrike">
                <a:solidFill>
                  <a:srgbClr val="4DA3FF"/>
                </a:solidFill>
                <a:effectLst/>
                <a:uFillTx/>
                <a:latin typeface="Arial"/>
              </a:rPr>
              <a:t>Cuándo se detiene</a:t>
            </a:r>
            <a:endParaRPr lang="en-US" sz="1790" b="0" u="none" strike="noStrike">
              <a:solidFill>
                <a:srgbClr val="FFFFFF"/>
              </a:solidFill>
              <a:effectLst/>
              <a:uFillTx/>
              <a:latin typeface="Arial"/>
            </a:endParaRPr>
          </a:p>
          <a:p>
            <a:pPr marL="171360" indent="-171360" defTabSz="457200">
              <a:lnSpc>
                <a:spcPct val="100000"/>
              </a:lnSpc>
              <a:spcAft>
                <a:spcPts val="879"/>
              </a:spcAft>
              <a:buClr>
                <a:srgbClr val="D6D6D6"/>
              </a:buClr>
              <a:buFont typeface="Symbol" charset="2"/>
              <a:buChar char=""/>
            </a:pPr>
            <a:r>
              <a:rPr lang="en-US" sz="1600" b="0" u="none" strike="noStrike">
                <a:solidFill>
                  <a:srgbClr val="D6D6D6"/>
                </a:solidFill>
                <a:effectLst/>
                <a:uFillTx/>
                <a:latin typeface="Arial"/>
              </a:rPr>
              <a:t>Cuando se completan todos los pasos: una condición observable y determinista.</a:t>
            </a:r>
            <a:endParaRPr lang="en-US" sz="1600" b="0" u="none" strike="noStrike">
              <a:solidFill>
                <a:srgbClr val="FFFFFF"/>
              </a:solidFill>
              <a:effectLst/>
              <a:uFillTx/>
              <a:latin typeface="Arial"/>
            </a:endParaRPr>
          </a:p>
          <a:p>
            <a:pPr marL="171360" indent="-171360" defTabSz="457200">
              <a:lnSpc>
                <a:spcPct val="100000"/>
              </a:lnSpc>
              <a:spcAft>
                <a:spcPts val="879"/>
              </a:spcAft>
              <a:buClr>
                <a:srgbClr val="D6D6D6"/>
              </a:buClr>
              <a:buFont typeface="Symbol" charset="2"/>
              <a:buChar char=""/>
            </a:pPr>
            <a:r>
              <a:rPr lang="en-US" sz="1600" b="0" u="none" strike="noStrike">
                <a:solidFill>
                  <a:srgbClr val="D6D6D6"/>
                </a:solidFill>
                <a:effectLst/>
                <a:uFillTx/>
                <a:latin typeface="Arial"/>
              </a:rPr>
              <a:t>Si un paso falla, una política decide: reintentar, replanificar o escalar.</a:t>
            </a:r>
            <a:endParaRPr lang="en-US" sz="1600" b="0" u="none" strike="noStrike">
              <a:solidFill>
                <a:srgbClr val="FFFFFF"/>
              </a:solidFill>
              <a:effectLst/>
              <a:uFillTx/>
              <a:latin typeface="Arial"/>
            </a:endParaRPr>
          </a:p>
          <a:p>
            <a:pPr marL="171360" indent="-171360" defTabSz="457200">
              <a:lnSpc>
                <a:spcPct val="100000"/>
              </a:lnSpc>
              <a:spcAft>
                <a:spcPts val="879"/>
              </a:spcAft>
              <a:buClr>
                <a:srgbClr val="D6D6D6"/>
              </a:buClr>
              <a:buFont typeface="Symbol" charset="2"/>
              <a:buChar char=""/>
            </a:pPr>
            <a:r>
              <a:rPr lang="en-US" sz="1600" b="0" u="none" strike="noStrike">
                <a:solidFill>
                  <a:srgbClr val="D6D6D6"/>
                </a:solidFill>
                <a:effectLst/>
                <a:uFillTx/>
                <a:latin typeface="Arial"/>
              </a:rPr>
              <a:t>La replanificación necesita un tope; si no, degenera en un ReAct caro.</a:t>
            </a:r>
            <a:endParaRPr lang="en-US" sz="1600" b="0" u="none" strike="noStrike">
              <a:solidFill>
                <a:srgbClr val="FFFFFF"/>
              </a:solidFill>
              <a:effectLst/>
              <a:uFillTx/>
              <a:latin typeface="Arial"/>
            </a:endParaRPr>
          </a:p>
        </p:txBody>
      </p:sp>
      <p:sp>
        <p:nvSpPr>
          <p:cNvPr id="411" name="TextBox 14"/>
          <p:cNvSpPr/>
          <p:nvPr/>
        </p:nvSpPr>
        <p:spPr>
          <a:xfrm>
            <a:off x="548640" y="5943600"/>
            <a:ext cx="11094120" cy="456840"/>
          </a:xfrm>
          <a:prstGeom prst="rect">
            <a:avLst/>
          </a:prstGeom>
          <a:noFill/>
          <a:ln w="0">
            <a:noFill/>
          </a:ln>
        </p:spPr>
        <p:style>
          <a:lnRef idx="0"/>
          <a:fillRef idx="0"/>
          <a:effectRef idx="0"/>
          <a:fontRef idx="minor"/>
        </p:style>
        <p:txBody>
          <a:bodyPr lIns="18360" tIns="9000" rIns="18360" bIns="9000" anchor="ctr">
            <a:spAutoFit/>
          </a:bodyPr>
          <a:p>
            <a:pPr defTabSz="457200">
              <a:lnSpc>
                <a:spcPct val="100000"/>
              </a:lnSpc>
            </a:pPr>
            <a:r>
              <a:rPr lang="en-US" sz="1300" b="0" i="1" u="none" strike="noStrike">
                <a:solidFill>
                  <a:srgbClr val="9A9A9A"/>
                </a:solidFill>
                <a:effectLst/>
                <a:uFillTx/>
                <a:latin typeface="Arial"/>
              </a:rPr>
              <a:t>El control migra del modelo al plan: se pierde adaptación y se gana inspección.</a:t>
            </a:r>
            <a:endParaRPr lang="en-US" sz="130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1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00000"/>
        </a:solidFill>
      </p:bgPr>
    </p:bg>
    <p:spTree>
      <p:nvGrpSpPr>
        <p:cNvPr id="1" name=""/>
        <p:cNvGrpSpPr/>
        <p:nvPr/>
      </p:nvGrpSpPr>
      <p:grpSpPr>
        <a:xfrm>
          <a:off x="0" y="0"/>
          <a:ext cx="0" cy="0"/>
          <a:chOff x="0" y="0"/>
          <a:chExt cx="0" cy="0"/>
        </a:xfrm>
      </p:grpSpPr>
      <p:sp>
        <p:nvSpPr>
          <p:cNvPr id="412" name="TextBox 1"/>
          <p:cNvSpPr/>
          <p:nvPr/>
        </p:nvSpPr>
        <p:spPr>
          <a:xfrm>
            <a:off x="548640" y="329040"/>
            <a:ext cx="8229240" cy="273960"/>
          </a:xfrm>
          <a:prstGeom prst="rect">
            <a:avLst/>
          </a:prstGeom>
          <a:noFill/>
          <a:ln w="0">
            <a:noFill/>
          </a:ln>
        </p:spPr>
        <p:style>
          <a:lnRef idx="0"/>
          <a:fillRef idx="0"/>
          <a:effectRef idx="0"/>
          <a:fontRef idx="minor"/>
        </p:style>
        <p:txBody>
          <a:bodyPr lIns="18360" tIns="9000" rIns="18360" bIns="9000" anchor="t">
            <a:spAutoFit/>
          </a:bodyPr>
          <a:p>
            <a:pPr defTabSz="457200">
              <a:lnSpc>
                <a:spcPct val="100000"/>
              </a:lnSpc>
            </a:pPr>
            <a:r>
              <a:rPr lang="en-US" sz="1150" b="1" u="none" strike="noStrike">
                <a:solidFill>
                  <a:srgbClr val="FF6B1A"/>
                </a:solidFill>
                <a:effectLst/>
                <a:uFillTx/>
                <a:latin typeface="Arial"/>
              </a:rPr>
              <a:t>ARQUETIPO 3 DE 6 · PLANNER-EXECUTOR</a:t>
            </a:r>
            <a:endParaRPr lang="en-US" sz="1150" b="0" u="none" strike="noStrike">
              <a:solidFill>
                <a:srgbClr val="FFFFFF"/>
              </a:solidFill>
              <a:effectLst/>
              <a:uFillTx/>
              <a:latin typeface="Arial"/>
            </a:endParaRPr>
          </a:p>
        </p:txBody>
      </p:sp>
      <p:sp>
        <p:nvSpPr>
          <p:cNvPr id="413" name="TextBox 2"/>
          <p:cNvSpPr/>
          <p:nvPr/>
        </p:nvSpPr>
        <p:spPr>
          <a:xfrm>
            <a:off x="548640" y="603360"/>
            <a:ext cx="11094120" cy="639720"/>
          </a:xfrm>
          <a:prstGeom prst="rect">
            <a:avLst/>
          </a:prstGeom>
          <a:noFill/>
          <a:ln w="0">
            <a:noFill/>
          </a:ln>
        </p:spPr>
        <p:style>
          <a:lnRef idx="0"/>
          <a:fillRef idx="0"/>
          <a:effectRef idx="0"/>
          <a:fontRef idx="minor"/>
        </p:style>
        <p:txBody>
          <a:bodyPr lIns="18360" tIns="9000" rIns="18360" bIns="9000" anchor="ctr">
            <a:spAutoFit/>
          </a:bodyPr>
          <a:p>
            <a:pPr defTabSz="457200">
              <a:lnSpc>
                <a:spcPct val="100000"/>
              </a:lnSpc>
            </a:pPr>
            <a:r>
              <a:rPr lang="en-US" sz="2600" b="1" u="none" strike="noStrike">
                <a:solidFill>
                  <a:srgbClr val="F2F2F2"/>
                </a:solidFill>
                <a:effectLst/>
                <a:uFillTx/>
                <a:latin typeface="Arial"/>
              </a:rPr>
              <a:t>Planner-Executor: fallas típicas y criterio de uso</a:t>
            </a:r>
            <a:endParaRPr lang="en-US" sz="2600" b="0" u="none" strike="noStrike">
              <a:solidFill>
                <a:srgbClr val="FFFFFF"/>
              </a:solidFill>
              <a:effectLst/>
              <a:uFillTx/>
              <a:latin typeface="Arial"/>
            </a:endParaRPr>
          </a:p>
        </p:txBody>
      </p:sp>
      <p:sp>
        <p:nvSpPr>
          <p:cNvPr id="414" name="TextBox 3"/>
          <p:cNvSpPr/>
          <p:nvPr/>
        </p:nvSpPr>
        <p:spPr>
          <a:xfrm>
            <a:off x="548640" y="6492240"/>
            <a:ext cx="7314840" cy="228240"/>
          </a:xfrm>
          <a:prstGeom prst="rect">
            <a:avLst/>
          </a:prstGeom>
          <a:noFill/>
          <a:ln w="0">
            <a:noFill/>
          </a:ln>
        </p:spPr>
        <p:style>
          <a:lnRef idx="0"/>
          <a:fillRef idx="0"/>
          <a:effectRef idx="0"/>
          <a:fontRef idx="minor"/>
        </p:style>
        <p:txBody>
          <a:bodyPr lIns="18360" tIns="9000" rIns="18360" bIns="9000" anchor="t">
            <a:spAutoFit/>
          </a:bodyPr>
          <a:p>
            <a:pPr defTabSz="457200">
              <a:lnSpc>
                <a:spcPct val="100000"/>
              </a:lnSpc>
            </a:pPr>
            <a:r>
              <a:rPr lang="en-US" sz="900" b="0" u="none" strike="noStrike">
                <a:solidFill>
                  <a:srgbClr val="9A9A9A"/>
                </a:solidFill>
                <a:effectLst/>
                <a:uFillTx/>
                <a:latin typeface="Arial"/>
              </a:rPr>
              <a:t>Arquetipos de agentes · Módulo 5 · UTDT</a:t>
            </a:r>
            <a:endParaRPr lang="en-US" sz="900" b="0" u="none" strike="noStrike">
              <a:solidFill>
                <a:srgbClr val="FFFFFF"/>
              </a:solidFill>
              <a:effectLst/>
              <a:uFillTx/>
              <a:latin typeface="Arial"/>
            </a:endParaRPr>
          </a:p>
        </p:txBody>
      </p:sp>
      <p:sp>
        <p:nvSpPr>
          <p:cNvPr id="415" name="TextBox 4"/>
          <p:cNvSpPr/>
          <p:nvPr/>
        </p:nvSpPr>
        <p:spPr>
          <a:xfrm>
            <a:off x="10271520" y="6492240"/>
            <a:ext cx="1371240" cy="228240"/>
          </a:xfrm>
          <a:prstGeom prst="rect">
            <a:avLst/>
          </a:prstGeom>
          <a:noFill/>
          <a:ln w="0">
            <a:noFill/>
          </a:ln>
        </p:spPr>
        <p:style>
          <a:lnRef idx="0"/>
          <a:fillRef idx="0"/>
          <a:effectRef idx="0"/>
          <a:fontRef idx="minor"/>
        </p:style>
        <p:txBody>
          <a:bodyPr lIns="18360" tIns="9000" rIns="18360" bIns="9000" anchor="t">
            <a:spAutoFit/>
          </a:bodyPr>
          <a:p>
            <a:pPr algn="r" defTabSz="457200">
              <a:lnSpc>
                <a:spcPct val="100000"/>
              </a:lnSpc>
            </a:pPr>
            <a:r>
              <a:rPr lang="en-US" sz="900" b="0" u="none" strike="noStrike">
                <a:solidFill>
                  <a:srgbClr val="9A9A9A"/>
                </a:solidFill>
                <a:effectLst/>
                <a:uFillTx/>
                <a:latin typeface="Arial"/>
              </a:rPr>
              <a:t>18 / 35</a:t>
            </a:r>
            <a:endParaRPr lang="en-US" sz="900" b="0" u="none" strike="noStrike">
              <a:solidFill>
                <a:srgbClr val="FFFFFF"/>
              </a:solidFill>
              <a:effectLst/>
              <a:uFillTx/>
              <a:latin typeface="Arial"/>
            </a:endParaRPr>
          </a:p>
        </p:txBody>
      </p:sp>
      <p:sp>
        <p:nvSpPr>
          <p:cNvPr id="416" name="Rectangle 5"/>
          <p:cNvSpPr/>
          <p:nvPr/>
        </p:nvSpPr>
        <p:spPr>
          <a:xfrm>
            <a:off x="548640" y="1417320"/>
            <a:ext cx="5446440" cy="4388760"/>
          </a:xfrm>
          <a:prstGeom prst="rect">
            <a:avLst/>
          </a:prstGeom>
          <a:solidFill>
            <a:srgbClr val="0E0E0E"/>
          </a:solidFill>
          <a:ln>
            <a:solidFill>
              <a:srgbClr val="2A2A2A"/>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417" name="Rectangle 6"/>
          <p:cNvSpPr/>
          <p:nvPr/>
        </p:nvSpPr>
        <p:spPr>
          <a:xfrm>
            <a:off x="548640" y="1417320"/>
            <a:ext cx="5446440" cy="63720"/>
          </a:xfrm>
          <a:prstGeom prst="rect">
            <a:avLst/>
          </a:prstGeom>
          <a:solidFill>
            <a:srgbClr val="FF6B1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19080" rIns="90000" bIns="19080" anchor="ctr">
            <a:noAutofit/>
          </a:bodyPr>
          <a:p>
            <a:endParaRPr lang="en-US" sz="1800" b="0" u="none" strike="noStrike">
              <a:solidFill>
                <a:schemeClr val="lt1"/>
              </a:solidFill>
              <a:effectLst/>
              <a:uFillTx/>
              <a:latin typeface="Calibri"/>
            </a:endParaRPr>
          </a:p>
        </p:txBody>
      </p:sp>
      <p:sp>
        <p:nvSpPr>
          <p:cNvPr id="418" name="TextBox 7"/>
          <p:cNvSpPr/>
          <p:nvPr/>
        </p:nvSpPr>
        <p:spPr>
          <a:xfrm>
            <a:off x="713160" y="1563480"/>
            <a:ext cx="5117040" cy="4187520"/>
          </a:xfrm>
          <a:prstGeom prst="rect">
            <a:avLst/>
          </a:prstGeom>
          <a:noFill/>
          <a:ln w="0">
            <a:noFill/>
          </a:ln>
        </p:spPr>
        <p:style>
          <a:lnRef idx="0"/>
          <a:fillRef idx="0"/>
          <a:effectRef idx="0"/>
          <a:fontRef idx="minor"/>
        </p:style>
        <p:txBody>
          <a:bodyPr lIns="18360" tIns="0" rIns="18360" bIns="0" anchor="t">
            <a:spAutoFit/>
          </a:bodyPr>
          <a:p>
            <a:pPr defTabSz="457200">
              <a:lnSpc>
                <a:spcPct val="100000"/>
              </a:lnSpc>
              <a:spcAft>
                <a:spcPts val="799"/>
              </a:spcAft>
            </a:pPr>
            <a:r>
              <a:rPr lang="en-US" sz="1790" b="1" u="none" strike="noStrike">
                <a:solidFill>
                  <a:srgbClr val="FF6B1A"/>
                </a:solidFill>
                <a:effectLst/>
                <a:uFillTx/>
                <a:latin typeface="Arial"/>
              </a:rPr>
              <a:t>Fallas típicas</a:t>
            </a:r>
            <a:endParaRPr lang="en-US" sz="1790" b="0" u="none" strike="noStrike">
              <a:solidFill>
                <a:srgbClr val="FFFFFF"/>
              </a:solidFill>
              <a:effectLst/>
              <a:uFillTx/>
              <a:latin typeface="Arial"/>
            </a:endParaRPr>
          </a:p>
          <a:p>
            <a:pPr marL="171360" indent="-171360" defTabSz="457200">
              <a:lnSpc>
                <a:spcPct val="100000"/>
              </a:lnSpc>
              <a:spcAft>
                <a:spcPts val="879"/>
              </a:spcAft>
              <a:buClr>
                <a:srgbClr val="D6D6D6"/>
              </a:buClr>
              <a:buFont typeface="Symbol" charset="2"/>
              <a:buChar char=""/>
            </a:pPr>
            <a:r>
              <a:rPr lang="en-US" sz="1600" b="0" u="none" strike="noStrike">
                <a:solidFill>
                  <a:srgbClr val="D6D6D6"/>
                </a:solidFill>
                <a:effectLst/>
                <a:uFillTx/>
                <a:latin typeface="Arial"/>
              </a:rPr>
              <a:t>Un plan equivocado se ejecuta fielmente: la rigidez es su defecto principal.</a:t>
            </a:r>
            <a:endParaRPr lang="en-US" sz="1600" b="0" u="none" strike="noStrike">
              <a:solidFill>
                <a:srgbClr val="FFFFFF"/>
              </a:solidFill>
              <a:effectLst/>
              <a:uFillTx/>
              <a:latin typeface="Arial"/>
            </a:endParaRPr>
          </a:p>
          <a:p>
            <a:pPr marL="171360" indent="-171360" defTabSz="457200">
              <a:lnSpc>
                <a:spcPct val="100000"/>
              </a:lnSpc>
              <a:spcAft>
                <a:spcPts val="879"/>
              </a:spcAft>
              <a:buClr>
                <a:srgbClr val="D6D6D6"/>
              </a:buClr>
              <a:buFont typeface="Symbol" charset="2"/>
              <a:buChar char=""/>
            </a:pPr>
            <a:r>
              <a:rPr lang="en-US" sz="1600" b="0" u="none" strike="noStrike">
                <a:solidFill>
                  <a:srgbClr val="D6D6D6"/>
                </a:solidFill>
                <a:effectLst/>
                <a:uFillTx/>
                <a:latin typeface="Arial"/>
              </a:rPr>
              <a:t>El plan asume información que todavía no se tenía al planificar.</a:t>
            </a:r>
            <a:endParaRPr lang="en-US" sz="1600" b="0" u="none" strike="noStrike">
              <a:solidFill>
                <a:srgbClr val="FFFFFF"/>
              </a:solidFill>
              <a:effectLst/>
              <a:uFillTx/>
              <a:latin typeface="Arial"/>
            </a:endParaRPr>
          </a:p>
          <a:p>
            <a:pPr marL="171360" indent="-171360" defTabSz="457200">
              <a:lnSpc>
                <a:spcPct val="100000"/>
              </a:lnSpc>
              <a:spcAft>
                <a:spcPts val="879"/>
              </a:spcAft>
              <a:buClr>
                <a:srgbClr val="D6D6D6"/>
              </a:buClr>
              <a:buFont typeface="Symbol" charset="2"/>
              <a:buChar char=""/>
            </a:pPr>
            <a:r>
              <a:rPr lang="en-US" sz="1600" b="0" u="none" strike="noStrike">
                <a:solidFill>
                  <a:srgbClr val="D6D6D6"/>
                </a:solidFill>
                <a:effectLst/>
                <a:uFillTx/>
                <a:latin typeface="Arial"/>
              </a:rPr>
              <a:t>Dependencias mal declaradas: pasos que corren antes de tiempo o quedan huérfanos.</a:t>
            </a:r>
            <a:endParaRPr lang="en-US" sz="1600" b="0" u="none" strike="noStrike">
              <a:solidFill>
                <a:srgbClr val="FFFFFF"/>
              </a:solidFill>
              <a:effectLst/>
              <a:uFillTx/>
              <a:latin typeface="Arial"/>
            </a:endParaRPr>
          </a:p>
          <a:p>
            <a:pPr marL="171360" indent="-171360" defTabSz="457200">
              <a:lnSpc>
                <a:spcPct val="100000"/>
              </a:lnSpc>
              <a:spcAft>
                <a:spcPts val="879"/>
              </a:spcAft>
              <a:buClr>
                <a:srgbClr val="D6D6D6"/>
              </a:buClr>
              <a:buFont typeface="Symbol" charset="2"/>
              <a:buChar char=""/>
            </a:pPr>
            <a:r>
              <a:rPr lang="en-US" sz="1600" b="0" u="none" strike="noStrike">
                <a:solidFill>
                  <a:srgbClr val="D6D6D6"/>
                </a:solidFill>
                <a:effectLst/>
                <a:uFillTx/>
                <a:latin typeface="Arial"/>
              </a:rPr>
              <a:t>Replanificar sin límite: vuelve a ser un ReAct, con el costo de ambos.</a:t>
            </a:r>
            <a:endParaRPr lang="en-US" sz="1600" b="0" u="none" strike="noStrike">
              <a:solidFill>
                <a:srgbClr val="FFFFFF"/>
              </a:solidFill>
              <a:effectLst/>
              <a:uFillTx/>
              <a:latin typeface="Arial"/>
            </a:endParaRPr>
          </a:p>
          <a:p>
            <a:pPr marL="171360" indent="-171360" defTabSz="457200">
              <a:lnSpc>
                <a:spcPct val="100000"/>
              </a:lnSpc>
              <a:spcAft>
                <a:spcPts val="879"/>
              </a:spcAft>
              <a:buClr>
                <a:srgbClr val="D6D6D6"/>
              </a:buClr>
              <a:buFont typeface="Symbol" charset="2"/>
              <a:buChar char=""/>
            </a:pPr>
            <a:r>
              <a:rPr lang="en-US" sz="1600" b="0" u="none" strike="noStrike">
                <a:solidFill>
                  <a:srgbClr val="D6D6D6"/>
                </a:solidFill>
                <a:effectLst/>
                <a:uFillTx/>
                <a:latin typeface="Arial"/>
              </a:rPr>
              <a:t>Sobrecarga en tareas de dos o tres pasos, donde planificar cuesta más que hacer.</a:t>
            </a:r>
            <a:endParaRPr lang="en-US" sz="1600" b="0" u="none" strike="noStrike">
              <a:solidFill>
                <a:srgbClr val="FFFFFF"/>
              </a:solidFill>
              <a:effectLst/>
              <a:uFillTx/>
              <a:latin typeface="Arial"/>
            </a:endParaRPr>
          </a:p>
        </p:txBody>
      </p:sp>
      <p:sp>
        <p:nvSpPr>
          <p:cNvPr id="419" name="Rectangle 8"/>
          <p:cNvSpPr/>
          <p:nvPr/>
        </p:nvSpPr>
        <p:spPr>
          <a:xfrm>
            <a:off x="6196320" y="1417320"/>
            <a:ext cx="5446440" cy="4388760"/>
          </a:xfrm>
          <a:prstGeom prst="rect">
            <a:avLst/>
          </a:prstGeom>
          <a:solidFill>
            <a:srgbClr val="0E0E0E"/>
          </a:solidFill>
          <a:ln>
            <a:solidFill>
              <a:srgbClr val="2A2A2A"/>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420" name="Rectangle 9"/>
          <p:cNvSpPr/>
          <p:nvPr/>
        </p:nvSpPr>
        <p:spPr>
          <a:xfrm>
            <a:off x="6196320" y="1417320"/>
            <a:ext cx="5446440" cy="63720"/>
          </a:xfrm>
          <a:prstGeom prst="rect">
            <a:avLst/>
          </a:prstGeom>
          <a:solidFill>
            <a:srgbClr val="9A9A9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19080" rIns="90000" bIns="19080" anchor="ctr">
            <a:noAutofit/>
          </a:bodyPr>
          <a:p>
            <a:endParaRPr lang="en-US" sz="1800" b="0" u="none" strike="noStrike">
              <a:solidFill>
                <a:schemeClr val="lt1"/>
              </a:solidFill>
              <a:effectLst/>
              <a:uFillTx/>
              <a:latin typeface="Calibri"/>
            </a:endParaRPr>
          </a:p>
        </p:txBody>
      </p:sp>
      <p:sp>
        <p:nvSpPr>
          <p:cNvPr id="421" name="TextBox 10"/>
          <p:cNvSpPr/>
          <p:nvPr/>
        </p:nvSpPr>
        <p:spPr>
          <a:xfrm>
            <a:off x="6361200" y="1563480"/>
            <a:ext cx="5117040" cy="4187520"/>
          </a:xfrm>
          <a:prstGeom prst="rect">
            <a:avLst/>
          </a:prstGeom>
          <a:noFill/>
          <a:ln w="0">
            <a:noFill/>
          </a:ln>
        </p:spPr>
        <p:style>
          <a:lnRef idx="0"/>
          <a:fillRef idx="0"/>
          <a:effectRef idx="0"/>
          <a:fontRef idx="minor"/>
        </p:style>
        <p:txBody>
          <a:bodyPr lIns="18360" tIns="0" rIns="18360" bIns="0" anchor="t">
            <a:spAutoFit/>
          </a:bodyPr>
          <a:p>
            <a:pPr defTabSz="457200">
              <a:lnSpc>
                <a:spcPct val="100000"/>
              </a:lnSpc>
              <a:spcAft>
                <a:spcPts val="799"/>
              </a:spcAft>
            </a:pPr>
            <a:r>
              <a:rPr lang="en-US" sz="1790" b="1" u="none" strike="noStrike">
                <a:solidFill>
                  <a:srgbClr val="9A9A9A"/>
                </a:solidFill>
                <a:effectLst/>
                <a:uFillTx/>
                <a:latin typeface="Arial"/>
              </a:rPr>
              <a:t>Cuándo elegirlo, cuándo no</a:t>
            </a:r>
            <a:endParaRPr lang="en-US" sz="1790" b="0" u="none" strike="noStrike">
              <a:solidFill>
                <a:srgbClr val="FFFFFF"/>
              </a:solidFill>
              <a:effectLst/>
              <a:uFillTx/>
              <a:latin typeface="Arial"/>
            </a:endParaRPr>
          </a:p>
          <a:p>
            <a:pPr marL="171360" indent="-171360" defTabSz="457200">
              <a:lnSpc>
                <a:spcPct val="100000"/>
              </a:lnSpc>
              <a:spcAft>
                <a:spcPts val="879"/>
              </a:spcAft>
              <a:buClr>
                <a:srgbClr val="D6D6D6"/>
              </a:buClr>
              <a:buFont typeface="Symbol" charset="2"/>
              <a:buChar char=""/>
            </a:pPr>
            <a:r>
              <a:rPr lang="en-US" sz="1600" b="0" u="none" strike="noStrike">
                <a:solidFill>
                  <a:srgbClr val="D6D6D6"/>
                </a:solidFill>
                <a:effectLst/>
                <a:uFillTx/>
                <a:latin typeface="Arial"/>
              </a:rPr>
              <a:t>Elegirlo: el camino es largo y conocido; hay pasos irreversibles o que requieren aprobación.</a:t>
            </a:r>
            <a:endParaRPr lang="en-US" sz="1600" b="0" u="none" strike="noStrike">
              <a:solidFill>
                <a:srgbClr val="FFFFFF"/>
              </a:solidFill>
              <a:effectLst/>
              <a:uFillTx/>
              <a:latin typeface="Arial"/>
            </a:endParaRPr>
          </a:p>
          <a:p>
            <a:pPr marL="171360" indent="-171360" defTabSz="457200">
              <a:lnSpc>
                <a:spcPct val="100000"/>
              </a:lnSpc>
              <a:spcAft>
                <a:spcPts val="879"/>
              </a:spcAft>
              <a:buClr>
                <a:srgbClr val="D6D6D6"/>
              </a:buClr>
              <a:buFont typeface="Symbol" charset="2"/>
              <a:buChar char=""/>
            </a:pPr>
            <a:r>
              <a:rPr lang="en-US" sz="1600" b="0" u="none" strike="noStrike">
                <a:solidFill>
                  <a:srgbClr val="D6D6D6"/>
                </a:solidFill>
                <a:effectLst/>
                <a:uFillTx/>
                <a:latin typeface="Arial"/>
              </a:rPr>
              <a:t>Elegirlo: hay pasos paralelizables o se necesita trazabilidad para auditar.</a:t>
            </a:r>
            <a:endParaRPr lang="en-US" sz="1600" b="0" u="none" strike="noStrike">
              <a:solidFill>
                <a:srgbClr val="FFFFFF"/>
              </a:solidFill>
              <a:effectLst/>
              <a:uFillTx/>
              <a:latin typeface="Arial"/>
            </a:endParaRPr>
          </a:p>
          <a:p>
            <a:pPr marL="171360" indent="-171360" defTabSz="457200">
              <a:lnSpc>
                <a:spcPct val="100000"/>
              </a:lnSpc>
              <a:spcAft>
                <a:spcPts val="879"/>
              </a:spcAft>
              <a:buClr>
                <a:srgbClr val="D6D6D6"/>
              </a:buClr>
              <a:buFont typeface="Symbol" charset="2"/>
              <a:buChar char=""/>
            </a:pPr>
            <a:r>
              <a:rPr lang="en-US" sz="1600" b="0" u="none" strike="noStrike">
                <a:solidFill>
                  <a:srgbClr val="D6D6D6"/>
                </a:solidFill>
                <a:effectLst/>
                <a:uFillTx/>
                <a:latin typeface="Arial"/>
              </a:rPr>
              <a:t>Descartarlo: la tarea es exploratoria y el camino depende de lo que se vaya encontrando.</a:t>
            </a:r>
            <a:endParaRPr lang="en-US" sz="1600" b="0" u="none" strike="noStrike">
              <a:solidFill>
                <a:srgbClr val="FFFFFF"/>
              </a:solidFill>
              <a:effectLst/>
              <a:uFillTx/>
              <a:latin typeface="Arial"/>
            </a:endParaRPr>
          </a:p>
          <a:p>
            <a:pPr marL="171360" indent="-171360" defTabSz="457200">
              <a:lnSpc>
                <a:spcPct val="100000"/>
              </a:lnSpc>
              <a:spcAft>
                <a:spcPts val="879"/>
              </a:spcAft>
              <a:buClr>
                <a:srgbClr val="D6D6D6"/>
              </a:buClr>
              <a:buFont typeface="Symbol" charset="2"/>
              <a:buChar char=""/>
            </a:pPr>
            <a:r>
              <a:rPr lang="en-US" sz="1600" b="0" u="none" strike="noStrike">
                <a:solidFill>
                  <a:srgbClr val="D6D6D6"/>
                </a:solidFill>
                <a:effectLst/>
                <a:uFillTx/>
                <a:latin typeface="Arial"/>
              </a:rPr>
              <a:t>Descartarlo: son pocos pasos, o el objetivo cambia a mitad de ejecución.</a:t>
            </a:r>
            <a:endParaRPr lang="en-US" sz="1600" b="0" u="none" strike="noStrike">
              <a:solidFill>
                <a:srgbClr val="FFFFFF"/>
              </a:solidFill>
              <a:effectLst/>
              <a:uFillTx/>
              <a:latin typeface="Arial"/>
            </a:endParaRPr>
          </a:p>
        </p:txBody>
      </p:sp>
      <p:sp>
        <p:nvSpPr>
          <p:cNvPr id="422" name="TextBox 11"/>
          <p:cNvSpPr/>
          <p:nvPr/>
        </p:nvSpPr>
        <p:spPr>
          <a:xfrm>
            <a:off x="548640" y="5943600"/>
            <a:ext cx="11094120" cy="456840"/>
          </a:xfrm>
          <a:prstGeom prst="rect">
            <a:avLst/>
          </a:prstGeom>
          <a:noFill/>
          <a:ln w="0">
            <a:noFill/>
          </a:ln>
        </p:spPr>
        <p:style>
          <a:lnRef idx="0"/>
          <a:fillRef idx="0"/>
          <a:effectRef idx="0"/>
          <a:fontRef idx="minor"/>
        </p:style>
        <p:txBody>
          <a:bodyPr lIns="18360" tIns="9000" rIns="18360" bIns="9000" anchor="ctr">
            <a:spAutoFit/>
          </a:bodyPr>
          <a:p>
            <a:pPr defTabSz="457200">
              <a:lnSpc>
                <a:spcPct val="100000"/>
              </a:lnSpc>
            </a:pPr>
            <a:r>
              <a:rPr lang="en-US" sz="1300" b="0" i="1" u="none" strike="noStrike">
                <a:solidFill>
                  <a:srgbClr val="9A9A9A"/>
                </a:solidFill>
                <a:effectLst/>
                <a:uFillTx/>
                <a:latin typeface="Arial"/>
              </a:rPr>
              <a:t>Heurística: si un error tiene consecuencias irreversibles, conviene poder ver el plan antes de actuar.</a:t>
            </a:r>
            <a:endParaRPr lang="en-US" sz="130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1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00000"/>
        </a:solidFill>
      </p:bgPr>
    </p:bg>
    <p:spTree>
      <p:nvGrpSpPr>
        <p:cNvPr id="1" name=""/>
        <p:cNvGrpSpPr/>
        <p:nvPr/>
      </p:nvGrpSpPr>
      <p:grpSpPr>
        <a:xfrm>
          <a:off x="0" y="0"/>
          <a:ext cx="0" cy="0"/>
          <a:chOff x="0" y="0"/>
          <a:chExt cx="0" cy="0"/>
        </a:xfrm>
      </p:grpSpPr>
      <p:sp>
        <p:nvSpPr>
          <p:cNvPr id="423" name="TextBox 1"/>
          <p:cNvSpPr/>
          <p:nvPr/>
        </p:nvSpPr>
        <p:spPr>
          <a:xfrm>
            <a:off x="548640" y="329040"/>
            <a:ext cx="8229240" cy="273960"/>
          </a:xfrm>
          <a:prstGeom prst="rect">
            <a:avLst/>
          </a:prstGeom>
          <a:noFill/>
          <a:ln w="0">
            <a:noFill/>
          </a:ln>
        </p:spPr>
        <p:style>
          <a:lnRef idx="0"/>
          <a:fillRef idx="0"/>
          <a:effectRef idx="0"/>
          <a:fontRef idx="minor"/>
        </p:style>
        <p:txBody>
          <a:bodyPr lIns="18360" tIns="9000" rIns="18360" bIns="9000" anchor="t">
            <a:spAutoFit/>
          </a:bodyPr>
          <a:p>
            <a:pPr defTabSz="457200">
              <a:lnSpc>
                <a:spcPct val="100000"/>
              </a:lnSpc>
            </a:pPr>
            <a:r>
              <a:rPr lang="en-US" sz="1150" b="1" u="none" strike="noStrike">
                <a:solidFill>
                  <a:srgbClr val="FF6B1A"/>
                </a:solidFill>
                <a:effectLst/>
                <a:uFillTx/>
                <a:latin typeface="Arial"/>
              </a:rPr>
              <a:t>ARQUETIPO 3 DE 6 · PLANNER-EXECUTOR</a:t>
            </a:r>
            <a:endParaRPr lang="en-US" sz="1150" b="0" u="none" strike="noStrike">
              <a:solidFill>
                <a:srgbClr val="FFFFFF"/>
              </a:solidFill>
              <a:effectLst/>
              <a:uFillTx/>
              <a:latin typeface="Arial"/>
            </a:endParaRPr>
          </a:p>
        </p:txBody>
      </p:sp>
      <p:sp>
        <p:nvSpPr>
          <p:cNvPr id="424" name="TextBox 2"/>
          <p:cNvSpPr/>
          <p:nvPr/>
        </p:nvSpPr>
        <p:spPr>
          <a:xfrm>
            <a:off x="548640" y="603360"/>
            <a:ext cx="11094120" cy="639720"/>
          </a:xfrm>
          <a:prstGeom prst="rect">
            <a:avLst/>
          </a:prstGeom>
          <a:noFill/>
          <a:ln w="0">
            <a:noFill/>
          </a:ln>
        </p:spPr>
        <p:style>
          <a:lnRef idx="0"/>
          <a:fillRef idx="0"/>
          <a:effectRef idx="0"/>
          <a:fontRef idx="minor"/>
        </p:style>
        <p:txBody>
          <a:bodyPr lIns="18360" tIns="9000" rIns="18360" bIns="9000" anchor="ctr">
            <a:spAutoFit/>
          </a:bodyPr>
          <a:p>
            <a:pPr defTabSz="457200">
              <a:lnSpc>
                <a:spcPct val="100000"/>
              </a:lnSpc>
            </a:pPr>
            <a:r>
              <a:rPr lang="en-US" sz="3000" b="1" u="none" strike="noStrike">
                <a:solidFill>
                  <a:srgbClr val="F2F2F2"/>
                </a:solidFill>
                <a:effectLst/>
                <a:uFillTx/>
                <a:latin typeface="Arial"/>
              </a:rPr>
              <a:t>Planner-Executor: un ejemplo recorrido</a:t>
            </a:r>
            <a:endParaRPr lang="en-US" sz="3000" b="0" u="none" strike="noStrike">
              <a:solidFill>
                <a:srgbClr val="FFFFFF"/>
              </a:solidFill>
              <a:effectLst/>
              <a:uFillTx/>
              <a:latin typeface="Arial"/>
            </a:endParaRPr>
          </a:p>
        </p:txBody>
      </p:sp>
      <p:sp>
        <p:nvSpPr>
          <p:cNvPr id="425" name="TextBox 3"/>
          <p:cNvSpPr/>
          <p:nvPr/>
        </p:nvSpPr>
        <p:spPr>
          <a:xfrm>
            <a:off x="548640" y="6492240"/>
            <a:ext cx="7314840" cy="228240"/>
          </a:xfrm>
          <a:prstGeom prst="rect">
            <a:avLst/>
          </a:prstGeom>
          <a:noFill/>
          <a:ln w="0">
            <a:noFill/>
          </a:ln>
        </p:spPr>
        <p:style>
          <a:lnRef idx="0"/>
          <a:fillRef idx="0"/>
          <a:effectRef idx="0"/>
          <a:fontRef idx="minor"/>
        </p:style>
        <p:txBody>
          <a:bodyPr lIns="18360" tIns="9000" rIns="18360" bIns="9000" anchor="t">
            <a:spAutoFit/>
          </a:bodyPr>
          <a:p>
            <a:pPr defTabSz="457200">
              <a:lnSpc>
                <a:spcPct val="100000"/>
              </a:lnSpc>
            </a:pPr>
            <a:r>
              <a:rPr lang="en-US" sz="900" b="0" u="none" strike="noStrike">
                <a:solidFill>
                  <a:srgbClr val="9A9A9A"/>
                </a:solidFill>
                <a:effectLst/>
                <a:uFillTx/>
                <a:latin typeface="Arial"/>
              </a:rPr>
              <a:t>Arquetipos de agentes · Módulo 5 · UTDT</a:t>
            </a:r>
            <a:endParaRPr lang="en-US" sz="900" b="0" u="none" strike="noStrike">
              <a:solidFill>
                <a:srgbClr val="FFFFFF"/>
              </a:solidFill>
              <a:effectLst/>
              <a:uFillTx/>
              <a:latin typeface="Arial"/>
            </a:endParaRPr>
          </a:p>
        </p:txBody>
      </p:sp>
      <p:sp>
        <p:nvSpPr>
          <p:cNvPr id="426" name="TextBox 4"/>
          <p:cNvSpPr/>
          <p:nvPr/>
        </p:nvSpPr>
        <p:spPr>
          <a:xfrm>
            <a:off x="10271520" y="6492240"/>
            <a:ext cx="1371240" cy="228240"/>
          </a:xfrm>
          <a:prstGeom prst="rect">
            <a:avLst/>
          </a:prstGeom>
          <a:noFill/>
          <a:ln w="0">
            <a:noFill/>
          </a:ln>
        </p:spPr>
        <p:style>
          <a:lnRef idx="0"/>
          <a:fillRef idx="0"/>
          <a:effectRef idx="0"/>
          <a:fontRef idx="minor"/>
        </p:style>
        <p:txBody>
          <a:bodyPr lIns="18360" tIns="9000" rIns="18360" bIns="9000" anchor="t">
            <a:spAutoFit/>
          </a:bodyPr>
          <a:p>
            <a:pPr algn="r" defTabSz="457200">
              <a:lnSpc>
                <a:spcPct val="100000"/>
              </a:lnSpc>
            </a:pPr>
            <a:r>
              <a:rPr lang="en-US" sz="900" b="0" u="none" strike="noStrike">
                <a:solidFill>
                  <a:srgbClr val="9A9A9A"/>
                </a:solidFill>
                <a:effectLst/>
                <a:uFillTx/>
                <a:latin typeface="Arial"/>
              </a:rPr>
              <a:t>19 / 35</a:t>
            </a:r>
            <a:endParaRPr lang="en-US" sz="900" b="0" u="none" strike="noStrike">
              <a:solidFill>
                <a:srgbClr val="FFFFFF"/>
              </a:solidFill>
              <a:effectLst/>
              <a:uFillTx/>
              <a:latin typeface="Arial"/>
            </a:endParaRPr>
          </a:p>
        </p:txBody>
      </p:sp>
      <p:sp>
        <p:nvSpPr>
          <p:cNvPr id="427" name="Rectangle 5"/>
          <p:cNvSpPr/>
          <p:nvPr/>
        </p:nvSpPr>
        <p:spPr>
          <a:xfrm>
            <a:off x="548640" y="1417320"/>
            <a:ext cx="5446440" cy="4388760"/>
          </a:xfrm>
          <a:prstGeom prst="rect">
            <a:avLst/>
          </a:prstGeom>
          <a:solidFill>
            <a:srgbClr val="0E0E0E"/>
          </a:solidFill>
          <a:ln>
            <a:solidFill>
              <a:srgbClr val="2A2A2A"/>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428" name="Rectangle 6"/>
          <p:cNvSpPr/>
          <p:nvPr/>
        </p:nvSpPr>
        <p:spPr>
          <a:xfrm>
            <a:off x="548640" y="1417320"/>
            <a:ext cx="5446440" cy="63720"/>
          </a:xfrm>
          <a:prstGeom prst="rect">
            <a:avLst/>
          </a:prstGeom>
          <a:solidFill>
            <a:srgbClr val="FF6B1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19080" rIns="90000" bIns="19080" anchor="ctr">
            <a:noAutofit/>
          </a:bodyPr>
          <a:p>
            <a:endParaRPr lang="en-US" sz="1800" b="0" u="none" strike="noStrike">
              <a:solidFill>
                <a:schemeClr val="lt1"/>
              </a:solidFill>
              <a:effectLst/>
              <a:uFillTx/>
              <a:latin typeface="Calibri"/>
            </a:endParaRPr>
          </a:p>
        </p:txBody>
      </p:sp>
      <p:sp>
        <p:nvSpPr>
          <p:cNvPr id="429" name="TextBox 7"/>
          <p:cNvSpPr/>
          <p:nvPr/>
        </p:nvSpPr>
        <p:spPr>
          <a:xfrm>
            <a:off x="713160" y="1563480"/>
            <a:ext cx="5117040" cy="4187520"/>
          </a:xfrm>
          <a:prstGeom prst="rect">
            <a:avLst/>
          </a:prstGeom>
          <a:noFill/>
          <a:ln w="0">
            <a:noFill/>
          </a:ln>
        </p:spPr>
        <p:style>
          <a:lnRef idx="0"/>
          <a:fillRef idx="0"/>
          <a:effectRef idx="0"/>
          <a:fontRef idx="minor"/>
        </p:style>
        <p:txBody>
          <a:bodyPr lIns="18360" tIns="0" rIns="18360" bIns="0" anchor="t">
            <a:spAutoFit/>
          </a:bodyPr>
          <a:p>
            <a:pPr defTabSz="457200">
              <a:lnSpc>
                <a:spcPct val="100000"/>
              </a:lnSpc>
              <a:spcAft>
                <a:spcPts val="799"/>
              </a:spcAft>
            </a:pPr>
            <a:r>
              <a:rPr lang="en-US" sz="1790" b="1" u="none" strike="noStrike">
                <a:solidFill>
                  <a:srgbClr val="FF6B1A"/>
                </a:solidFill>
                <a:effectLst/>
                <a:uFillTx/>
                <a:latin typeface="Arial"/>
              </a:rPr>
              <a:t>Ejemplo (ilustrativo): conciliación mensual</a:t>
            </a:r>
            <a:endParaRPr lang="en-US" sz="1790" b="0" u="none" strike="noStrike">
              <a:solidFill>
                <a:srgbClr val="FFFFFF"/>
              </a:solidFill>
              <a:effectLst/>
              <a:uFillTx/>
              <a:latin typeface="Arial"/>
            </a:endParaRPr>
          </a:p>
          <a:p>
            <a:pPr defTabSz="457200">
              <a:lnSpc>
                <a:spcPct val="100000"/>
              </a:lnSpc>
              <a:spcAft>
                <a:spcPts val="879"/>
              </a:spcAft>
            </a:pPr>
            <a:r>
              <a:rPr lang="en-US" sz="1600" b="1" u="none" strike="noStrike">
                <a:solidFill>
                  <a:srgbClr val="F5C542"/>
                </a:solidFill>
                <a:effectLst/>
                <a:uFillTx/>
                <a:latin typeface="Arial"/>
              </a:rPr>
              <a:t>Plan: </a:t>
            </a:r>
            <a:r>
              <a:rPr lang="en-US" sz="1600" b="0" u="none" strike="noStrike">
                <a:solidFill>
                  <a:srgbClr val="D6D6D6"/>
                </a:solidFill>
                <a:effectLst/>
                <a:uFillTx/>
                <a:latin typeface="Arial"/>
              </a:rPr>
              <a:t>1 · extraer movimientos internos.</a:t>
            </a:r>
            <a:endParaRPr lang="en-US" sz="1600" b="0" u="none" strike="noStrike">
              <a:solidFill>
                <a:srgbClr val="FFFFFF"/>
              </a:solidFill>
              <a:effectLst/>
              <a:uFillTx/>
              <a:latin typeface="Arial"/>
            </a:endParaRPr>
          </a:p>
          <a:p>
            <a:pPr marL="320040" defTabSz="457200">
              <a:lnSpc>
                <a:spcPct val="100000"/>
              </a:lnSpc>
              <a:spcAft>
                <a:spcPts val="879"/>
              </a:spcAft>
            </a:pPr>
            <a:r>
              <a:rPr lang="en-US" sz="1600" b="0" u="none" strike="noStrike">
                <a:solidFill>
                  <a:srgbClr val="D6D6D6"/>
                </a:solidFill>
                <a:effectLst/>
                <a:uFillTx/>
                <a:latin typeface="Arial"/>
              </a:rPr>
              <a:t>2 · extraer el extracto del banco.</a:t>
            </a:r>
            <a:endParaRPr lang="en-US" sz="1600" b="0" u="none" strike="noStrike">
              <a:solidFill>
                <a:srgbClr val="FFFFFF"/>
              </a:solidFill>
              <a:effectLst/>
              <a:uFillTx/>
              <a:latin typeface="Arial"/>
            </a:endParaRPr>
          </a:p>
          <a:p>
            <a:pPr marL="320040" defTabSz="457200">
              <a:lnSpc>
                <a:spcPct val="100000"/>
              </a:lnSpc>
              <a:spcAft>
                <a:spcPts val="879"/>
              </a:spcAft>
            </a:pPr>
            <a:r>
              <a:rPr lang="en-US" sz="1600" b="0" u="none" strike="noStrike">
                <a:solidFill>
                  <a:srgbClr val="D6D6D6"/>
                </a:solidFill>
                <a:effectLst/>
                <a:uFillTx/>
                <a:latin typeface="Arial"/>
              </a:rPr>
              <a:t>3 · cruzar ambos (depende de 1 y 2).</a:t>
            </a:r>
            <a:endParaRPr lang="en-US" sz="1600" b="0" u="none" strike="noStrike">
              <a:solidFill>
                <a:srgbClr val="FFFFFF"/>
              </a:solidFill>
              <a:effectLst/>
              <a:uFillTx/>
              <a:latin typeface="Arial"/>
            </a:endParaRPr>
          </a:p>
          <a:p>
            <a:pPr marL="320040" defTabSz="457200">
              <a:lnSpc>
                <a:spcPct val="100000"/>
              </a:lnSpc>
              <a:spcAft>
                <a:spcPts val="879"/>
              </a:spcAft>
            </a:pPr>
            <a:r>
              <a:rPr lang="en-US" sz="1600" b="0" u="none" strike="noStrike">
                <a:solidFill>
                  <a:srgbClr val="D6D6D6"/>
                </a:solidFill>
                <a:effectLst/>
                <a:uFillTx/>
                <a:latin typeface="Arial"/>
              </a:rPr>
              <a:t>4 · listar diferencias (depende de 3).</a:t>
            </a:r>
            <a:endParaRPr lang="en-US" sz="1600" b="0" u="none" strike="noStrike">
              <a:solidFill>
                <a:srgbClr val="FFFFFF"/>
              </a:solidFill>
              <a:effectLst/>
              <a:uFillTx/>
              <a:latin typeface="Arial"/>
            </a:endParaRPr>
          </a:p>
          <a:p>
            <a:pPr marL="320040" defTabSz="457200">
              <a:lnSpc>
                <a:spcPct val="100000"/>
              </a:lnSpc>
              <a:spcAft>
                <a:spcPts val="879"/>
              </a:spcAft>
            </a:pPr>
            <a:r>
              <a:rPr lang="en-US" sz="1600" b="0" u="none" strike="noStrike">
                <a:solidFill>
                  <a:srgbClr val="D6D6D6"/>
                </a:solidFill>
                <a:effectLst/>
                <a:uFillTx/>
                <a:latin typeface="Arial"/>
              </a:rPr>
              <a:t>5 · redactar el informe (depende de 4).</a:t>
            </a:r>
            <a:endParaRPr lang="en-US" sz="1600" b="0" u="none" strike="noStrike">
              <a:solidFill>
                <a:srgbClr val="FFFFFF"/>
              </a:solidFill>
              <a:effectLst/>
              <a:uFillTx/>
              <a:latin typeface="Arial"/>
            </a:endParaRPr>
          </a:p>
          <a:p>
            <a:pPr defTabSz="457200">
              <a:lnSpc>
                <a:spcPct val="100000"/>
              </a:lnSpc>
              <a:spcAft>
                <a:spcPts val="879"/>
              </a:spcAft>
            </a:pPr>
            <a:r>
              <a:rPr lang="en-US" sz="1600" b="1" u="none" strike="noStrike">
                <a:solidFill>
                  <a:srgbClr val="4DA3FF"/>
                </a:solidFill>
                <a:effectLst/>
                <a:uFillTx/>
                <a:latin typeface="Arial"/>
              </a:rPr>
              <a:t>Revisión: </a:t>
            </a:r>
            <a:r>
              <a:rPr lang="en-US" sz="1600" b="0" u="none" strike="noStrike">
                <a:solidFill>
                  <a:srgbClr val="D6D6D6"/>
                </a:solidFill>
                <a:effectLst/>
                <a:uFillTx/>
                <a:latin typeface="Arial"/>
              </a:rPr>
              <a:t>compliance aprueba el plan antes de ejecutar.</a:t>
            </a:r>
            <a:endParaRPr lang="en-US" sz="1600" b="0" u="none" strike="noStrike">
              <a:solidFill>
                <a:srgbClr val="FFFFFF"/>
              </a:solidFill>
              <a:effectLst/>
              <a:uFillTx/>
              <a:latin typeface="Arial"/>
            </a:endParaRPr>
          </a:p>
          <a:p>
            <a:pPr defTabSz="457200">
              <a:lnSpc>
                <a:spcPct val="100000"/>
              </a:lnSpc>
              <a:spcAft>
                <a:spcPts val="879"/>
              </a:spcAft>
            </a:pPr>
            <a:r>
              <a:rPr lang="en-US" sz="1600" b="1" u="none" strike="noStrike">
                <a:solidFill>
                  <a:srgbClr val="3DDC84"/>
                </a:solidFill>
                <a:effectLst/>
                <a:uFillTx/>
                <a:latin typeface="Arial"/>
              </a:rPr>
              <a:t>Ejecución: </a:t>
            </a:r>
            <a:r>
              <a:rPr lang="en-US" sz="1600" b="0" u="none" strike="noStrike">
                <a:solidFill>
                  <a:srgbClr val="D6D6D6"/>
                </a:solidFill>
                <a:effectLst/>
                <a:uFillTx/>
                <a:latin typeface="Arial"/>
              </a:rPr>
              <a:t>1 y 2 corren en paralelo; el paso 3 falla por un formato.</a:t>
            </a:r>
            <a:endParaRPr lang="en-US" sz="1600" b="0" u="none" strike="noStrike">
              <a:solidFill>
                <a:srgbClr val="FFFFFF"/>
              </a:solidFill>
              <a:effectLst/>
              <a:uFillTx/>
              <a:latin typeface="Arial"/>
            </a:endParaRPr>
          </a:p>
          <a:p>
            <a:pPr defTabSz="457200">
              <a:lnSpc>
                <a:spcPct val="100000"/>
              </a:lnSpc>
              <a:spcAft>
                <a:spcPts val="879"/>
              </a:spcAft>
            </a:pPr>
            <a:r>
              <a:rPr lang="en-US" sz="1600" b="1" u="none" strike="noStrike">
                <a:solidFill>
                  <a:srgbClr val="FF6B1A"/>
                </a:solidFill>
                <a:effectLst/>
                <a:uFillTx/>
                <a:latin typeface="Arial"/>
              </a:rPr>
              <a:t>Replanificar: </a:t>
            </a:r>
            <a:r>
              <a:rPr lang="en-US" sz="1600" b="0" u="none" strike="noStrike">
                <a:solidFill>
                  <a:srgbClr val="D6D6D6"/>
                </a:solidFill>
                <a:effectLst/>
                <a:uFillTx/>
                <a:latin typeface="Arial"/>
              </a:rPr>
              <a:t>solo se rehacen los pasos 3 a 5.</a:t>
            </a:r>
            <a:endParaRPr lang="en-US" sz="1600" b="0" u="none" strike="noStrike">
              <a:solidFill>
                <a:srgbClr val="FFFFFF"/>
              </a:solidFill>
              <a:effectLst/>
              <a:uFillTx/>
              <a:latin typeface="Arial"/>
            </a:endParaRPr>
          </a:p>
        </p:txBody>
      </p:sp>
      <p:sp>
        <p:nvSpPr>
          <p:cNvPr id="430" name="Rectangle 8"/>
          <p:cNvSpPr/>
          <p:nvPr/>
        </p:nvSpPr>
        <p:spPr>
          <a:xfrm>
            <a:off x="6196320" y="1417320"/>
            <a:ext cx="5446440" cy="4388760"/>
          </a:xfrm>
          <a:prstGeom prst="rect">
            <a:avLst/>
          </a:prstGeom>
          <a:solidFill>
            <a:srgbClr val="0E0E0E"/>
          </a:solidFill>
          <a:ln>
            <a:solidFill>
              <a:srgbClr val="2A2A2A"/>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431" name="Rectangle 9"/>
          <p:cNvSpPr/>
          <p:nvPr/>
        </p:nvSpPr>
        <p:spPr>
          <a:xfrm>
            <a:off x="6196320" y="1417320"/>
            <a:ext cx="5446440" cy="63720"/>
          </a:xfrm>
          <a:prstGeom prst="rect">
            <a:avLst/>
          </a:prstGeom>
          <a:solidFill>
            <a:srgbClr val="F5C542"/>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19080" rIns="90000" bIns="19080" anchor="ctr">
            <a:noAutofit/>
          </a:bodyPr>
          <a:p>
            <a:endParaRPr lang="en-US" sz="1800" b="0" u="none" strike="noStrike">
              <a:solidFill>
                <a:schemeClr val="lt1"/>
              </a:solidFill>
              <a:effectLst/>
              <a:uFillTx/>
              <a:latin typeface="Calibri"/>
            </a:endParaRPr>
          </a:p>
        </p:txBody>
      </p:sp>
      <p:sp>
        <p:nvSpPr>
          <p:cNvPr id="432" name="TextBox 10"/>
          <p:cNvSpPr/>
          <p:nvPr/>
        </p:nvSpPr>
        <p:spPr>
          <a:xfrm>
            <a:off x="6361200" y="1563480"/>
            <a:ext cx="5117040" cy="4187520"/>
          </a:xfrm>
          <a:prstGeom prst="rect">
            <a:avLst/>
          </a:prstGeom>
          <a:noFill/>
          <a:ln w="0">
            <a:noFill/>
          </a:ln>
        </p:spPr>
        <p:style>
          <a:lnRef idx="0"/>
          <a:fillRef idx="0"/>
          <a:effectRef idx="0"/>
          <a:fontRef idx="minor"/>
        </p:style>
        <p:txBody>
          <a:bodyPr lIns="18360" tIns="0" rIns="18360" bIns="0" anchor="t">
            <a:spAutoFit/>
          </a:bodyPr>
          <a:p>
            <a:pPr defTabSz="457200">
              <a:lnSpc>
                <a:spcPct val="100000"/>
              </a:lnSpc>
              <a:spcAft>
                <a:spcPts val="799"/>
              </a:spcAft>
            </a:pPr>
            <a:r>
              <a:rPr lang="en-US" sz="1790" b="1" u="none" strike="noStrike">
                <a:solidFill>
                  <a:srgbClr val="F5C542"/>
                </a:solidFill>
                <a:effectLst/>
                <a:uFillTx/>
                <a:latin typeface="Arial"/>
              </a:rPr>
              <a:t>Qué contexto ve cada paso</a:t>
            </a:r>
            <a:endParaRPr lang="en-US" sz="1790" b="0" u="none" strike="noStrike">
              <a:solidFill>
                <a:srgbClr val="FFFFFF"/>
              </a:solidFill>
              <a:effectLst/>
              <a:uFillTx/>
              <a:latin typeface="Arial"/>
            </a:endParaRPr>
          </a:p>
          <a:p>
            <a:pPr marL="171360" indent="-171360" defTabSz="457200">
              <a:lnSpc>
                <a:spcPct val="100000"/>
              </a:lnSpc>
              <a:spcAft>
                <a:spcPts val="879"/>
              </a:spcAft>
              <a:buClr>
                <a:srgbClr val="D6D6D6"/>
              </a:buClr>
              <a:buFont typeface="Symbol" charset="2"/>
              <a:buChar char=""/>
            </a:pPr>
            <a:r>
              <a:rPr lang="en-US" sz="1600" b="0" u="none" strike="noStrike">
                <a:solidFill>
                  <a:srgbClr val="D6D6D6"/>
                </a:solidFill>
                <a:effectLst/>
                <a:uFillTx/>
                <a:latin typeface="Arial"/>
              </a:rPr>
              <a:t>Planner: el objetivo y la lista de herramientas. Ningún dato real todavía.</a:t>
            </a:r>
            <a:endParaRPr lang="en-US" sz="1600" b="0" u="none" strike="noStrike">
              <a:solidFill>
                <a:srgbClr val="FFFFFF"/>
              </a:solidFill>
              <a:effectLst/>
              <a:uFillTx/>
              <a:latin typeface="Arial"/>
            </a:endParaRPr>
          </a:p>
          <a:p>
            <a:pPr marL="171360" indent="-171360" defTabSz="457200">
              <a:lnSpc>
                <a:spcPct val="100000"/>
              </a:lnSpc>
              <a:spcAft>
                <a:spcPts val="879"/>
              </a:spcAft>
              <a:buClr>
                <a:srgbClr val="D6D6D6"/>
              </a:buClr>
              <a:buFont typeface="Symbol" charset="2"/>
              <a:buChar char=""/>
            </a:pPr>
            <a:r>
              <a:rPr lang="en-US" sz="1600" b="0" u="none" strike="noStrike">
                <a:solidFill>
                  <a:srgbClr val="D6D6D6"/>
                </a:solidFill>
                <a:effectLst/>
                <a:uFillTx/>
                <a:latin typeface="Arial"/>
              </a:rPr>
              <a:t>Pasos 1 y 2: solo su propia instrucción; no se ven entre sí.</a:t>
            </a:r>
            <a:endParaRPr lang="en-US" sz="1600" b="0" u="none" strike="noStrike">
              <a:solidFill>
                <a:srgbClr val="FFFFFF"/>
              </a:solidFill>
              <a:effectLst/>
              <a:uFillTx/>
              <a:latin typeface="Arial"/>
            </a:endParaRPr>
          </a:p>
          <a:p>
            <a:pPr marL="171360" indent="-171360" defTabSz="457200">
              <a:lnSpc>
                <a:spcPct val="100000"/>
              </a:lnSpc>
              <a:spcAft>
                <a:spcPts val="879"/>
              </a:spcAft>
              <a:buClr>
                <a:srgbClr val="D6D6D6"/>
              </a:buClr>
              <a:buFont typeface="Symbol" charset="2"/>
              <a:buChar char=""/>
            </a:pPr>
            <a:r>
              <a:rPr lang="en-US" sz="1600" b="0" u="none" strike="noStrike">
                <a:solidFill>
                  <a:srgbClr val="D6D6D6"/>
                </a:solidFill>
                <a:effectLst/>
                <a:uFillTx/>
                <a:latin typeface="Arial"/>
              </a:rPr>
              <a:t>Paso 3: su instrucción + las salidas de 1 y 2.</a:t>
            </a:r>
            <a:endParaRPr lang="en-US" sz="1600" b="0" u="none" strike="noStrike">
              <a:solidFill>
                <a:srgbClr val="FFFFFF"/>
              </a:solidFill>
              <a:effectLst/>
              <a:uFillTx/>
              <a:latin typeface="Arial"/>
            </a:endParaRPr>
          </a:p>
          <a:p>
            <a:pPr marL="171360" indent="-171360" defTabSz="457200">
              <a:lnSpc>
                <a:spcPct val="100000"/>
              </a:lnSpc>
              <a:spcAft>
                <a:spcPts val="879"/>
              </a:spcAft>
              <a:buClr>
                <a:srgbClr val="D6D6D6"/>
              </a:buClr>
              <a:buFont typeface="Symbol" charset="2"/>
              <a:buChar char=""/>
            </a:pPr>
            <a:r>
              <a:rPr lang="en-US" sz="1600" b="0" u="none" strike="noStrike">
                <a:solidFill>
                  <a:srgbClr val="D6D6D6"/>
                </a:solidFill>
                <a:effectLst/>
                <a:uFillTx/>
                <a:latin typeface="Arial"/>
              </a:rPr>
              <a:t>Paso 5: su instrucción + la salida del 4; no ve los movimientos crudos.</a:t>
            </a:r>
            <a:endParaRPr lang="en-US" sz="1600" b="0" u="none" strike="noStrike">
              <a:solidFill>
                <a:srgbClr val="FFFFFF"/>
              </a:solidFill>
              <a:effectLst/>
              <a:uFillTx/>
              <a:latin typeface="Arial"/>
            </a:endParaRPr>
          </a:p>
          <a:p>
            <a:pPr marL="171360" indent="-171360" defTabSz="457200">
              <a:lnSpc>
                <a:spcPct val="100000"/>
              </a:lnSpc>
              <a:spcAft>
                <a:spcPts val="879"/>
              </a:spcAft>
              <a:buClr>
                <a:srgbClr val="D6D6D6"/>
              </a:buClr>
              <a:buFont typeface="Symbol" charset="2"/>
              <a:buChar char=""/>
            </a:pPr>
            <a:r>
              <a:rPr lang="en-US" sz="1600" b="0" u="none" strike="noStrike">
                <a:solidFill>
                  <a:srgbClr val="D6D6D6"/>
                </a:solidFill>
                <a:effectLst/>
                <a:uFillTx/>
                <a:latin typeface="Arial"/>
              </a:rPr>
              <a:t>El plan aprobado es el registro auditable de lo que se decidió hacer.</a:t>
            </a:r>
            <a:endParaRPr lang="en-US" sz="1600" b="0" u="none" strike="noStrike">
              <a:solidFill>
                <a:srgbClr val="FFFFFF"/>
              </a:solidFill>
              <a:effectLst/>
              <a:uFillTx/>
              <a:latin typeface="Arial"/>
            </a:endParaRPr>
          </a:p>
        </p:txBody>
      </p:sp>
      <p:sp>
        <p:nvSpPr>
          <p:cNvPr id="433" name="TextBox 11"/>
          <p:cNvSpPr/>
          <p:nvPr/>
        </p:nvSpPr>
        <p:spPr>
          <a:xfrm>
            <a:off x="548640" y="5943600"/>
            <a:ext cx="11094120" cy="456840"/>
          </a:xfrm>
          <a:prstGeom prst="rect">
            <a:avLst/>
          </a:prstGeom>
          <a:noFill/>
          <a:ln w="0">
            <a:noFill/>
          </a:ln>
        </p:spPr>
        <p:style>
          <a:lnRef idx="0"/>
          <a:fillRef idx="0"/>
          <a:effectRef idx="0"/>
          <a:fontRef idx="minor"/>
        </p:style>
        <p:txBody>
          <a:bodyPr lIns="18360" tIns="9000" rIns="18360" bIns="9000" anchor="ctr">
            <a:spAutoFit/>
          </a:bodyPr>
          <a:p>
            <a:pPr defTabSz="457200">
              <a:lnSpc>
                <a:spcPct val="100000"/>
              </a:lnSpc>
            </a:pPr>
            <a:r>
              <a:rPr lang="en-US" sz="1300" b="0" i="1" u="none" strike="noStrike">
                <a:solidFill>
                  <a:srgbClr val="9A9A9A"/>
                </a:solidFill>
                <a:effectLst/>
                <a:uFillTx/>
                <a:latin typeface="Arial"/>
              </a:rPr>
              <a:t>El plan permite paralelizar, aprobar y depurar: se sabe si falló la planificación o la ejecución.</a:t>
            </a:r>
            <a:endParaRPr lang="en-US" sz="130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2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00000"/>
        </a:solidFill>
      </p:bgPr>
    </p:bg>
    <p:spTree>
      <p:nvGrpSpPr>
        <p:cNvPr id="1" name=""/>
        <p:cNvGrpSpPr/>
        <p:nvPr/>
      </p:nvGrpSpPr>
      <p:grpSpPr>
        <a:xfrm>
          <a:off x="0" y="0"/>
          <a:ext cx="0" cy="0"/>
          <a:chOff x="0" y="0"/>
          <a:chExt cx="0" cy="0"/>
        </a:xfrm>
      </p:grpSpPr>
      <p:sp>
        <p:nvSpPr>
          <p:cNvPr id="434" name="TextBox 1"/>
          <p:cNvSpPr/>
          <p:nvPr/>
        </p:nvSpPr>
        <p:spPr>
          <a:xfrm>
            <a:off x="548640" y="329040"/>
            <a:ext cx="8229240" cy="273960"/>
          </a:xfrm>
          <a:prstGeom prst="rect">
            <a:avLst/>
          </a:prstGeom>
          <a:noFill/>
          <a:ln w="0">
            <a:noFill/>
          </a:ln>
        </p:spPr>
        <p:style>
          <a:lnRef idx="0"/>
          <a:fillRef idx="0"/>
          <a:effectRef idx="0"/>
          <a:fontRef idx="minor"/>
        </p:style>
        <p:txBody>
          <a:bodyPr lIns="18360" tIns="9000" rIns="18360" bIns="9000" anchor="t">
            <a:spAutoFit/>
          </a:bodyPr>
          <a:p>
            <a:pPr defTabSz="457200">
              <a:lnSpc>
                <a:spcPct val="100000"/>
              </a:lnSpc>
            </a:pPr>
            <a:r>
              <a:rPr lang="en-US" sz="1150" b="1" u="none" strike="noStrike">
                <a:solidFill>
                  <a:srgbClr val="FF6B1A"/>
                </a:solidFill>
                <a:effectLst/>
                <a:uFillTx/>
                <a:latin typeface="Arial"/>
              </a:rPr>
              <a:t>ARQUETIPO 4 DE 6 · QUERY DECOMPOSITION</a:t>
            </a:r>
            <a:endParaRPr lang="en-US" sz="1150" b="0" u="none" strike="noStrike">
              <a:solidFill>
                <a:srgbClr val="FFFFFF"/>
              </a:solidFill>
              <a:effectLst/>
              <a:uFillTx/>
              <a:latin typeface="Arial"/>
            </a:endParaRPr>
          </a:p>
        </p:txBody>
      </p:sp>
      <p:sp>
        <p:nvSpPr>
          <p:cNvPr id="435" name="TextBox 2"/>
          <p:cNvSpPr/>
          <p:nvPr/>
        </p:nvSpPr>
        <p:spPr>
          <a:xfrm>
            <a:off x="548640" y="603360"/>
            <a:ext cx="11094120" cy="639720"/>
          </a:xfrm>
          <a:prstGeom prst="rect">
            <a:avLst/>
          </a:prstGeom>
          <a:noFill/>
          <a:ln w="0">
            <a:noFill/>
          </a:ln>
        </p:spPr>
        <p:style>
          <a:lnRef idx="0"/>
          <a:fillRef idx="0"/>
          <a:effectRef idx="0"/>
          <a:fontRef idx="minor"/>
        </p:style>
        <p:txBody>
          <a:bodyPr lIns="18360" tIns="9000" rIns="18360" bIns="9000" anchor="ctr">
            <a:spAutoFit/>
          </a:bodyPr>
          <a:p>
            <a:pPr defTabSz="457200">
              <a:lnSpc>
                <a:spcPct val="100000"/>
              </a:lnSpc>
            </a:pPr>
            <a:r>
              <a:rPr lang="en-US" sz="2400" b="1" u="none" strike="noStrike">
                <a:solidFill>
                  <a:srgbClr val="F2F2F2"/>
                </a:solidFill>
                <a:effectLst/>
                <a:uFillTx/>
                <a:latin typeface="Arial"/>
              </a:rPr>
              <a:t>Query Decomposition: partir la pregunta, resolver, sintetizar</a:t>
            </a:r>
            <a:endParaRPr lang="en-US" sz="2400" b="0" u="none" strike="noStrike">
              <a:solidFill>
                <a:srgbClr val="FFFFFF"/>
              </a:solidFill>
              <a:effectLst/>
              <a:uFillTx/>
              <a:latin typeface="Arial"/>
            </a:endParaRPr>
          </a:p>
        </p:txBody>
      </p:sp>
      <p:sp>
        <p:nvSpPr>
          <p:cNvPr id="436" name="TextBox 3"/>
          <p:cNvSpPr/>
          <p:nvPr/>
        </p:nvSpPr>
        <p:spPr>
          <a:xfrm>
            <a:off x="548640" y="6492240"/>
            <a:ext cx="7314840" cy="228240"/>
          </a:xfrm>
          <a:prstGeom prst="rect">
            <a:avLst/>
          </a:prstGeom>
          <a:noFill/>
          <a:ln w="0">
            <a:noFill/>
          </a:ln>
        </p:spPr>
        <p:style>
          <a:lnRef idx="0"/>
          <a:fillRef idx="0"/>
          <a:effectRef idx="0"/>
          <a:fontRef idx="minor"/>
        </p:style>
        <p:txBody>
          <a:bodyPr lIns="18360" tIns="9000" rIns="18360" bIns="9000" anchor="t">
            <a:spAutoFit/>
          </a:bodyPr>
          <a:p>
            <a:pPr defTabSz="457200">
              <a:lnSpc>
                <a:spcPct val="100000"/>
              </a:lnSpc>
            </a:pPr>
            <a:r>
              <a:rPr lang="en-US" sz="900" b="0" u="none" strike="noStrike">
                <a:solidFill>
                  <a:srgbClr val="9A9A9A"/>
                </a:solidFill>
                <a:effectLst/>
                <a:uFillTx/>
                <a:latin typeface="Arial"/>
              </a:rPr>
              <a:t>Arquetipos de agentes · Módulo 5 · UTDT</a:t>
            </a:r>
            <a:endParaRPr lang="en-US" sz="900" b="0" u="none" strike="noStrike">
              <a:solidFill>
                <a:srgbClr val="FFFFFF"/>
              </a:solidFill>
              <a:effectLst/>
              <a:uFillTx/>
              <a:latin typeface="Arial"/>
            </a:endParaRPr>
          </a:p>
        </p:txBody>
      </p:sp>
      <p:sp>
        <p:nvSpPr>
          <p:cNvPr id="437" name="TextBox 4"/>
          <p:cNvSpPr/>
          <p:nvPr/>
        </p:nvSpPr>
        <p:spPr>
          <a:xfrm>
            <a:off x="10271520" y="6492240"/>
            <a:ext cx="1371240" cy="228240"/>
          </a:xfrm>
          <a:prstGeom prst="rect">
            <a:avLst/>
          </a:prstGeom>
          <a:noFill/>
          <a:ln w="0">
            <a:noFill/>
          </a:ln>
        </p:spPr>
        <p:style>
          <a:lnRef idx="0"/>
          <a:fillRef idx="0"/>
          <a:effectRef idx="0"/>
          <a:fontRef idx="minor"/>
        </p:style>
        <p:txBody>
          <a:bodyPr lIns="18360" tIns="9000" rIns="18360" bIns="9000" anchor="t">
            <a:spAutoFit/>
          </a:bodyPr>
          <a:p>
            <a:pPr algn="r" defTabSz="457200">
              <a:lnSpc>
                <a:spcPct val="100000"/>
              </a:lnSpc>
            </a:pPr>
            <a:r>
              <a:rPr lang="en-US" sz="900" b="0" u="none" strike="noStrike">
                <a:solidFill>
                  <a:srgbClr val="9A9A9A"/>
                </a:solidFill>
                <a:effectLst/>
                <a:uFillTx/>
                <a:latin typeface="Arial"/>
              </a:rPr>
              <a:t>20 / 35</a:t>
            </a:r>
            <a:endParaRPr lang="en-US" sz="900" b="0" u="none" strike="noStrike">
              <a:solidFill>
                <a:srgbClr val="FFFFFF"/>
              </a:solidFill>
              <a:effectLst/>
              <a:uFillTx/>
              <a:latin typeface="Arial"/>
            </a:endParaRPr>
          </a:p>
        </p:txBody>
      </p:sp>
      <p:sp>
        <p:nvSpPr>
          <p:cNvPr id="438" name="TextBox 5"/>
          <p:cNvSpPr/>
          <p:nvPr/>
        </p:nvSpPr>
        <p:spPr>
          <a:xfrm>
            <a:off x="548640" y="1371600"/>
            <a:ext cx="11094120" cy="255600"/>
          </a:xfrm>
          <a:prstGeom prst="rect">
            <a:avLst/>
          </a:prstGeom>
          <a:noFill/>
          <a:ln w="0">
            <a:noFill/>
          </a:ln>
        </p:spPr>
        <p:style>
          <a:lnRef idx="0"/>
          <a:fillRef idx="0"/>
          <a:effectRef idx="0"/>
          <a:fontRef idx="minor"/>
        </p:style>
        <p:txBody>
          <a:bodyPr lIns="18360" tIns="9000" rIns="18360" bIns="9000" anchor="t">
            <a:spAutoFit/>
          </a:bodyPr>
          <a:p>
            <a:pPr defTabSz="457200">
              <a:lnSpc>
                <a:spcPct val="100000"/>
              </a:lnSpc>
            </a:pPr>
            <a:r>
              <a:rPr lang="en-US" sz="1250" b="1" u="none" strike="noStrike">
                <a:solidFill>
                  <a:srgbClr val="FF6B1A"/>
                </a:solidFill>
                <a:effectLst/>
                <a:uFillTx/>
                <a:latin typeface="Arial"/>
              </a:rPr>
              <a:t>Variante paralela: las sub-preguntas son independientes</a:t>
            </a:r>
            <a:endParaRPr lang="en-US" sz="1250" b="0" u="none" strike="noStrike">
              <a:solidFill>
                <a:srgbClr val="FFFFFF"/>
              </a:solidFill>
              <a:effectLst/>
              <a:uFillTx/>
              <a:latin typeface="Arial"/>
            </a:endParaRPr>
          </a:p>
        </p:txBody>
      </p:sp>
      <p:cxnSp>
        <p:nvCxnSpPr>
          <p:cNvPr id="439" name="Connector 6"/>
          <p:cNvCxnSpPr/>
          <p:nvPr/>
        </p:nvCxnSpPr>
        <p:spPr>
          <a:xfrm>
            <a:off x="2669760" y="2763720"/>
            <a:ext cx="714960" cy="360"/>
          </a:xfrm>
          <a:prstGeom prst="straightConnector1">
            <a:avLst/>
          </a:prstGeom>
          <a:ln w="20320">
            <a:solidFill>
              <a:srgbClr val="C8C8C8"/>
            </a:solidFill>
            <a:round/>
            <a:tailEnd len="med" type="triangle" w="med"/>
          </a:ln>
        </p:spPr>
      </p:cxnSp>
      <p:cxnSp>
        <p:nvCxnSpPr>
          <p:cNvPr id="440" name="Connector 7"/>
          <p:cNvCxnSpPr/>
          <p:nvPr/>
        </p:nvCxnSpPr>
        <p:spPr>
          <a:xfrm flipV="1">
            <a:off x="4824720" y="2282400"/>
            <a:ext cx="450720" cy="185760"/>
          </a:xfrm>
          <a:prstGeom prst="straightConnector1">
            <a:avLst/>
          </a:prstGeom>
          <a:ln w="20320">
            <a:solidFill>
              <a:srgbClr val="C8C8C8"/>
            </a:solidFill>
            <a:round/>
            <a:tailEnd len="med" type="triangle" w="med"/>
          </a:ln>
        </p:spPr>
      </p:cxnSp>
      <p:cxnSp>
        <p:nvCxnSpPr>
          <p:cNvPr id="441" name="Connector 8"/>
          <p:cNvCxnSpPr/>
          <p:nvPr/>
        </p:nvCxnSpPr>
        <p:spPr>
          <a:xfrm>
            <a:off x="4826880" y="2763720"/>
            <a:ext cx="268920" cy="360"/>
          </a:xfrm>
          <a:prstGeom prst="straightConnector1">
            <a:avLst/>
          </a:prstGeom>
          <a:ln w="20320">
            <a:solidFill>
              <a:srgbClr val="C8C8C8"/>
            </a:solidFill>
            <a:round/>
            <a:tailEnd len="med" type="triangle" w="med"/>
          </a:ln>
        </p:spPr>
      </p:cxnSp>
      <p:cxnSp>
        <p:nvCxnSpPr>
          <p:cNvPr id="442" name="Connector 9"/>
          <p:cNvCxnSpPr/>
          <p:nvPr/>
        </p:nvCxnSpPr>
        <p:spPr>
          <a:xfrm>
            <a:off x="4824720" y="3060000"/>
            <a:ext cx="450720" cy="185760"/>
          </a:xfrm>
          <a:prstGeom prst="straightConnector1">
            <a:avLst/>
          </a:prstGeom>
          <a:ln w="20320">
            <a:solidFill>
              <a:srgbClr val="C8C8C8"/>
            </a:solidFill>
            <a:round/>
            <a:tailEnd len="med" type="triangle" w="med"/>
          </a:ln>
        </p:spPr>
      </p:cxnSp>
      <p:cxnSp>
        <p:nvCxnSpPr>
          <p:cNvPr id="443" name="Connector 10"/>
          <p:cNvCxnSpPr/>
          <p:nvPr/>
        </p:nvCxnSpPr>
        <p:spPr>
          <a:xfrm>
            <a:off x="6804720" y="2282400"/>
            <a:ext cx="302040" cy="124560"/>
          </a:xfrm>
          <a:prstGeom prst="straightConnector1">
            <a:avLst/>
          </a:prstGeom>
          <a:ln w="20320">
            <a:solidFill>
              <a:srgbClr val="C8C8C8"/>
            </a:solidFill>
            <a:round/>
            <a:tailEnd len="med" type="triangle" w="med"/>
          </a:ln>
        </p:spPr>
      </p:cxnSp>
      <p:cxnSp>
        <p:nvCxnSpPr>
          <p:cNvPr id="444" name="Connector 11"/>
          <p:cNvCxnSpPr/>
          <p:nvPr/>
        </p:nvCxnSpPr>
        <p:spPr>
          <a:xfrm>
            <a:off x="6984360" y="2763720"/>
            <a:ext cx="120240" cy="360"/>
          </a:xfrm>
          <a:prstGeom prst="straightConnector1">
            <a:avLst/>
          </a:prstGeom>
          <a:ln w="20320">
            <a:solidFill>
              <a:srgbClr val="C8C8C8"/>
            </a:solidFill>
            <a:round/>
            <a:tailEnd len="med" type="triangle" w="med"/>
          </a:ln>
        </p:spPr>
      </p:cxnSp>
      <p:cxnSp>
        <p:nvCxnSpPr>
          <p:cNvPr id="445" name="Connector 12"/>
          <p:cNvCxnSpPr/>
          <p:nvPr/>
        </p:nvCxnSpPr>
        <p:spPr>
          <a:xfrm flipV="1">
            <a:off x="6804720" y="3121200"/>
            <a:ext cx="302040" cy="124560"/>
          </a:xfrm>
          <a:prstGeom prst="straightConnector1">
            <a:avLst/>
          </a:prstGeom>
          <a:ln w="20320">
            <a:solidFill>
              <a:srgbClr val="C8C8C8"/>
            </a:solidFill>
            <a:round/>
            <a:tailEnd len="med" type="triangle" w="med"/>
          </a:ln>
        </p:spPr>
      </p:cxnSp>
      <p:cxnSp>
        <p:nvCxnSpPr>
          <p:cNvPr id="446" name="Connector 13"/>
          <p:cNvCxnSpPr/>
          <p:nvPr/>
        </p:nvCxnSpPr>
        <p:spPr>
          <a:xfrm>
            <a:off x="8844120" y="2763720"/>
            <a:ext cx="454680" cy="360"/>
          </a:xfrm>
          <a:prstGeom prst="straightConnector1">
            <a:avLst/>
          </a:prstGeom>
          <a:ln w="20320">
            <a:solidFill>
              <a:srgbClr val="C8C8C8"/>
            </a:solidFill>
            <a:round/>
            <a:tailEnd len="med" type="triangle" w="med"/>
          </a:ln>
        </p:spPr>
      </p:cxnSp>
      <p:sp>
        <p:nvSpPr>
          <p:cNvPr id="447" name="Rounded Rectangle 14"/>
          <p:cNvSpPr/>
          <p:nvPr/>
        </p:nvSpPr>
        <p:spPr>
          <a:xfrm>
            <a:off x="1703520" y="2460600"/>
            <a:ext cx="935640" cy="606600"/>
          </a:xfrm>
          <a:prstGeom prst="roundRect">
            <a:avLst>
              <a:gd name="adj" fmla="val 18000"/>
            </a:avLst>
          </a:prstGeom>
          <a:solidFill>
            <a:srgbClr val="181818"/>
          </a:solidFill>
          <a:ln w="25400">
            <a:solidFill>
              <a:srgbClr val="9A9A9A"/>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wrap="none" lIns="45720" tIns="27360" rIns="45720" bIns="27360" anchor="ctr">
            <a:noAutofit/>
          </a:bodyPr>
          <a:p>
            <a:pPr algn="ctr" defTabSz="457200">
              <a:lnSpc>
                <a:spcPct val="100000"/>
              </a:lnSpc>
            </a:pPr>
            <a:r>
              <a:rPr lang="en-US" sz="1160" b="0" u="none" strike="noStrike">
                <a:solidFill>
                  <a:srgbClr val="F2F2F2"/>
                </a:solidFill>
                <a:effectLst/>
                <a:uFillTx/>
                <a:latin typeface="Arial"/>
              </a:rPr>
              <a:t>Pregunta</a:t>
            </a:r>
            <a:endParaRPr lang="en-US" sz="1160" b="0" u="none" strike="noStrike">
              <a:solidFill>
                <a:srgbClr val="FFFFFF"/>
              </a:solidFill>
              <a:effectLst/>
              <a:uFillTx/>
              <a:latin typeface="Arial"/>
            </a:endParaRPr>
          </a:p>
          <a:p>
            <a:pPr algn="ctr" defTabSz="457200">
              <a:lnSpc>
                <a:spcPct val="100000"/>
              </a:lnSpc>
            </a:pPr>
            <a:r>
              <a:rPr lang="en-US" sz="1160" b="0" u="none" strike="noStrike">
                <a:solidFill>
                  <a:srgbClr val="F2F2F2"/>
                </a:solidFill>
                <a:effectLst/>
                <a:uFillTx/>
                <a:latin typeface="Arial"/>
              </a:rPr>
              <a:t>compleja</a:t>
            </a:r>
            <a:endParaRPr lang="en-US" sz="1160" b="0" u="none" strike="noStrike">
              <a:solidFill>
                <a:srgbClr val="FFFFFF"/>
              </a:solidFill>
              <a:effectLst/>
              <a:uFillTx/>
              <a:latin typeface="Arial"/>
            </a:endParaRPr>
          </a:p>
        </p:txBody>
      </p:sp>
      <p:sp>
        <p:nvSpPr>
          <p:cNvPr id="448" name="Rounded Rectangle 15"/>
          <p:cNvSpPr/>
          <p:nvPr/>
        </p:nvSpPr>
        <p:spPr>
          <a:xfrm>
            <a:off x="3414960" y="2460600"/>
            <a:ext cx="1381680" cy="606600"/>
          </a:xfrm>
          <a:prstGeom prst="roundRect">
            <a:avLst>
              <a:gd name="adj" fmla="val 18000"/>
            </a:avLst>
          </a:prstGeom>
          <a:solidFill>
            <a:srgbClr val="2A1608"/>
          </a:solidFill>
          <a:ln w="25400">
            <a:solidFill>
              <a:srgbClr val="FF6B1A"/>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wrap="none" lIns="45720" tIns="27360" rIns="45720" bIns="27360" anchor="ctr">
            <a:noAutofit/>
          </a:bodyPr>
          <a:p>
            <a:pPr algn="ctr" defTabSz="457200">
              <a:lnSpc>
                <a:spcPct val="100000"/>
              </a:lnSpc>
            </a:pPr>
            <a:r>
              <a:rPr lang="en-US" sz="1160" b="1" u="none" strike="noStrike">
                <a:solidFill>
                  <a:srgbClr val="F2F2F2"/>
                </a:solidFill>
                <a:effectLst/>
                <a:uFillTx/>
                <a:latin typeface="Arial"/>
              </a:rPr>
              <a:t>Descomponer</a:t>
            </a:r>
            <a:endParaRPr lang="en-US" sz="1160" b="0" u="none" strike="noStrike">
              <a:solidFill>
                <a:srgbClr val="FFFFFF"/>
              </a:solidFill>
              <a:effectLst/>
              <a:uFillTx/>
              <a:latin typeface="Arial"/>
            </a:endParaRPr>
          </a:p>
          <a:p>
            <a:pPr algn="ctr" defTabSz="457200">
              <a:lnSpc>
                <a:spcPct val="100000"/>
              </a:lnSpc>
            </a:pPr>
            <a:r>
              <a:rPr lang="en-US" sz="1160" b="0" u="none" strike="noStrike">
                <a:solidFill>
                  <a:srgbClr val="F2F2F2"/>
                </a:solidFill>
                <a:effectLst/>
                <a:uFillTx/>
                <a:latin typeface="Arial"/>
              </a:rPr>
              <a:t>(LLM, una vez)</a:t>
            </a:r>
            <a:endParaRPr lang="en-US" sz="1160" b="0" u="none" strike="noStrike">
              <a:solidFill>
                <a:srgbClr val="FFFFFF"/>
              </a:solidFill>
              <a:effectLst/>
              <a:uFillTx/>
              <a:latin typeface="Arial"/>
            </a:endParaRPr>
          </a:p>
        </p:txBody>
      </p:sp>
      <p:sp>
        <p:nvSpPr>
          <p:cNvPr id="449" name="Rounded Rectangle 16"/>
          <p:cNvSpPr/>
          <p:nvPr/>
        </p:nvSpPr>
        <p:spPr>
          <a:xfrm>
            <a:off x="5126040" y="1664280"/>
            <a:ext cx="1827720" cy="606600"/>
          </a:xfrm>
          <a:prstGeom prst="roundRect">
            <a:avLst>
              <a:gd name="adj" fmla="val 18000"/>
            </a:avLst>
          </a:prstGeom>
          <a:solidFill>
            <a:srgbClr val="0F2416"/>
          </a:solidFill>
          <a:ln w="25400">
            <a:solidFill>
              <a:srgbClr val="3DDC84"/>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wrap="none" lIns="45720" tIns="27360" rIns="45720" bIns="27360" anchor="ctr">
            <a:noAutofit/>
          </a:bodyPr>
          <a:p>
            <a:pPr algn="ctr" defTabSz="457200">
              <a:lnSpc>
                <a:spcPct val="100000"/>
              </a:lnSpc>
            </a:pPr>
            <a:r>
              <a:rPr lang="en-US" sz="1160" b="1" u="none" strike="noStrike">
                <a:solidFill>
                  <a:srgbClr val="F2F2F2"/>
                </a:solidFill>
                <a:effectLst/>
                <a:uFillTx/>
                <a:latin typeface="Arial"/>
              </a:rPr>
              <a:t>Resolver sub-preg. 1</a:t>
            </a:r>
            <a:endParaRPr lang="en-US" sz="1160" b="0" u="none" strike="noStrike">
              <a:solidFill>
                <a:srgbClr val="FFFFFF"/>
              </a:solidFill>
              <a:effectLst/>
              <a:uFillTx/>
              <a:latin typeface="Arial"/>
            </a:endParaRPr>
          </a:p>
          <a:p>
            <a:pPr algn="ctr" defTabSz="457200">
              <a:lnSpc>
                <a:spcPct val="100000"/>
              </a:lnSpc>
            </a:pPr>
            <a:r>
              <a:rPr lang="en-US" sz="1160" b="0" u="none" strike="noStrike">
                <a:solidFill>
                  <a:srgbClr val="F2F2F2"/>
                </a:solidFill>
                <a:effectLst/>
                <a:uFillTx/>
                <a:latin typeface="Arial"/>
              </a:rPr>
              <a:t>contexto aislado</a:t>
            </a:r>
            <a:endParaRPr lang="en-US" sz="1160" b="0" u="none" strike="noStrike">
              <a:solidFill>
                <a:srgbClr val="FFFFFF"/>
              </a:solidFill>
              <a:effectLst/>
              <a:uFillTx/>
              <a:latin typeface="Arial"/>
            </a:endParaRPr>
          </a:p>
        </p:txBody>
      </p:sp>
      <p:sp>
        <p:nvSpPr>
          <p:cNvPr id="450" name="Rounded Rectangle 17"/>
          <p:cNvSpPr/>
          <p:nvPr/>
        </p:nvSpPr>
        <p:spPr>
          <a:xfrm>
            <a:off x="5126040" y="2460600"/>
            <a:ext cx="1827720" cy="606600"/>
          </a:xfrm>
          <a:prstGeom prst="roundRect">
            <a:avLst>
              <a:gd name="adj" fmla="val 18000"/>
            </a:avLst>
          </a:prstGeom>
          <a:solidFill>
            <a:srgbClr val="0F2416"/>
          </a:solidFill>
          <a:ln w="25400">
            <a:solidFill>
              <a:srgbClr val="3DDC84"/>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wrap="none" lIns="45720" tIns="27360" rIns="45720" bIns="27360" anchor="ctr">
            <a:noAutofit/>
          </a:bodyPr>
          <a:p>
            <a:pPr algn="ctr" defTabSz="457200">
              <a:lnSpc>
                <a:spcPct val="100000"/>
              </a:lnSpc>
            </a:pPr>
            <a:r>
              <a:rPr lang="en-US" sz="1160" b="1" u="none" strike="noStrike">
                <a:solidFill>
                  <a:srgbClr val="F2F2F2"/>
                </a:solidFill>
                <a:effectLst/>
                <a:uFillTx/>
                <a:latin typeface="Arial"/>
              </a:rPr>
              <a:t>Resolver sub-preg. 2</a:t>
            </a:r>
            <a:endParaRPr lang="en-US" sz="1160" b="0" u="none" strike="noStrike">
              <a:solidFill>
                <a:srgbClr val="FFFFFF"/>
              </a:solidFill>
              <a:effectLst/>
              <a:uFillTx/>
              <a:latin typeface="Arial"/>
            </a:endParaRPr>
          </a:p>
          <a:p>
            <a:pPr algn="ctr" defTabSz="457200">
              <a:lnSpc>
                <a:spcPct val="100000"/>
              </a:lnSpc>
            </a:pPr>
            <a:r>
              <a:rPr lang="en-US" sz="1160" b="0" u="none" strike="noStrike">
                <a:solidFill>
                  <a:srgbClr val="F2F2F2"/>
                </a:solidFill>
                <a:effectLst/>
                <a:uFillTx/>
                <a:latin typeface="Arial"/>
              </a:rPr>
              <a:t>contexto aislado</a:t>
            </a:r>
            <a:endParaRPr lang="en-US" sz="1160" b="0" u="none" strike="noStrike">
              <a:solidFill>
                <a:srgbClr val="FFFFFF"/>
              </a:solidFill>
              <a:effectLst/>
              <a:uFillTx/>
              <a:latin typeface="Arial"/>
            </a:endParaRPr>
          </a:p>
        </p:txBody>
      </p:sp>
      <p:sp>
        <p:nvSpPr>
          <p:cNvPr id="451" name="Rounded Rectangle 18"/>
          <p:cNvSpPr/>
          <p:nvPr/>
        </p:nvSpPr>
        <p:spPr>
          <a:xfrm>
            <a:off x="5126040" y="3256920"/>
            <a:ext cx="1827720" cy="606600"/>
          </a:xfrm>
          <a:prstGeom prst="roundRect">
            <a:avLst>
              <a:gd name="adj" fmla="val 18000"/>
            </a:avLst>
          </a:prstGeom>
          <a:solidFill>
            <a:srgbClr val="0F2416"/>
          </a:solidFill>
          <a:ln w="25400">
            <a:solidFill>
              <a:srgbClr val="3DDC84"/>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wrap="none" lIns="45720" tIns="27360" rIns="45720" bIns="27360" anchor="ctr">
            <a:noAutofit/>
          </a:bodyPr>
          <a:p>
            <a:pPr algn="ctr" defTabSz="457200">
              <a:lnSpc>
                <a:spcPct val="100000"/>
              </a:lnSpc>
            </a:pPr>
            <a:r>
              <a:rPr lang="en-US" sz="1160" b="1" u="none" strike="noStrike">
                <a:solidFill>
                  <a:srgbClr val="F2F2F2"/>
                </a:solidFill>
                <a:effectLst/>
                <a:uFillTx/>
                <a:latin typeface="Arial"/>
              </a:rPr>
              <a:t>Resolver sub-preg. 3</a:t>
            </a:r>
            <a:endParaRPr lang="en-US" sz="1160" b="0" u="none" strike="noStrike">
              <a:solidFill>
                <a:srgbClr val="FFFFFF"/>
              </a:solidFill>
              <a:effectLst/>
              <a:uFillTx/>
              <a:latin typeface="Arial"/>
            </a:endParaRPr>
          </a:p>
          <a:p>
            <a:pPr algn="ctr" defTabSz="457200">
              <a:lnSpc>
                <a:spcPct val="100000"/>
              </a:lnSpc>
            </a:pPr>
            <a:r>
              <a:rPr lang="en-US" sz="1160" b="0" u="none" strike="noStrike">
                <a:solidFill>
                  <a:srgbClr val="F2F2F2"/>
                </a:solidFill>
                <a:effectLst/>
                <a:uFillTx/>
                <a:latin typeface="Arial"/>
              </a:rPr>
              <a:t>contexto aislado</a:t>
            </a:r>
            <a:endParaRPr lang="en-US" sz="1160" b="0" u="none" strike="noStrike">
              <a:solidFill>
                <a:srgbClr val="FFFFFF"/>
              </a:solidFill>
              <a:effectLst/>
              <a:uFillTx/>
              <a:latin typeface="Arial"/>
            </a:endParaRPr>
          </a:p>
        </p:txBody>
      </p:sp>
      <p:sp>
        <p:nvSpPr>
          <p:cNvPr id="452" name="Rounded Rectangle 19"/>
          <p:cNvSpPr/>
          <p:nvPr/>
        </p:nvSpPr>
        <p:spPr>
          <a:xfrm>
            <a:off x="7134480" y="2358360"/>
            <a:ext cx="1679040" cy="811080"/>
          </a:xfrm>
          <a:prstGeom prst="roundRect">
            <a:avLst>
              <a:gd name="adj" fmla="val 18000"/>
            </a:avLst>
          </a:prstGeom>
          <a:solidFill>
            <a:srgbClr val="2A1608"/>
          </a:solidFill>
          <a:ln w="25400">
            <a:solidFill>
              <a:srgbClr val="FF6B1A"/>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wrap="none" lIns="45720" tIns="27360" rIns="45720" bIns="27360" anchor="ctr">
            <a:noAutofit/>
          </a:bodyPr>
          <a:p>
            <a:pPr algn="ctr" defTabSz="457200">
              <a:lnSpc>
                <a:spcPct val="100000"/>
              </a:lnSpc>
            </a:pPr>
            <a:r>
              <a:rPr lang="en-US" sz="1160" b="1" u="none" strike="noStrike">
                <a:solidFill>
                  <a:srgbClr val="F2F2F2"/>
                </a:solidFill>
                <a:effectLst/>
                <a:uFillTx/>
                <a:latin typeface="Arial"/>
              </a:rPr>
              <a:t>Sintetizar</a:t>
            </a:r>
            <a:endParaRPr lang="en-US" sz="1160" b="0" u="none" strike="noStrike">
              <a:solidFill>
                <a:srgbClr val="FFFFFF"/>
              </a:solidFill>
              <a:effectLst/>
              <a:uFillTx/>
              <a:latin typeface="Arial"/>
            </a:endParaRPr>
          </a:p>
          <a:p>
            <a:pPr algn="ctr" defTabSz="457200">
              <a:lnSpc>
                <a:spcPct val="100000"/>
              </a:lnSpc>
            </a:pPr>
            <a:r>
              <a:rPr lang="en-US" sz="1160" b="0" u="none" strike="noStrike">
                <a:solidFill>
                  <a:srgbClr val="F2F2F2"/>
                </a:solidFill>
                <a:effectLst/>
                <a:uFillTx/>
                <a:latin typeface="Arial"/>
              </a:rPr>
              <a:t>(LLM: pregunta +</a:t>
            </a:r>
            <a:endParaRPr lang="en-US" sz="1160" b="0" u="none" strike="noStrike">
              <a:solidFill>
                <a:srgbClr val="FFFFFF"/>
              </a:solidFill>
              <a:effectLst/>
              <a:uFillTx/>
              <a:latin typeface="Arial"/>
            </a:endParaRPr>
          </a:p>
          <a:p>
            <a:pPr algn="ctr" defTabSz="457200">
              <a:lnSpc>
                <a:spcPct val="100000"/>
              </a:lnSpc>
            </a:pPr>
            <a:r>
              <a:rPr lang="en-US" sz="1160" b="0" u="none" strike="noStrike">
                <a:solidFill>
                  <a:srgbClr val="F2F2F2"/>
                </a:solidFill>
                <a:effectLst/>
                <a:uFillTx/>
                <a:latin typeface="Arial"/>
              </a:rPr>
              <a:t>respuestas cortas)</a:t>
            </a:r>
            <a:endParaRPr lang="en-US" sz="1160" b="0" u="none" strike="noStrike">
              <a:solidFill>
                <a:srgbClr val="FFFFFF"/>
              </a:solidFill>
              <a:effectLst/>
              <a:uFillTx/>
              <a:latin typeface="Arial"/>
            </a:endParaRPr>
          </a:p>
        </p:txBody>
      </p:sp>
      <p:sp>
        <p:nvSpPr>
          <p:cNvPr id="453" name="Rounded Rectangle 20"/>
          <p:cNvSpPr/>
          <p:nvPr/>
        </p:nvSpPr>
        <p:spPr>
          <a:xfrm>
            <a:off x="9329040" y="2460600"/>
            <a:ext cx="1158480" cy="606600"/>
          </a:xfrm>
          <a:prstGeom prst="roundRect">
            <a:avLst>
              <a:gd name="adj" fmla="val 18000"/>
            </a:avLst>
          </a:prstGeom>
          <a:solidFill>
            <a:srgbClr val="181818"/>
          </a:solidFill>
          <a:ln w="25400">
            <a:solidFill>
              <a:srgbClr val="9A9A9A"/>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wrap="none" lIns="45720" tIns="27360" rIns="45720" bIns="27360" anchor="ctr">
            <a:noAutofit/>
          </a:bodyPr>
          <a:p>
            <a:pPr algn="ctr" defTabSz="457200">
              <a:lnSpc>
                <a:spcPct val="100000"/>
              </a:lnSpc>
            </a:pPr>
            <a:r>
              <a:rPr lang="en-US" sz="1160" b="0" u="none" strike="noStrike">
                <a:solidFill>
                  <a:srgbClr val="F2F2F2"/>
                </a:solidFill>
                <a:effectLst/>
                <a:uFillTx/>
                <a:latin typeface="Arial"/>
              </a:rPr>
              <a:t>Respuesta</a:t>
            </a:r>
            <a:endParaRPr lang="en-US" sz="1160" b="0" u="none" strike="noStrike">
              <a:solidFill>
                <a:srgbClr val="FFFFFF"/>
              </a:solidFill>
              <a:effectLst/>
              <a:uFillTx/>
              <a:latin typeface="Arial"/>
            </a:endParaRPr>
          </a:p>
          <a:p>
            <a:pPr algn="ctr" defTabSz="457200">
              <a:lnSpc>
                <a:spcPct val="100000"/>
              </a:lnSpc>
            </a:pPr>
            <a:r>
              <a:rPr lang="en-US" sz="1160" b="0" u="none" strike="noStrike">
                <a:solidFill>
                  <a:srgbClr val="F2F2F2"/>
                </a:solidFill>
                <a:effectLst/>
                <a:uFillTx/>
                <a:latin typeface="Arial"/>
              </a:rPr>
              <a:t>con fuentes</a:t>
            </a:r>
            <a:endParaRPr lang="en-US" sz="1160" b="0" u="none" strike="noStrike">
              <a:solidFill>
                <a:srgbClr val="FFFFFF"/>
              </a:solidFill>
              <a:effectLst/>
              <a:uFillTx/>
              <a:latin typeface="Arial"/>
            </a:endParaRPr>
          </a:p>
        </p:txBody>
      </p:sp>
      <p:sp>
        <p:nvSpPr>
          <p:cNvPr id="454" name="TextBox 21"/>
          <p:cNvSpPr/>
          <p:nvPr/>
        </p:nvSpPr>
        <p:spPr>
          <a:xfrm>
            <a:off x="548640" y="3863880"/>
            <a:ext cx="11094120" cy="255600"/>
          </a:xfrm>
          <a:prstGeom prst="rect">
            <a:avLst/>
          </a:prstGeom>
          <a:noFill/>
          <a:ln w="0">
            <a:noFill/>
          </a:ln>
        </p:spPr>
        <p:style>
          <a:lnRef idx="0"/>
          <a:fillRef idx="0"/>
          <a:effectRef idx="0"/>
          <a:fontRef idx="minor"/>
        </p:style>
        <p:txBody>
          <a:bodyPr lIns="18360" tIns="9000" rIns="18360" bIns="9000" anchor="t">
            <a:spAutoFit/>
          </a:bodyPr>
          <a:p>
            <a:pPr defTabSz="457200">
              <a:lnSpc>
                <a:spcPct val="100000"/>
              </a:lnSpc>
            </a:pPr>
            <a:r>
              <a:rPr lang="en-US" sz="1250" b="1" u="none" strike="noStrike">
                <a:solidFill>
                  <a:srgbClr val="FF6B1A"/>
                </a:solidFill>
                <a:effectLst/>
                <a:uFillTx/>
                <a:latin typeface="Arial"/>
              </a:rPr>
              <a:t>Variante secuencial: cada respuesta alimenta la siguiente</a:t>
            </a:r>
            <a:endParaRPr lang="en-US" sz="1250" b="0" u="none" strike="noStrike">
              <a:solidFill>
                <a:srgbClr val="FFFFFF"/>
              </a:solidFill>
              <a:effectLst/>
              <a:uFillTx/>
              <a:latin typeface="Arial"/>
            </a:endParaRPr>
          </a:p>
        </p:txBody>
      </p:sp>
      <p:cxnSp>
        <p:nvCxnSpPr>
          <p:cNvPr id="455" name="Connector 22"/>
          <p:cNvCxnSpPr/>
          <p:nvPr/>
        </p:nvCxnSpPr>
        <p:spPr>
          <a:xfrm>
            <a:off x="3405960" y="4433040"/>
            <a:ext cx="928080" cy="360"/>
          </a:xfrm>
          <a:prstGeom prst="straightConnector1">
            <a:avLst/>
          </a:prstGeom>
          <a:ln w="20320">
            <a:solidFill>
              <a:srgbClr val="C8C8C8"/>
            </a:solidFill>
            <a:round/>
            <a:tailEnd len="med" type="triangle" w="med"/>
          </a:ln>
        </p:spPr>
      </p:cxnSp>
      <p:cxnSp>
        <p:nvCxnSpPr>
          <p:cNvPr id="456" name="Connector 23"/>
          <p:cNvCxnSpPr/>
          <p:nvPr/>
        </p:nvCxnSpPr>
        <p:spPr>
          <a:xfrm>
            <a:off x="5648760" y="4433040"/>
            <a:ext cx="928080" cy="360"/>
          </a:xfrm>
          <a:prstGeom prst="straightConnector1">
            <a:avLst/>
          </a:prstGeom>
          <a:ln w="20320">
            <a:solidFill>
              <a:srgbClr val="C8C8C8"/>
            </a:solidFill>
            <a:round/>
            <a:tailEnd len="med" type="triangle" w="med"/>
          </a:ln>
        </p:spPr>
      </p:cxnSp>
      <p:cxnSp>
        <p:nvCxnSpPr>
          <p:cNvPr id="457" name="Connector 24"/>
          <p:cNvCxnSpPr/>
          <p:nvPr/>
        </p:nvCxnSpPr>
        <p:spPr>
          <a:xfrm>
            <a:off x="7485120" y="4433040"/>
            <a:ext cx="1029600" cy="360"/>
          </a:xfrm>
          <a:prstGeom prst="straightConnector1">
            <a:avLst/>
          </a:prstGeom>
          <a:ln w="20320">
            <a:solidFill>
              <a:srgbClr val="C8C8C8"/>
            </a:solidFill>
            <a:round/>
            <a:tailEnd len="med" type="triangle" w="med"/>
          </a:ln>
        </p:spPr>
      </p:cxnSp>
      <p:cxnSp>
        <p:nvCxnSpPr>
          <p:cNvPr id="458" name="Connector 25"/>
          <p:cNvCxnSpPr/>
          <p:nvPr/>
        </p:nvCxnSpPr>
        <p:spPr>
          <a:xfrm>
            <a:off x="9070200" y="4643640"/>
            <a:ext cx="360" cy="280440"/>
          </a:xfrm>
          <a:prstGeom prst="straightConnector1">
            <a:avLst/>
          </a:prstGeom>
          <a:ln w="20320">
            <a:solidFill>
              <a:srgbClr val="C8C8C8"/>
            </a:solidFill>
            <a:prstDash val="dash"/>
            <a:round/>
            <a:tailEnd len="med" type="triangle" w="med"/>
          </a:ln>
        </p:spPr>
      </p:cxnSp>
      <p:sp>
        <p:nvSpPr>
          <p:cNvPr id="459" name="TextBox 26"/>
          <p:cNvSpPr/>
          <p:nvPr/>
        </p:nvSpPr>
        <p:spPr>
          <a:xfrm>
            <a:off x="8764200" y="4667040"/>
            <a:ext cx="612000" cy="233280"/>
          </a:xfrm>
          <a:prstGeom prst="rect">
            <a:avLst/>
          </a:prstGeom>
          <a:solidFill>
            <a:srgbClr val="000000"/>
          </a:solidFill>
          <a:ln w="0">
            <a:noFill/>
          </a:ln>
        </p:spPr>
        <p:style>
          <a:lnRef idx="0"/>
          <a:fillRef idx="0"/>
          <a:effectRef idx="0"/>
          <a:fontRef idx="minor"/>
        </p:style>
        <p:txBody>
          <a:bodyPr wrap="none" lIns="27360" tIns="9000" rIns="27360" bIns="9000" anchor="ctr">
            <a:spAutoFit/>
          </a:bodyPr>
          <a:p>
            <a:pPr algn="ctr" defTabSz="457200">
              <a:lnSpc>
                <a:spcPct val="100000"/>
              </a:lnSpc>
            </a:pPr>
            <a:r>
              <a:rPr lang="en-US" sz="910" b="0" i="1" u="none" strike="noStrike">
                <a:solidFill>
                  <a:srgbClr val="D0D0D0"/>
                </a:solidFill>
                <a:effectLst/>
                <a:uFillTx/>
                <a:latin typeface="Arial"/>
              </a:rPr>
              <a:t>alimenta</a:t>
            </a:r>
            <a:endParaRPr lang="en-US" sz="910" b="0" u="none" strike="noStrike">
              <a:solidFill>
                <a:srgbClr val="FFFFFF"/>
              </a:solidFill>
              <a:effectLst/>
              <a:uFillTx/>
              <a:latin typeface="Arial"/>
            </a:endParaRPr>
          </a:p>
        </p:txBody>
      </p:sp>
      <p:cxnSp>
        <p:nvCxnSpPr>
          <p:cNvPr id="460" name="Connector 27"/>
          <p:cNvCxnSpPr/>
          <p:nvPr/>
        </p:nvCxnSpPr>
        <p:spPr>
          <a:xfrm flipH="1">
            <a:off x="7485120" y="5227920"/>
            <a:ext cx="724680" cy="360"/>
          </a:xfrm>
          <a:prstGeom prst="straightConnector1">
            <a:avLst/>
          </a:prstGeom>
          <a:ln w="20320">
            <a:solidFill>
              <a:srgbClr val="C8C8C8"/>
            </a:solidFill>
            <a:round/>
            <a:tailEnd len="med" type="triangle" w="med"/>
          </a:ln>
        </p:spPr>
      </p:cxnSp>
      <p:cxnSp>
        <p:nvCxnSpPr>
          <p:cNvPr id="461" name="Connector 28"/>
          <p:cNvCxnSpPr/>
          <p:nvPr/>
        </p:nvCxnSpPr>
        <p:spPr>
          <a:xfrm flipH="1">
            <a:off x="5546880" y="5227920"/>
            <a:ext cx="1029960" cy="360"/>
          </a:xfrm>
          <a:prstGeom prst="straightConnector1">
            <a:avLst/>
          </a:prstGeom>
          <a:ln w="20320">
            <a:solidFill>
              <a:srgbClr val="C8C8C8"/>
            </a:solidFill>
            <a:round/>
            <a:tailEnd len="med" type="triangle" w="med"/>
          </a:ln>
        </p:spPr>
      </p:cxnSp>
      <p:cxnSp>
        <p:nvCxnSpPr>
          <p:cNvPr id="462" name="Connector 29"/>
          <p:cNvCxnSpPr/>
          <p:nvPr/>
        </p:nvCxnSpPr>
        <p:spPr>
          <a:xfrm flipH="1">
            <a:off x="3642840" y="5227920"/>
            <a:ext cx="792720" cy="360"/>
          </a:xfrm>
          <a:prstGeom prst="straightConnector1">
            <a:avLst/>
          </a:prstGeom>
          <a:ln w="20320">
            <a:solidFill>
              <a:srgbClr val="C8C8C8"/>
            </a:solidFill>
            <a:round/>
            <a:tailEnd len="med" type="triangle" w="med"/>
          </a:ln>
        </p:spPr>
      </p:cxnSp>
      <p:sp>
        <p:nvSpPr>
          <p:cNvPr id="463" name="Rounded Rectangle 30"/>
          <p:cNvSpPr/>
          <p:nvPr/>
        </p:nvSpPr>
        <p:spPr>
          <a:xfrm>
            <a:off x="2525040" y="4156560"/>
            <a:ext cx="852840" cy="552600"/>
          </a:xfrm>
          <a:prstGeom prst="roundRect">
            <a:avLst>
              <a:gd name="adj" fmla="val 18000"/>
            </a:avLst>
          </a:prstGeom>
          <a:solidFill>
            <a:srgbClr val="181818"/>
          </a:solidFill>
          <a:ln w="25400">
            <a:solidFill>
              <a:srgbClr val="9A9A9A"/>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wrap="none" lIns="45720" tIns="27360" rIns="45720" bIns="27360" anchor="ctr">
            <a:noAutofit/>
          </a:bodyPr>
          <a:p>
            <a:pPr algn="ctr" defTabSz="457200">
              <a:lnSpc>
                <a:spcPct val="100000"/>
              </a:lnSpc>
            </a:pPr>
            <a:r>
              <a:rPr lang="en-US" sz="1060" b="0" u="none" strike="noStrike">
                <a:solidFill>
                  <a:srgbClr val="F2F2F2"/>
                </a:solidFill>
                <a:effectLst/>
                <a:uFillTx/>
                <a:latin typeface="Arial"/>
              </a:rPr>
              <a:t>Pregunta</a:t>
            </a:r>
            <a:endParaRPr lang="en-US" sz="1060" b="0" u="none" strike="noStrike">
              <a:solidFill>
                <a:srgbClr val="FFFFFF"/>
              </a:solidFill>
              <a:effectLst/>
              <a:uFillTx/>
              <a:latin typeface="Arial"/>
            </a:endParaRPr>
          </a:p>
          <a:p>
            <a:pPr algn="ctr" defTabSz="457200">
              <a:lnSpc>
                <a:spcPct val="100000"/>
              </a:lnSpc>
            </a:pPr>
            <a:r>
              <a:rPr lang="en-US" sz="1060" b="0" u="none" strike="noStrike">
                <a:solidFill>
                  <a:srgbClr val="F2F2F2"/>
                </a:solidFill>
                <a:effectLst/>
                <a:uFillTx/>
                <a:latin typeface="Arial"/>
              </a:rPr>
              <a:t>compleja</a:t>
            </a:r>
            <a:endParaRPr lang="en-US" sz="1060" b="0" u="none" strike="noStrike">
              <a:solidFill>
                <a:srgbClr val="FFFFFF"/>
              </a:solidFill>
              <a:effectLst/>
              <a:uFillTx/>
              <a:latin typeface="Arial"/>
            </a:endParaRPr>
          </a:p>
        </p:txBody>
      </p:sp>
      <p:sp>
        <p:nvSpPr>
          <p:cNvPr id="464" name="Rounded Rectangle 31"/>
          <p:cNvSpPr/>
          <p:nvPr/>
        </p:nvSpPr>
        <p:spPr>
          <a:xfrm>
            <a:off x="4361400" y="4249800"/>
            <a:ext cx="1259280" cy="366120"/>
          </a:xfrm>
          <a:prstGeom prst="roundRect">
            <a:avLst>
              <a:gd name="adj" fmla="val 18000"/>
            </a:avLst>
          </a:prstGeom>
          <a:solidFill>
            <a:srgbClr val="2A1608"/>
          </a:solidFill>
          <a:ln w="25400">
            <a:solidFill>
              <a:srgbClr val="FF6B1A"/>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wrap="none" lIns="45720" tIns="27360" rIns="45720" bIns="27360" anchor="ctr">
            <a:noAutofit/>
          </a:bodyPr>
          <a:p>
            <a:pPr algn="ctr" defTabSz="457200">
              <a:lnSpc>
                <a:spcPct val="100000"/>
              </a:lnSpc>
            </a:pPr>
            <a:r>
              <a:rPr lang="en-US" sz="1060" b="0" u="none" strike="noStrike">
                <a:solidFill>
                  <a:srgbClr val="F2F2F2"/>
                </a:solidFill>
                <a:effectLst/>
                <a:uFillTx/>
                <a:latin typeface="Arial"/>
              </a:rPr>
              <a:t>Sub-pregunta 1</a:t>
            </a:r>
            <a:endParaRPr lang="en-US" sz="1060" b="0" u="none" strike="noStrike">
              <a:solidFill>
                <a:srgbClr val="FFFFFF"/>
              </a:solidFill>
              <a:effectLst/>
              <a:uFillTx/>
              <a:latin typeface="Arial"/>
            </a:endParaRPr>
          </a:p>
        </p:txBody>
      </p:sp>
      <p:sp>
        <p:nvSpPr>
          <p:cNvPr id="465" name="Rounded Rectangle 32"/>
          <p:cNvSpPr/>
          <p:nvPr/>
        </p:nvSpPr>
        <p:spPr>
          <a:xfrm>
            <a:off x="6604200" y="4249800"/>
            <a:ext cx="852840" cy="366120"/>
          </a:xfrm>
          <a:prstGeom prst="roundRect">
            <a:avLst>
              <a:gd name="adj" fmla="val 18000"/>
            </a:avLst>
          </a:prstGeom>
          <a:solidFill>
            <a:srgbClr val="0F2416"/>
          </a:solidFill>
          <a:ln w="25400">
            <a:solidFill>
              <a:srgbClr val="3DDC84"/>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wrap="none" lIns="45720" tIns="27360" rIns="45720" bIns="27360" anchor="ctr">
            <a:noAutofit/>
          </a:bodyPr>
          <a:p>
            <a:pPr algn="ctr" defTabSz="457200">
              <a:lnSpc>
                <a:spcPct val="100000"/>
              </a:lnSpc>
            </a:pPr>
            <a:r>
              <a:rPr lang="en-US" sz="1060" b="0" u="none" strike="noStrike">
                <a:solidFill>
                  <a:srgbClr val="F2F2F2"/>
                </a:solidFill>
                <a:effectLst/>
                <a:uFillTx/>
                <a:latin typeface="Arial"/>
              </a:rPr>
              <a:t>Búsqueda</a:t>
            </a:r>
            <a:endParaRPr lang="en-US" sz="1060" b="0" u="none" strike="noStrike">
              <a:solidFill>
                <a:srgbClr val="FFFFFF"/>
              </a:solidFill>
              <a:effectLst/>
              <a:uFillTx/>
              <a:latin typeface="Arial"/>
            </a:endParaRPr>
          </a:p>
        </p:txBody>
      </p:sp>
      <p:sp>
        <p:nvSpPr>
          <p:cNvPr id="466" name="Rounded Rectangle 33"/>
          <p:cNvSpPr/>
          <p:nvPr/>
        </p:nvSpPr>
        <p:spPr>
          <a:xfrm>
            <a:off x="8542440" y="4249800"/>
            <a:ext cx="1056240" cy="366120"/>
          </a:xfrm>
          <a:prstGeom prst="roundRect">
            <a:avLst>
              <a:gd name="adj" fmla="val 18000"/>
            </a:avLst>
          </a:prstGeom>
          <a:solidFill>
            <a:srgbClr val="2A2408"/>
          </a:solidFill>
          <a:ln w="25400">
            <a:solidFill>
              <a:srgbClr val="F5C542"/>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wrap="none" lIns="45720" tIns="27360" rIns="45720" bIns="27360" anchor="ctr">
            <a:noAutofit/>
          </a:bodyPr>
          <a:p>
            <a:pPr algn="ctr" defTabSz="457200">
              <a:lnSpc>
                <a:spcPct val="100000"/>
              </a:lnSpc>
            </a:pPr>
            <a:r>
              <a:rPr lang="en-US" sz="1060" b="0" u="none" strike="noStrike">
                <a:solidFill>
                  <a:srgbClr val="F2F2F2"/>
                </a:solidFill>
                <a:effectLst/>
                <a:uFillTx/>
                <a:latin typeface="Arial"/>
              </a:rPr>
              <a:t>Respuesta 1</a:t>
            </a:r>
            <a:endParaRPr lang="en-US" sz="1060" b="0" u="none" strike="noStrike">
              <a:solidFill>
                <a:srgbClr val="FFFFFF"/>
              </a:solidFill>
              <a:effectLst/>
              <a:uFillTx/>
              <a:latin typeface="Arial"/>
            </a:endParaRPr>
          </a:p>
        </p:txBody>
      </p:sp>
      <p:sp>
        <p:nvSpPr>
          <p:cNvPr id="467" name="Rounded Rectangle 34"/>
          <p:cNvSpPr/>
          <p:nvPr/>
        </p:nvSpPr>
        <p:spPr>
          <a:xfrm>
            <a:off x="8237520" y="4951440"/>
            <a:ext cx="1665720" cy="552600"/>
          </a:xfrm>
          <a:prstGeom prst="roundRect">
            <a:avLst>
              <a:gd name="adj" fmla="val 18000"/>
            </a:avLst>
          </a:prstGeom>
          <a:solidFill>
            <a:srgbClr val="2A1608"/>
          </a:solidFill>
          <a:ln w="25400">
            <a:solidFill>
              <a:srgbClr val="FF6B1A"/>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wrap="none" lIns="45720" tIns="27360" rIns="45720" bIns="27360" anchor="ctr">
            <a:noAutofit/>
          </a:bodyPr>
          <a:p>
            <a:pPr algn="ctr" defTabSz="457200">
              <a:lnSpc>
                <a:spcPct val="100000"/>
              </a:lnSpc>
            </a:pPr>
            <a:r>
              <a:rPr lang="en-US" sz="1060" b="1" u="none" strike="noStrike">
                <a:solidFill>
                  <a:srgbClr val="F2F2F2"/>
                </a:solidFill>
                <a:effectLst/>
                <a:uFillTx/>
                <a:latin typeface="Arial"/>
              </a:rPr>
              <a:t>Sub-pregunta 2</a:t>
            </a:r>
            <a:endParaRPr lang="en-US" sz="1060" b="0" u="none" strike="noStrike">
              <a:solidFill>
                <a:srgbClr val="FFFFFF"/>
              </a:solidFill>
              <a:effectLst/>
              <a:uFillTx/>
              <a:latin typeface="Arial"/>
            </a:endParaRPr>
          </a:p>
          <a:p>
            <a:pPr algn="ctr" defTabSz="457200">
              <a:lnSpc>
                <a:spcPct val="100000"/>
              </a:lnSpc>
            </a:pPr>
            <a:r>
              <a:rPr lang="en-US" sz="1060" b="0" u="none" strike="noStrike">
                <a:solidFill>
                  <a:srgbClr val="F2F2F2"/>
                </a:solidFill>
                <a:effectLst/>
                <a:uFillTx/>
                <a:latin typeface="Arial"/>
              </a:rPr>
              <a:t>(usa la respuesta 1)</a:t>
            </a:r>
            <a:endParaRPr lang="en-US" sz="1060" b="0" u="none" strike="noStrike">
              <a:solidFill>
                <a:srgbClr val="FFFFFF"/>
              </a:solidFill>
              <a:effectLst/>
              <a:uFillTx/>
              <a:latin typeface="Arial"/>
            </a:endParaRPr>
          </a:p>
        </p:txBody>
      </p:sp>
      <p:sp>
        <p:nvSpPr>
          <p:cNvPr id="468" name="Rounded Rectangle 35"/>
          <p:cNvSpPr/>
          <p:nvPr/>
        </p:nvSpPr>
        <p:spPr>
          <a:xfrm>
            <a:off x="6604200" y="5045040"/>
            <a:ext cx="852840" cy="366120"/>
          </a:xfrm>
          <a:prstGeom prst="roundRect">
            <a:avLst>
              <a:gd name="adj" fmla="val 18000"/>
            </a:avLst>
          </a:prstGeom>
          <a:solidFill>
            <a:srgbClr val="0F2416"/>
          </a:solidFill>
          <a:ln w="25400">
            <a:solidFill>
              <a:srgbClr val="3DDC84"/>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wrap="none" lIns="45720" tIns="27360" rIns="45720" bIns="27360" anchor="ctr">
            <a:noAutofit/>
          </a:bodyPr>
          <a:p>
            <a:pPr algn="ctr" defTabSz="457200">
              <a:lnSpc>
                <a:spcPct val="100000"/>
              </a:lnSpc>
            </a:pPr>
            <a:r>
              <a:rPr lang="en-US" sz="1060" b="0" u="none" strike="noStrike">
                <a:solidFill>
                  <a:srgbClr val="F2F2F2"/>
                </a:solidFill>
                <a:effectLst/>
                <a:uFillTx/>
                <a:latin typeface="Arial"/>
              </a:rPr>
              <a:t>Búsqueda</a:t>
            </a:r>
            <a:endParaRPr lang="en-US" sz="1060" b="0" u="none" strike="noStrike">
              <a:solidFill>
                <a:srgbClr val="FFFFFF"/>
              </a:solidFill>
              <a:effectLst/>
              <a:uFillTx/>
              <a:latin typeface="Arial"/>
            </a:endParaRPr>
          </a:p>
        </p:txBody>
      </p:sp>
      <p:sp>
        <p:nvSpPr>
          <p:cNvPr id="469" name="Rounded Rectangle 36"/>
          <p:cNvSpPr/>
          <p:nvPr/>
        </p:nvSpPr>
        <p:spPr>
          <a:xfrm>
            <a:off x="4463280" y="5045040"/>
            <a:ext cx="1056240" cy="366120"/>
          </a:xfrm>
          <a:prstGeom prst="roundRect">
            <a:avLst>
              <a:gd name="adj" fmla="val 18000"/>
            </a:avLst>
          </a:prstGeom>
          <a:solidFill>
            <a:srgbClr val="2A2408"/>
          </a:solidFill>
          <a:ln w="25400">
            <a:solidFill>
              <a:srgbClr val="F5C542"/>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wrap="none" lIns="45720" tIns="27360" rIns="45720" bIns="27360" anchor="ctr">
            <a:noAutofit/>
          </a:bodyPr>
          <a:p>
            <a:pPr algn="ctr" defTabSz="457200">
              <a:lnSpc>
                <a:spcPct val="100000"/>
              </a:lnSpc>
            </a:pPr>
            <a:r>
              <a:rPr lang="en-US" sz="1060" b="0" u="none" strike="noStrike">
                <a:solidFill>
                  <a:srgbClr val="F2F2F2"/>
                </a:solidFill>
                <a:effectLst/>
                <a:uFillTx/>
                <a:latin typeface="Arial"/>
              </a:rPr>
              <a:t>Respuesta 2</a:t>
            </a:r>
            <a:endParaRPr lang="en-US" sz="1060" b="0" u="none" strike="noStrike">
              <a:solidFill>
                <a:srgbClr val="FFFFFF"/>
              </a:solidFill>
              <a:effectLst/>
              <a:uFillTx/>
              <a:latin typeface="Arial"/>
            </a:endParaRPr>
          </a:p>
        </p:txBody>
      </p:sp>
      <p:sp>
        <p:nvSpPr>
          <p:cNvPr id="470" name="Rounded Rectangle 37"/>
          <p:cNvSpPr/>
          <p:nvPr/>
        </p:nvSpPr>
        <p:spPr>
          <a:xfrm>
            <a:off x="2288160" y="5045040"/>
            <a:ext cx="1326960" cy="366120"/>
          </a:xfrm>
          <a:prstGeom prst="roundRect">
            <a:avLst>
              <a:gd name="adj" fmla="val 18000"/>
            </a:avLst>
          </a:prstGeom>
          <a:solidFill>
            <a:srgbClr val="181818"/>
          </a:solidFill>
          <a:ln w="25400">
            <a:solidFill>
              <a:srgbClr val="9A9A9A"/>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wrap="none" lIns="45720" tIns="27360" rIns="45720" bIns="27360" anchor="ctr">
            <a:noAutofit/>
          </a:bodyPr>
          <a:p>
            <a:pPr algn="ctr" defTabSz="457200">
              <a:lnSpc>
                <a:spcPct val="100000"/>
              </a:lnSpc>
            </a:pPr>
            <a:r>
              <a:rPr lang="en-US" sz="1060" b="0" u="none" strike="noStrike">
                <a:solidFill>
                  <a:srgbClr val="F2F2F2"/>
                </a:solidFill>
                <a:effectLst/>
                <a:uFillTx/>
                <a:latin typeface="Arial"/>
              </a:rPr>
              <a:t>Respuesta final</a:t>
            </a:r>
            <a:endParaRPr lang="en-US" sz="1060" b="0" u="none" strike="noStrike">
              <a:solidFill>
                <a:srgbClr val="FFFFFF"/>
              </a:solidFill>
              <a:effectLst/>
              <a:uFillTx/>
              <a:latin typeface="Arial"/>
            </a:endParaRPr>
          </a:p>
        </p:txBody>
      </p:sp>
      <p:sp>
        <p:nvSpPr>
          <p:cNvPr id="471" name="TextBox 38"/>
          <p:cNvSpPr/>
          <p:nvPr/>
        </p:nvSpPr>
        <p:spPr>
          <a:xfrm>
            <a:off x="548640" y="5577840"/>
            <a:ext cx="11094120" cy="456840"/>
          </a:xfrm>
          <a:prstGeom prst="rect">
            <a:avLst/>
          </a:prstGeom>
          <a:noFill/>
          <a:ln w="0">
            <a:noFill/>
          </a:ln>
        </p:spPr>
        <p:style>
          <a:lnRef idx="0"/>
          <a:fillRef idx="0"/>
          <a:effectRef idx="0"/>
          <a:fontRef idx="minor"/>
        </p:style>
        <p:txBody>
          <a:bodyPr lIns="18360" tIns="9000" rIns="18360" bIns="9000" anchor="ctr">
            <a:spAutoFit/>
          </a:bodyPr>
          <a:p>
            <a:pPr defTabSz="457200">
              <a:lnSpc>
                <a:spcPct val="100000"/>
              </a:lnSpc>
            </a:pPr>
            <a:r>
              <a:rPr lang="en-US" sz="1400" b="0" i="1" u="none" strike="noStrike">
                <a:solidFill>
                  <a:srgbClr val="D6D6D6"/>
                </a:solidFill>
                <a:effectLst/>
                <a:uFillTx/>
                <a:latin typeface="Arial"/>
              </a:rPr>
              <a:t>El modelo parte la pregunta una vez; cada parte se resuelve con su propio contexto.</a:t>
            </a:r>
            <a:endParaRPr lang="en-US" sz="1400" b="0" u="none" strike="noStrike">
              <a:solidFill>
                <a:srgbClr val="FFFFFF"/>
              </a:solidFill>
              <a:effectLst/>
              <a:uFillTx/>
              <a:latin typeface="Arial"/>
            </a:endParaRPr>
          </a:p>
        </p:txBody>
      </p:sp>
      <p:sp>
        <p:nvSpPr>
          <p:cNvPr id="472" name="Rounded Rectangle 39"/>
          <p:cNvSpPr/>
          <p:nvPr/>
        </p:nvSpPr>
        <p:spPr>
          <a:xfrm>
            <a:off x="548640" y="6172200"/>
            <a:ext cx="164160" cy="164160"/>
          </a:xfrm>
          <a:prstGeom prst="roundRect">
            <a:avLst>
              <a:gd name="adj" fmla="val 25000"/>
            </a:avLst>
          </a:prstGeom>
          <a:solidFill>
            <a:srgbClr val="2A1608"/>
          </a:solidFill>
          <a:ln w="19050">
            <a:solidFill>
              <a:srgbClr val="FF6B1A"/>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473" name="TextBox 40"/>
          <p:cNvSpPr/>
          <p:nvPr/>
        </p:nvSpPr>
        <p:spPr>
          <a:xfrm>
            <a:off x="777240" y="6144840"/>
            <a:ext cx="1014840" cy="228240"/>
          </a:xfrm>
          <a:prstGeom prst="rect">
            <a:avLst/>
          </a:prstGeom>
          <a:noFill/>
          <a:ln w="0">
            <a:noFill/>
          </a:ln>
        </p:spPr>
        <p:style>
          <a:lnRef idx="0"/>
          <a:fillRef idx="0"/>
          <a:effectRef idx="0"/>
          <a:fontRef idx="minor"/>
        </p:style>
        <p:txBody>
          <a:bodyPr lIns="18360" tIns="9000" rIns="18360" bIns="9000" anchor="t">
            <a:spAutoFit/>
          </a:bodyPr>
          <a:p>
            <a:pPr defTabSz="457200">
              <a:lnSpc>
                <a:spcPct val="100000"/>
              </a:lnSpc>
            </a:pPr>
            <a:r>
              <a:rPr lang="en-US" sz="1050" b="0" u="none" strike="noStrike">
                <a:solidFill>
                  <a:srgbClr val="D6D6D6"/>
                </a:solidFill>
                <a:effectLst/>
                <a:uFillTx/>
                <a:latin typeface="Arial"/>
              </a:rPr>
              <a:t>Decide el LLM</a:t>
            </a:r>
            <a:endParaRPr lang="en-US" sz="1050" b="0" u="none" strike="noStrike">
              <a:solidFill>
                <a:srgbClr val="FFFFFF"/>
              </a:solidFill>
              <a:effectLst/>
              <a:uFillTx/>
              <a:latin typeface="Arial"/>
            </a:endParaRPr>
          </a:p>
        </p:txBody>
      </p:sp>
      <p:sp>
        <p:nvSpPr>
          <p:cNvPr id="474" name="Rounded Rectangle 41"/>
          <p:cNvSpPr/>
          <p:nvPr/>
        </p:nvSpPr>
        <p:spPr>
          <a:xfrm>
            <a:off x="2048400" y="6172200"/>
            <a:ext cx="164160" cy="164160"/>
          </a:xfrm>
          <a:prstGeom prst="roundRect">
            <a:avLst>
              <a:gd name="adj" fmla="val 25000"/>
            </a:avLst>
          </a:prstGeom>
          <a:solidFill>
            <a:srgbClr val="0F1B2A"/>
          </a:solidFill>
          <a:ln w="19050">
            <a:solidFill>
              <a:srgbClr val="4DA3FF"/>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475" name="TextBox 42"/>
          <p:cNvSpPr/>
          <p:nvPr/>
        </p:nvSpPr>
        <p:spPr>
          <a:xfrm>
            <a:off x="2277000" y="6144840"/>
            <a:ext cx="1227960" cy="228240"/>
          </a:xfrm>
          <a:prstGeom prst="rect">
            <a:avLst/>
          </a:prstGeom>
          <a:noFill/>
          <a:ln w="0">
            <a:noFill/>
          </a:ln>
        </p:spPr>
        <p:style>
          <a:lnRef idx="0"/>
          <a:fillRef idx="0"/>
          <a:effectRef idx="0"/>
          <a:fontRef idx="minor"/>
        </p:style>
        <p:txBody>
          <a:bodyPr lIns="18360" tIns="9000" rIns="18360" bIns="9000" anchor="t">
            <a:spAutoFit/>
          </a:bodyPr>
          <a:p>
            <a:pPr defTabSz="457200">
              <a:lnSpc>
                <a:spcPct val="100000"/>
              </a:lnSpc>
            </a:pPr>
            <a:r>
              <a:rPr lang="en-US" sz="1050" b="0" u="none" strike="noStrike">
                <a:solidFill>
                  <a:srgbClr val="D6D6D6"/>
                </a:solidFill>
                <a:effectLst/>
                <a:uFillTx/>
                <a:latin typeface="Arial"/>
              </a:rPr>
              <a:t>Decide el código</a:t>
            </a:r>
            <a:endParaRPr lang="en-US" sz="1050" b="0" u="none" strike="noStrike">
              <a:solidFill>
                <a:srgbClr val="FFFFFF"/>
              </a:solidFill>
              <a:effectLst/>
              <a:uFillTx/>
              <a:latin typeface="Arial"/>
            </a:endParaRPr>
          </a:p>
        </p:txBody>
      </p:sp>
      <p:sp>
        <p:nvSpPr>
          <p:cNvPr id="476" name="Rounded Rectangle 43"/>
          <p:cNvSpPr/>
          <p:nvPr/>
        </p:nvSpPr>
        <p:spPr>
          <a:xfrm>
            <a:off x="3761280" y="6172200"/>
            <a:ext cx="164160" cy="164160"/>
          </a:xfrm>
          <a:prstGeom prst="roundRect">
            <a:avLst>
              <a:gd name="adj" fmla="val 25000"/>
            </a:avLst>
          </a:prstGeom>
          <a:solidFill>
            <a:srgbClr val="0F2416"/>
          </a:solidFill>
          <a:ln w="19050">
            <a:solidFill>
              <a:srgbClr val="3DDC84"/>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477" name="TextBox 44"/>
          <p:cNvSpPr/>
          <p:nvPr/>
        </p:nvSpPr>
        <p:spPr>
          <a:xfrm>
            <a:off x="3989880" y="6144840"/>
            <a:ext cx="2009520" cy="228240"/>
          </a:xfrm>
          <a:prstGeom prst="rect">
            <a:avLst/>
          </a:prstGeom>
          <a:noFill/>
          <a:ln w="0">
            <a:noFill/>
          </a:ln>
        </p:spPr>
        <p:style>
          <a:lnRef idx="0"/>
          <a:fillRef idx="0"/>
          <a:effectRef idx="0"/>
          <a:fontRef idx="minor"/>
        </p:style>
        <p:txBody>
          <a:bodyPr lIns="18360" tIns="9000" rIns="18360" bIns="9000" anchor="t">
            <a:spAutoFit/>
          </a:bodyPr>
          <a:p>
            <a:pPr defTabSz="457200">
              <a:lnSpc>
                <a:spcPct val="100000"/>
              </a:lnSpc>
            </a:pPr>
            <a:r>
              <a:rPr lang="en-US" sz="1050" b="0" u="none" strike="noStrike">
                <a:solidFill>
                  <a:srgbClr val="D6D6D6"/>
                </a:solidFill>
                <a:effectLst/>
                <a:uFillTx/>
                <a:latin typeface="Arial"/>
              </a:rPr>
              <a:t>Herramienta / mundo externo</a:t>
            </a:r>
            <a:endParaRPr lang="en-US" sz="1050" b="0" u="none" strike="noStrike">
              <a:solidFill>
                <a:srgbClr val="FFFFFF"/>
              </a:solidFill>
              <a:effectLst/>
              <a:uFillTx/>
              <a:latin typeface="Arial"/>
            </a:endParaRPr>
          </a:p>
        </p:txBody>
      </p:sp>
      <p:sp>
        <p:nvSpPr>
          <p:cNvPr id="478" name="Rounded Rectangle 45"/>
          <p:cNvSpPr/>
          <p:nvPr/>
        </p:nvSpPr>
        <p:spPr>
          <a:xfrm>
            <a:off x="6255720" y="6172200"/>
            <a:ext cx="164160" cy="164160"/>
          </a:xfrm>
          <a:prstGeom prst="roundRect">
            <a:avLst>
              <a:gd name="adj" fmla="val 25000"/>
            </a:avLst>
          </a:prstGeom>
          <a:solidFill>
            <a:srgbClr val="2A2408"/>
          </a:solidFill>
          <a:ln w="19050">
            <a:solidFill>
              <a:srgbClr val="F5C542"/>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479" name="TextBox 46"/>
          <p:cNvSpPr/>
          <p:nvPr/>
        </p:nvSpPr>
        <p:spPr>
          <a:xfrm>
            <a:off x="6484320" y="6144840"/>
            <a:ext cx="2293560" cy="228240"/>
          </a:xfrm>
          <a:prstGeom prst="rect">
            <a:avLst/>
          </a:prstGeom>
          <a:noFill/>
          <a:ln w="0">
            <a:noFill/>
          </a:ln>
        </p:spPr>
        <p:style>
          <a:lnRef idx="0"/>
          <a:fillRef idx="0"/>
          <a:effectRef idx="0"/>
          <a:fontRef idx="minor"/>
        </p:style>
        <p:txBody>
          <a:bodyPr lIns="18360" tIns="9000" rIns="18360" bIns="9000" anchor="t">
            <a:spAutoFit/>
          </a:bodyPr>
          <a:p>
            <a:pPr defTabSz="457200">
              <a:lnSpc>
                <a:spcPct val="100000"/>
              </a:lnSpc>
            </a:pPr>
            <a:r>
              <a:rPr lang="en-US" sz="1050" b="0" u="none" strike="noStrike">
                <a:solidFill>
                  <a:srgbClr val="D6D6D6"/>
                </a:solidFill>
                <a:effectLst/>
                <a:uFillTx/>
                <a:latin typeface="Arial"/>
              </a:rPr>
              <a:t>Artefacto o contexto compartido</a:t>
            </a:r>
            <a:endParaRPr lang="en-US" sz="1050" b="0" u="none" strike="noStrike">
              <a:solidFill>
                <a:srgbClr val="FFFFFF"/>
              </a:solidFill>
              <a:effectLst/>
              <a:uFillTx/>
              <a:latin typeface="Arial"/>
            </a:endParaRPr>
          </a:p>
        </p:txBody>
      </p:sp>
      <p:sp>
        <p:nvSpPr>
          <p:cNvPr id="480" name="Rounded Rectangle 47"/>
          <p:cNvSpPr/>
          <p:nvPr/>
        </p:nvSpPr>
        <p:spPr>
          <a:xfrm>
            <a:off x="9034200" y="6172200"/>
            <a:ext cx="164160" cy="164160"/>
          </a:xfrm>
          <a:prstGeom prst="roundRect">
            <a:avLst>
              <a:gd name="adj" fmla="val 25000"/>
            </a:avLst>
          </a:prstGeom>
          <a:solidFill>
            <a:srgbClr val="181818"/>
          </a:solidFill>
          <a:ln w="19050">
            <a:solidFill>
              <a:srgbClr val="9A9A9A"/>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481" name="TextBox 48"/>
          <p:cNvSpPr/>
          <p:nvPr/>
        </p:nvSpPr>
        <p:spPr>
          <a:xfrm>
            <a:off x="9262800" y="6144840"/>
            <a:ext cx="1227960" cy="228240"/>
          </a:xfrm>
          <a:prstGeom prst="rect">
            <a:avLst/>
          </a:prstGeom>
          <a:noFill/>
          <a:ln w="0">
            <a:noFill/>
          </a:ln>
        </p:spPr>
        <p:style>
          <a:lnRef idx="0"/>
          <a:fillRef idx="0"/>
          <a:effectRef idx="0"/>
          <a:fontRef idx="minor"/>
        </p:style>
        <p:txBody>
          <a:bodyPr lIns="18360" tIns="9000" rIns="18360" bIns="9000" anchor="t">
            <a:spAutoFit/>
          </a:bodyPr>
          <a:p>
            <a:pPr defTabSz="457200">
              <a:lnSpc>
                <a:spcPct val="100000"/>
              </a:lnSpc>
            </a:pPr>
            <a:r>
              <a:rPr lang="en-US" sz="1050" b="0" u="none" strike="noStrike">
                <a:solidFill>
                  <a:srgbClr val="D6D6D6"/>
                </a:solidFill>
                <a:effectLst/>
                <a:uFillTx/>
                <a:latin typeface="Arial"/>
              </a:rPr>
              <a:t>Entrada / salida</a:t>
            </a:r>
            <a:endParaRPr lang="en-US" sz="105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2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00000"/>
        </a:solidFill>
      </p:bgPr>
    </p:bg>
    <p:spTree>
      <p:nvGrpSpPr>
        <p:cNvPr id="1" name=""/>
        <p:cNvGrpSpPr/>
        <p:nvPr/>
      </p:nvGrpSpPr>
      <p:grpSpPr>
        <a:xfrm>
          <a:off x="0" y="0"/>
          <a:ext cx="0" cy="0"/>
          <a:chOff x="0" y="0"/>
          <a:chExt cx="0" cy="0"/>
        </a:xfrm>
      </p:grpSpPr>
      <p:sp>
        <p:nvSpPr>
          <p:cNvPr id="482" name="TextBox 1"/>
          <p:cNvSpPr/>
          <p:nvPr/>
        </p:nvSpPr>
        <p:spPr>
          <a:xfrm>
            <a:off x="548640" y="329040"/>
            <a:ext cx="8229240" cy="273960"/>
          </a:xfrm>
          <a:prstGeom prst="rect">
            <a:avLst/>
          </a:prstGeom>
          <a:noFill/>
          <a:ln w="0">
            <a:noFill/>
          </a:ln>
        </p:spPr>
        <p:style>
          <a:lnRef idx="0"/>
          <a:fillRef idx="0"/>
          <a:effectRef idx="0"/>
          <a:fontRef idx="minor"/>
        </p:style>
        <p:txBody>
          <a:bodyPr lIns="18360" tIns="9000" rIns="18360" bIns="9000" anchor="t">
            <a:spAutoFit/>
          </a:bodyPr>
          <a:p>
            <a:pPr defTabSz="457200">
              <a:lnSpc>
                <a:spcPct val="100000"/>
              </a:lnSpc>
            </a:pPr>
            <a:r>
              <a:rPr lang="en-US" sz="1150" b="1" u="none" strike="noStrike">
                <a:solidFill>
                  <a:srgbClr val="FF6B1A"/>
                </a:solidFill>
                <a:effectLst/>
                <a:uFillTx/>
                <a:latin typeface="Arial"/>
              </a:rPr>
              <a:t>ARQUETIPO 4 DE 6 · QUERY DECOMPOSITION</a:t>
            </a:r>
            <a:endParaRPr lang="en-US" sz="1150" b="0" u="none" strike="noStrike">
              <a:solidFill>
                <a:srgbClr val="FFFFFF"/>
              </a:solidFill>
              <a:effectLst/>
              <a:uFillTx/>
              <a:latin typeface="Arial"/>
            </a:endParaRPr>
          </a:p>
        </p:txBody>
      </p:sp>
      <p:sp>
        <p:nvSpPr>
          <p:cNvPr id="483" name="TextBox 2"/>
          <p:cNvSpPr/>
          <p:nvPr/>
        </p:nvSpPr>
        <p:spPr>
          <a:xfrm>
            <a:off x="548640" y="603360"/>
            <a:ext cx="11094120" cy="639720"/>
          </a:xfrm>
          <a:prstGeom prst="rect">
            <a:avLst/>
          </a:prstGeom>
          <a:noFill/>
          <a:ln w="0">
            <a:noFill/>
          </a:ln>
        </p:spPr>
        <p:style>
          <a:lnRef idx="0"/>
          <a:fillRef idx="0"/>
          <a:effectRef idx="0"/>
          <a:fontRef idx="minor"/>
        </p:style>
        <p:txBody>
          <a:bodyPr lIns="18360" tIns="9000" rIns="18360" bIns="9000" anchor="ctr">
            <a:spAutoFit/>
          </a:bodyPr>
          <a:p>
            <a:pPr defTabSz="457200">
              <a:lnSpc>
                <a:spcPct val="100000"/>
              </a:lnSpc>
            </a:pPr>
            <a:r>
              <a:rPr lang="en-US" sz="2400" b="1" u="none" strike="noStrike">
                <a:solidFill>
                  <a:srgbClr val="F2F2F2"/>
                </a:solidFill>
                <a:effectLst/>
                <a:uFillTx/>
                <a:latin typeface="Arial"/>
              </a:rPr>
              <a:t>Query Decomposition: las tres decisiones de orquestación</a:t>
            </a:r>
            <a:endParaRPr lang="en-US" sz="2400" b="0" u="none" strike="noStrike">
              <a:solidFill>
                <a:srgbClr val="FFFFFF"/>
              </a:solidFill>
              <a:effectLst/>
              <a:uFillTx/>
              <a:latin typeface="Arial"/>
            </a:endParaRPr>
          </a:p>
        </p:txBody>
      </p:sp>
      <p:sp>
        <p:nvSpPr>
          <p:cNvPr id="484" name="TextBox 3"/>
          <p:cNvSpPr/>
          <p:nvPr/>
        </p:nvSpPr>
        <p:spPr>
          <a:xfrm>
            <a:off x="548640" y="6492240"/>
            <a:ext cx="7314840" cy="228240"/>
          </a:xfrm>
          <a:prstGeom prst="rect">
            <a:avLst/>
          </a:prstGeom>
          <a:noFill/>
          <a:ln w="0">
            <a:noFill/>
          </a:ln>
        </p:spPr>
        <p:style>
          <a:lnRef idx="0"/>
          <a:fillRef idx="0"/>
          <a:effectRef idx="0"/>
          <a:fontRef idx="minor"/>
        </p:style>
        <p:txBody>
          <a:bodyPr lIns="18360" tIns="9000" rIns="18360" bIns="9000" anchor="t">
            <a:spAutoFit/>
          </a:bodyPr>
          <a:p>
            <a:pPr defTabSz="457200">
              <a:lnSpc>
                <a:spcPct val="100000"/>
              </a:lnSpc>
            </a:pPr>
            <a:r>
              <a:rPr lang="en-US" sz="900" b="0" u="none" strike="noStrike">
                <a:solidFill>
                  <a:srgbClr val="9A9A9A"/>
                </a:solidFill>
                <a:effectLst/>
                <a:uFillTx/>
                <a:latin typeface="Arial"/>
              </a:rPr>
              <a:t>Arquetipos de agentes · Módulo 5 · UTDT</a:t>
            </a:r>
            <a:endParaRPr lang="en-US" sz="900" b="0" u="none" strike="noStrike">
              <a:solidFill>
                <a:srgbClr val="FFFFFF"/>
              </a:solidFill>
              <a:effectLst/>
              <a:uFillTx/>
              <a:latin typeface="Arial"/>
            </a:endParaRPr>
          </a:p>
        </p:txBody>
      </p:sp>
      <p:sp>
        <p:nvSpPr>
          <p:cNvPr id="485" name="TextBox 4"/>
          <p:cNvSpPr/>
          <p:nvPr/>
        </p:nvSpPr>
        <p:spPr>
          <a:xfrm>
            <a:off x="10271520" y="6492240"/>
            <a:ext cx="1371240" cy="228240"/>
          </a:xfrm>
          <a:prstGeom prst="rect">
            <a:avLst/>
          </a:prstGeom>
          <a:noFill/>
          <a:ln w="0">
            <a:noFill/>
          </a:ln>
        </p:spPr>
        <p:style>
          <a:lnRef idx="0"/>
          <a:fillRef idx="0"/>
          <a:effectRef idx="0"/>
          <a:fontRef idx="minor"/>
        </p:style>
        <p:txBody>
          <a:bodyPr lIns="18360" tIns="9000" rIns="18360" bIns="9000" anchor="t">
            <a:spAutoFit/>
          </a:bodyPr>
          <a:p>
            <a:pPr algn="r" defTabSz="457200">
              <a:lnSpc>
                <a:spcPct val="100000"/>
              </a:lnSpc>
            </a:pPr>
            <a:r>
              <a:rPr lang="en-US" sz="900" b="0" u="none" strike="noStrike">
                <a:solidFill>
                  <a:srgbClr val="9A9A9A"/>
                </a:solidFill>
                <a:effectLst/>
                <a:uFillTx/>
                <a:latin typeface="Arial"/>
              </a:rPr>
              <a:t>21 / 35</a:t>
            </a:r>
            <a:endParaRPr lang="en-US" sz="900" b="0" u="none" strike="noStrike">
              <a:solidFill>
                <a:srgbClr val="FFFFFF"/>
              </a:solidFill>
              <a:effectLst/>
              <a:uFillTx/>
              <a:latin typeface="Arial"/>
            </a:endParaRPr>
          </a:p>
        </p:txBody>
      </p:sp>
      <p:sp>
        <p:nvSpPr>
          <p:cNvPr id="486" name="Rectangle 5"/>
          <p:cNvSpPr/>
          <p:nvPr/>
        </p:nvSpPr>
        <p:spPr>
          <a:xfrm>
            <a:off x="548640" y="1417320"/>
            <a:ext cx="3563640" cy="4388760"/>
          </a:xfrm>
          <a:prstGeom prst="rect">
            <a:avLst/>
          </a:prstGeom>
          <a:solidFill>
            <a:srgbClr val="0E0E0E"/>
          </a:solidFill>
          <a:ln>
            <a:solidFill>
              <a:srgbClr val="2A2A2A"/>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487" name="Rectangle 6"/>
          <p:cNvSpPr/>
          <p:nvPr/>
        </p:nvSpPr>
        <p:spPr>
          <a:xfrm>
            <a:off x="548640" y="1417320"/>
            <a:ext cx="3563640" cy="63720"/>
          </a:xfrm>
          <a:prstGeom prst="rect">
            <a:avLst/>
          </a:prstGeom>
          <a:solidFill>
            <a:srgbClr val="FF6B1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19080" rIns="90000" bIns="19080" anchor="ctr">
            <a:noAutofit/>
          </a:bodyPr>
          <a:p>
            <a:endParaRPr lang="en-US" sz="1800" b="0" u="none" strike="noStrike">
              <a:solidFill>
                <a:schemeClr val="lt1"/>
              </a:solidFill>
              <a:effectLst/>
              <a:uFillTx/>
              <a:latin typeface="Calibri"/>
            </a:endParaRPr>
          </a:p>
        </p:txBody>
      </p:sp>
      <p:sp>
        <p:nvSpPr>
          <p:cNvPr id="488" name="TextBox 7"/>
          <p:cNvSpPr/>
          <p:nvPr/>
        </p:nvSpPr>
        <p:spPr>
          <a:xfrm>
            <a:off x="713160" y="1563480"/>
            <a:ext cx="3234600" cy="4187520"/>
          </a:xfrm>
          <a:prstGeom prst="rect">
            <a:avLst/>
          </a:prstGeom>
          <a:noFill/>
          <a:ln w="0">
            <a:noFill/>
          </a:ln>
        </p:spPr>
        <p:style>
          <a:lnRef idx="0"/>
          <a:fillRef idx="0"/>
          <a:effectRef idx="0"/>
          <a:fontRef idx="minor"/>
        </p:style>
        <p:txBody>
          <a:bodyPr lIns="18360" tIns="0" rIns="18360" bIns="0" anchor="t">
            <a:spAutoFit/>
          </a:bodyPr>
          <a:p>
            <a:pPr defTabSz="457200">
              <a:lnSpc>
                <a:spcPct val="100000"/>
              </a:lnSpc>
              <a:spcAft>
                <a:spcPts val="799"/>
              </a:spcAft>
            </a:pPr>
            <a:r>
              <a:rPr lang="en-US" sz="1790" b="1" u="none" strike="noStrike">
                <a:solidFill>
                  <a:srgbClr val="FF6B1A"/>
                </a:solidFill>
                <a:effectLst/>
                <a:uFillTx/>
                <a:latin typeface="Arial"/>
              </a:rPr>
              <a:t>Qué se ejecuta después</a:t>
            </a:r>
            <a:endParaRPr lang="en-US" sz="1790" b="0" u="none" strike="noStrike">
              <a:solidFill>
                <a:srgbClr val="FFFFFF"/>
              </a:solidFill>
              <a:effectLst/>
              <a:uFillTx/>
              <a:latin typeface="Arial"/>
            </a:endParaRPr>
          </a:p>
          <a:p>
            <a:pPr marL="171360" indent="-171360" defTabSz="457200">
              <a:lnSpc>
                <a:spcPct val="100000"/>
              </a:lnSpc>
              <a:spcAft>
                <a:spcPts val="879"/>
              </a:spcAft>
              <a:buClr>
                <a:srgbClr val="D6D6D6"/>
              </a:buClr>
              <a:buFont typeface="Symbol" charset="2"/>
              <a:buChar char=""/>
            </a:pPr>
            <a:r>
              <a:rPr lang="en-US" sz="1600" b="0" u="none" strike="noStrike">
                <a:solidFill>
                  <a:srgbClr val="D6D6D6"/>
                </a:solidFill>
                <a:effectLst/>
                <a:uFillTx/>
                <a:latin typeface="Arial"/>
              </a:rPr>
              <a:t>El LLM decide una vez cómo partir la pregunta; después el flujo es casi mecánico.</a:t>
            </a:r>
            <a:endParaRPr lang="en-US" sz="1600" b="0" u="none" strike="noStrike">
              <a:solidFill>
                <a:srgbClr val="FFFFFF"/>
              </a:solidFill>
              <a:effectLst/>
              <a:uFillTx/>
              <a:latin typeface="Arial"/>
            </a:endParaRPr>
          </a:p>
          <a:p>
            <a:pPr marL="171360" indent="-171360" defTabSz="457200">
              <a:lnSpc>
                <a:spcPct val="100000"/>
              </a:lnSpc>
              <a:spcAft>
                <a:spcPts val="879"/>
              </a:spcAft>
              <a:buClr>
                <a:srgbClr val="D6D6D6"/>
              </a:buClr>
              <a:buFont typeface="Symbol" charset="2"/>
              <a:buChar char=""/>
            </a:pPr>
            <a:r>
              <a:rPr lang="en-US" sz="1600" b="0" u="none" strike="noStrike">
                <a:solidFill>
                  <a:srgbClr val="D6D6D6"/>
                </a:solidFill>
                <a:effectLst/>
                <a:uFillTx/>
                <a:latin typeface="Arial"/>
              </a:rPr>
              <a:t>Independientes: se resuelven en paralelo. Dependientes: en cadena, cada una usa la anterior.</a:t>
            </a:r>
            <a:endParaRPr lang="en-US" sz="1600" b="0" u="none" strike="noStrike">
              <a:solidFill>
                <a:srgbClr val="FFFFFF"/>
              </a:solidFill>
              <a:effectLst/>
              <a:uFillTx/>
              <a:latin typeface="Arial"/>
            </a:endParaRPr>
          </a:p>
          <a:p>
            <a:pPr marL="171360" indent="-171360" defTabSz="457200">
              <a:lnSpc>
                <a:spcPct val="100000"/>
              </a:lnSpc>
              <a:spcAft>
                <a:spcPts val="879"/>
              </a:spcAft>
              <a:buClr>
                <a:srgbClr val="D6D6D6"/>
              </a:buClr>
              <a:buFont typeface="Symbol" charset="2"/>
              <a:buChar char=""/>
            </a:pPr>
            <a:r>
              <a:rPr lang="en-US" sz="1600" b="0" u="none" strike="noStrike">
                <a:solidFill>
                  <a:srgbClr val="D6D6D6"/>
                </a:solidFill>
                <a:effectLst/>
                <a:uFillTx/>
                <a:latin typeface="Arial"/>
              </a:rPr>
              <a:t>En Self-Ask el modelo decide, tras cada respuesta, si necesita otra pregunta.</a:t>
            </a:r>
            <a:endParaRPr lang="en-US" sz="1600" b="0" u="none" strike="noStrike">
              <a:solidFill>
                <a:srgbClr val="FFFFFF"/>
              </a:solidFill>
              <a:effectLst/>
              <a:uFillTx/>
              <a:latin typeface="Arial"/>
            </a:endParaRPr>
          </a:p>
        </p:txBody>
      </p:sp>
      <p:sp>
        <p:nvSpPr>
          <p:cNvPr id="489" name="Rectangle 8"/>
          <p:cNvSpPr/>
          <p:nvPr/>
        </p:nvSpPr>
        <p:spPr>
          <a:xfrm>
            <a:off x="4313880" y="1417320"/>
            <a:ext cx="3563640" cy="4388760"/>
          </a:xfrm>
          <a:prstGeom prst="rect">
            <a:avLst/>
          </a:prstGeom>
          <a:solidFill>
            <a:srgbClr val="0E0E0E"/>
          </a:solidFill>
          <a:ln>
            <a:solidFill>
              <a:srgbClr val="2A2A2A"/>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490" name="Rectangle 9"/>
          <p:cNvSpPr/>
          <p:nvPr/>
        </p:nvSpPr>
        <p:spPr>
          <a:xfrm>
            <a:off x="4313880" y="1417320"/>
            <a:ext cx="3563640" cy="63720"/>
          </a:xfrm>
          <a:prstGeom prst="rect">
            <a:avLst/>
          </a:prstGeom>
          <a:solidFill>
            <a:srgbClr val="F5C542"/>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19080" rIns="90000" bIns="19080" anchor="ctr">
            <a:noAutofit/>
          </a:bodyPr>
          <a:p>
            <a:endParaRPr lang="en-US" sz="1800" b="0" u="none" strike="noStrike">
              <a:solidFill>
                <a:schemeClr val="lt1"/>
              </a:solidFill>
              <a:effectLst/>
              <a:uFillTx/>
              <a:latin typeface="Calibri"/>
            </a:endParaRPr>
          </a:p>
        </p:txBody>
      </p:sp>
      <p:sp>
        <p:nvSpPr>
          <p:cNvPr id="491" name="TextBox 10"/>
          <p:cNvSpPr/>
          <p:nvPr/>
        </p:nvSpPr>
        <p:spPr>
          <a:xfrm>
            <a:off x="4478400" y="1563480"/>
            <a:ext cx="3234600" cy="4187520"/>
          </a:xfrm>
          <a:prstGeom prst="rect">
            <a:avLst/>
          </a:prstGeom>
          <a:noFill/>
          <a:ln w="0">
            <a:noFill/>
          </a:ln>
        </p:spPr>
        <p:style>
          <a:lnRef idx="0"/>
          <a:fillRef idx="0"/>
          <a:effectRef idx="0"/>
          <a:fontRef idx="minor"/>
        </p:style>
        <p:txBody>
          <a:bodyPr lIns="18360" tIns="0" rIns="18360" bIns="0" anchor="t">
            <a:spAutoFit/>
          </a:bodyPr>
          <a:p>
            <a:pPr defTabSz="457200">
              <a:lnSpc>
                <a:spcPct val="100000"/>
              </a:lnSpc>
              <a:spcAft>
                <a:spcPts val="799"/>
              </a:spcAft>
            </a:pPr>
            <a:r>
              <a:rPr lang="en-US" sz="1790" b="1" u="none" strike="noStrike">
                <a:solidFill>
                  <a:srgbClr val="F5C542"/>
                </a:solidFill>
                <a:effectLst/>
                <a:uFillTx/>
                <a:latin typeface="Arial"/>
              </a:rPr>
              <a:t>Con qué contexto</a:t>
            </a:r>
            <a:endParaRPr lang="en-US" sz="1790" b="0" u="none" strike="noStrike">
              <a:solidFill>
                <a:srgbClr val="FFFFFF"/>
              </a:solidFill>
              <a:effectLst/>
              <a:uFillTx/>
              <a:latin typeface="Arial"/>
            </a:endParaRPr>
          </a:p>
          <a:p>
            <a:pPr marL="171360" indent="-171360" defTabSz="457200">
              <a:lnSpc>
                <a:spcPct val="100000"/>
              </a:lnSpc>
              <a:spcAft>
                <a:spcPts val="879"/>
              </a:spcAft>
              <a:buClr>
                <a:srgbClr val="D6D6D6"/>
              </a:buClr>
              <a:buFont typeface="Symbol" charset="2"/>
              <a:buChar char=""/>
            </a:pPr>
            <a:r>
              <a:rPr lang="en-US" sz="1600" b="0" u="none" strike="noStrike">
                <a:solidFill>
                  <a:srgbClr val="D6D6D6"/>
                </a:solidFill>
                <a:effectLst/>
                <a:uFillTx/>
                <a:latin typeface="Arial"/>
              </a:rPr>
              <a:t>Aislamiento: cada sub-pregunta ve solo su pregunta y la evidencia que recuperó.</a:t>
            </a:r>
            <a:endParaRPr lang="en-US" sz="1600" b="0" u="none" strike="noStrike">
              <a:solidFill>
                <a:srgbClr val="FFFFFF"/>
              </a:solidFill>
              <a:effectLst/>
              <a:uFillTx/>
              <a:latin typeface="Arial"/>
            </a:endParaRPr>
          </a:p>
          <a:p>
            <a:pPr marL="171360" indent="-171360" defTabSz="457200">
              <a:lnSpc>
                <a:spcPct val="100000"/>
              </a:lnSpc>
              <a:spcAft>
                <a:spcPts val="879"/>
              </a:spcAft>
              <a:buClr>
                <a:srgbClr val="D6D6D6"/>
              </a:buClr>
              <a:buFont typeface="Symbol" charset="2"/>
              <a:buChar char=""/>
            </a:pPr>
            <a:r>
              <a:rPr lang="en-US" sz="1600" b="0" u="none" strike="noStrike">
                <a:solidFill>
                  <a:srgbClr val="D6D6D6"/>
                </a:solidFill>
                <a:effectLst/>
                <a:uFillTx/>
                <a:latin typeface="Arial"/>
              </a:rPr>
              <a:t>Devuelve una respuesta corta con su fuente, no el material recuperado.</a:t>
            </a:r>
            <a:endParaRPr lang="en-US" sz="1600" b="0" u="none" strike="noStrike">
              <a:solidFill>
                <a:srgbClr val="FFFFFF"/>
              </a:solidFill>
              <a:effectLst/>
              <a:uFillTx/>
              <a:latin typeface="Arial"/>
            </a:endParaRPr>
          </a:p>
          <a:p>
            <a:pPr marL="171360" indent="-171360" defTabSz="457200">
              <a:lnSpc>
                <a:spcPct val="100000"/>
              </a:lnSpc>
              <a:spcAft>
                <a:spcPts val="879"/>
              </a:spcAft>
              <a:buClr>
                <a:srgbClr val="D6D6D6"/>
              </a:buClr>
              <a:buFont typeface="Symbol" charset="2"/>
              <a:buChar char=""/>
            </a:pPr>
            <a:r>
              <a:rPr lang="en-US" sz="1600" b="0" u="none" strike="noStrike">
                <a:solidFill>
                  <a:srgbClr val="D6D6D6"/>
                </a:solidFill>
                <a:effectLst/>
                <a:uFillTx/>
                <a:latin typeface="Arial"/>
              </a:rPr>
              <a:t>La síntesis ve la pregunta original y las respuestas parciales. En la variante secuencial, la respuesta previa viaja a la siguiente.</a:t>
            </a:r>
            <a:endParaRPr lang="en-US" sz="1600" b="0" u="none" strike="noStrike">
              <a:solidFill>
                <a:srgbClr val="FFFFFF"/>
              </a:solidFill>
              <a:effectLst/>
              <a:uFillTx/>
              <a:latin typeface="Arial"/>
            </a:endParaRPr>
          </a:p>
        </p:txBody>
      </p:sp>
      <p:sp>
        <p:nvSpPr>
          <p:cNvPr id="492" name="Rectangle 11"/>
          <p:cNvSpPr/>
          <p:nvPr/>
        </p:nvSpPr>
        <p:spPr>
          <a:xfrm>
            <a:off x="8079120" y="1417320"/>
            <a:ext cx="3563640" cy="4388760"/>
          </a:xfrm>
          <a:prstGeom prst="rect">
            <a:avLst/>
          </a:prstGeom>
          <a:solidFill>
            <a:srgbClr val="0E0E0E"/>
          </a:solidFill>
          <a:ln>
            <a:solidFill>
              <a:srgbClr val="2A2A2A"/>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493" name="Rectangle 12"/>
          <p:cNvSpPr/>
          <p:nvPr/>
        </p:nvSpPr>
        <p:spPr>
          <a:xfrm>
            <a:off x="8079120" y="1417320"/>
            <a:ext cx="3563640" cy="63720"/>
          </a:xfrm>
          <a:prstGeom prst="rect">
            <a:avLst/>
          </a:prstGeom>
          <a:solidFill>
            <a:srgbClr val="4DA3FF"/>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19080" rIns="90000" bIns="19080" anchor="ctr">
            <a:noAutofit/>
          </a:bodyPr>
          <a:p>
            <a:endParaRPr lang="en-US" sz="1800" b="0" u="none" strike="noStrike">
              <a:solidFill>
                <a:schemeClr val="lt1"/>
              </a:solidFill>
              <a:effectLst/>
              <a:uFillTx/>
              <a:latin typeface="Calibri"/>
            </a:endParaRPr>
          </a:p>
        </p:txBody>
      </p:sp>
      <p:sp>
        <p:nvSpPr>
          <p:cNvPr id="494" name="TextBox 13"/>
          <p:cNvSpPr/>
          <p:nvPr/>
        </p:nvSpPr>
        <p:spPr>
          <a:xfrm>
            <a:off x="8243640" y="1563480"/>
            <a:ext cx="3234600" cy="4187520"/>
          </a:xfrm>
          <a:prstGeom prst="rect">
            <a:avLst/>
          </a:prstGeom>
          <a:noFill/>
          <a:ln w="0">
            <a:noFill/>
          </a:ln>
        </p:spPr>
        <p:style>
          <a:lnRef idx="0"/>
          <a:fillRef idx="0"/>
          <a:effectRef idx="0"/>
          <a:fontRef idx="minor"/>
        </p:style>
        <p:txBody>
          <a:bodyPr lIns="18360" tIns="0" rIns="18360" bIns="0" anchor="t">
            <a:spAutoFit/>
          </a:bodyPr>
          <a:p>
            <a:pPr defTabSz="457200">
              <a:lnSpc>
                <a:spcPct val="100000"/>
              </a:lnSpc>
              <a:spcAft>
                <a:spcPts val="799"/>
              </a:spcAft>
            </a:pPr>
            <a:r>
              <a:rPr lang="en-US" sz="1790" b="1" u="none" strike="noStrike">
                <a:solidFill>
                  <a:srgbClr val="4DA3FF"/>
                </a:solidFill>
                <a:effectLst/>
                <a:uFillTx/>
                <a:latin typeface="Arial"/>
              </a:rPr>
              <a:t>Cuándo se detiene</a:t>
            </a:r>
            <a:endParaRPr lang="en-US" sz="1790" b="0" u="none" strike="noStrike">
              <a:solidFill>
                <a:srgbClr val="FFFFFF"/>
              </a:solidFill>
              <a:effectLst/>
              <a:uFillTx/>
              <a:latin typeface="Arial"/>
            </a:endParaRPr>
          </a:p>
          <a:p>
            <a:pPr marL="171360" indent="-171360" defTabSz="457200">
              <a:lnSpc>
                <a:spcPct val="100000"/>
              </a:lnSpc>
              <a:spcAft>
                <a:spcPts val="879"/>
              </a:spcAft>
              <a:buClr>
                <a:srgbClr val="D6D6D6"/>
              </a:buClr>
              <a:buFont typeface="Symbol" charset="2"/>
              <a:buChar char=""/>
            </a:pPr>
            <a:r>
              <a:rPr lang="en-US" sz="1600" b="0" u="none" strike="noStrike">
                <a:solidFill>
                  <a:srgbClr val="D6D6D6"/>
                </a:solidFill>
                <a:effectLst/>
                <a:uFillTx/>
                <a:latin typeface="Arial"/>
              </a:rPr>
              <a:t>Cuando todas las sub-preguntas tienen respuesta y se sintetiza.</a:t>
            </a:r>
            <a:endParaRPr lang="en-US" sz="1600" b="0" u="none" strike="noStrike">
              <a:solidFill>
                <a:srgbClr val="FFFFFF"/>
              </a:solidFill>
              <a:effectLst/>
              <a:uFillTx/>
              <a:latin typeface="Arial"/>
            </a:endParaRPr>
          </a:p>
          <a:p>
            <a:pPr marL="171360" indent="-171360" defTabSz="457200">
              <a:lnSpc>
                <a:spcPct val="100000"/>
              </a:lnSpc>
              <a:spcAft>
                <a:spcPts val="879"/>
              </a:spcAft>
              <a:buClr>
                <a:srgbClr val="D6D6D6"/>
              </a:buClr>
              <a:buFont typeface="Symbol" charset="2"/>
              <a:buChar char=""/>
            </a:pPr>
            <a:r>
              <a:rPr lang="en-US" sz="1600" b="0" u="none" strike="noStrike">
                <a:solidFill>
                  <a:srgbClr val="D6D6D6"/>
                </a:solidFill>
                <a:effectLst/>
                <a:uFillTx/>
                <a:latin typeface="Arial"/>
              </a:rPr>
              <a:t>En Self-Ask, cuando el modelo indica que no necesita más preguntas.</a:t>
            </a:r>
            <a:endParaRPr lang="en-US" sz="1600" b="0" u="none" strike="noStrike">
              <a:solidFill>
                <a:srgbClr val="FFFFFF"/>
              </a:solidFill>
              <a:effectLst/>
              <a:uFillTx/>
              <a:latin typeface="Arial"/>
            </a:endParaRPr>
          </a:p>
          <a:p>
            <a:pPr marL="171360" indent="-171360" defTabSz="457200">
              <a:lnSpc>
                <a:spcPct val="100000"/>
              </a:lnSpc>
              <a:spcAft>
                <a:spcPts val="879"/>
              </a:spcAft>
              <a:buClr>
                <a:srgbClr val="D6D6D6"/>
              </a:buClr>
              <a:buFont typeface="Symbol" charset="2"/>
              <a:buChar char=""/>
            </a:pPr>
            <a:r>
              <a:rPr lang="en-US" sz="1600" b="0" u="none" strike="noStrike">
                <a:solidFill>
                  <a:srgbClr val="D6D6D6"/>
                </a:solidFill>
                <a:effectLst/>
                <a:uFillTx/>
                <a:latin typeface="Arial"/>
              </a:rPr>
              <a:t>Conviene un tope de sub-preguntas para que la descomposición no se multiplique.</a:t>
            </a:r>
            <a:endParaRPr lang="en-US" sz="1600" b="0" u="none" strike="noStrike">
              <a:solidFill>
                <a:srgbClr val="FFFFFF"/>
              </a:solidFill>
              <a:effectLst/>
              <a:uFillTx/>
              <a:latin typeface="Arial"/>
            </a:endParaRPr>
          </a:p>
        </p:txBody>
      </p:sp>
      <p:sp>
        <p:nvSpPr>
          <p:cNvPr id="495" name="TextBox 14"/>
          <p:cNvSpPr/>
          <p:nvPr/>
        </p:nvSpPr>
        <p:spPr>
          <a:xfrm>
            <a:off x="548640" y="5943600"/>
            <a:ext cx="11094120" cy="456840"/>
          </a:xfrm>
          <a:prstGeom prst="rect">
            <a:avLst/>
          </a:prstGeom>
          <a:noFill/>
          <a:ln w="0">
            <a:noFill/>
          </a:ln>
        </p:spPr>
        <p:style>
          <a:lnRef idx="0"/>
          <a:fillRef idx="0"/>
          <a:effectRef idx="0"/>
          <a:fontRef idx="minor"/>
        </p:style>
        <p:txBody>
          <a:bodyPr lIns="18360" tIns="9000" rIns="18360" bIns="9000" anchor="ctr">
            <a:spAutoFit/>
          </a:bodyPr>
          <a:p>
            <a:pPr defTabSz="457200">
              <a:lnSpc>
                <a:spcPct val="100000"/>
              </a:lnSpc>
            </a:pPr>
            <a:r>
              <a:rPr lang="en-US" sz="1300" b="0" i="1" u="none" strike="noStrike">
                <a:solidFill>
                  <a:srgbClr val="9A9A9A"/>
                </a:solidFill>
                <a:effectLst/>
                <a:uFillTx/>
                <a:latin typeface="Arial"/>
              </a:rPr>
              <a:t>Ganancia principal: retrieval preciso, porque cada consulta es específica y no contamina a las demás.</a:t>
            </a:r>
            <a:endParaRPr lang="en-US" sz="130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2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00000"/>
        </a:solidFill>
      </p:bgPr>
    </p:bg>
    <p:spTree>
      <p:nvGrpSpPr>
        <p:cNvPr id="1" name=""/>
        <p:cNvGrpSpPr/>
        <p:nvPr/>
      </p:nvGrpSpPr>
      <p:grpSpPr>
        <a:xfrm>
          <a:off x="0" y="0"/>
          <a:ext cx="0" cy="0"/>
          <a:chOff x="0" y="0"/>
          <a:chExt cx="0" cy="0"/>
        </a:xfrm>
      </p:grpSpPr>
      <p:sp>
        <p:nvSpPr>
          <p:cNvPr id="496" name="TextBox 1"/>
          <p:cNvSpPr/>
          <p:nvPr/>
        </p:nvSpPr>
        <p:spPr>
          <a:xfrm>
            <a:off x="548640" y="329040"/>
            <a:ext cx="8229240" cy="273960"/>
          </a:xfrm>
          <a:prstGeom prst="rect">
            <a:avLst/>
          </a:prstGeom>
          <a:noFill/>
          <a:ln w="0">
            <a:noFill/>
          </a:ln>
        </p:spPr>
        <p:style>
          <a:lnRef idx="0"/>
          <a:fillRef idx="0"/>
          <a:effectRef idx="0"/>
          <a:fontRef idx="minor"/>
        </p:style>
        <p:txBody>
          <a:bodyPr lIns="18360" tIns="9000" rIns="18360" bIns="9000" anchor="t">
            <a:spAutoFit/>
          </a:bodyPr>
          <a:p>
            <a:pPr defTabSz="457200">
              <a:lnSpc>
                <a:spcPct val="100000"/>
              </a:lnSpc>
            </a:pPr>
            <a:r>
              <a:rPr lang="en-US" sz="1150" b="1" u="none" strike="noStrike">
                <a:solidFill>
                  <a:srgbClr val="FF6B1A"/>
                </a:solidFill>
                <a:effectLst/>
                <a:uFillTx/>
                <a:latin typeface="Arial"/>
              </a:rPr>
              <a:t>ARQUETIPO 4 DE 6 · QUERY DECOMPOSITION</a:t>
            </a:r>
            <a:endParaRPr lang="en-US" sz="1150" b="0" u="none" strike="noStrike">
              <a:solidFill>
                <a:srgbClr val="FFFFFF"/>
              </a:solidFill>
              <a:effectLst/>
              <a:uFillTx/>
              <a:latin typeface="Arial"/>
            </a:endParaRPr>
          </a:p>
        </p:txBody>
      </p:sp>
      <p:sp>
        <p:nvSpPr>
          <p:cNvPr id="497" name="TextBox 2"/>
          <p:cNvSpPr/>
          <p:nvPr/>
        </p:nvSpPr>
        <p:spPr>
          <a:xfrm>
            <a:off x="548640" y="603360"/>
            <a:ext cx="11094120" cy="639720"/>
          </a:xfrm>
          <a:prstGeom prst="rect">
            <a:avLst/>
          </a:prstGeom>
          <a:noFill/>
          <a:ln w="0">
            <a:noFill/>
          </a:ln>
        </p:spPr>
        <p:style>
          <a:lnRef idx="0"/>
          <a:fillRef idx="0"/>
          <a:effectRef idx="0"/>
          <a:fontRef idx="minor"/>
        </p:style>
        <p:txBody>
          <a:bodyPr lIns="18360" tIns="9000" rIns="18360" bIns="9000" anchor="ctr">
            <a:spAutoFit/>
          </a:bodyPr>
          <a:p>
            <a:pPr defTabSz="457200">
              <a:lnSpc>
                <a:spcPct val="100000"/>
              </a:lnSpc>
            </a:pPr>
            <a:r>
              <a:rPr lang="en-US" sz="2600" b="1" u="none" strike="noStrike">
                <a:solidFill>
                  <a:srgbClr val="F2F2F2"/>
                </a:solidFill>
                <a:effectLst/>
                <a:uFillTx/>
                <a:latin typeface="Arial"/>
              </a:rPr>
              <a:t>Query Decomposition: fallas típicas y criterio de uso</a:t>
            </a:r>
            <a:endParaRPr lang="en-US" sz="2600" b="0" u="none" strike="noStrike">
              <a:solidFill>
                <a:srgbClr val="FFFFFF"/>
              </a:solidFill>
              <a:effectLst/>
              <a:uFillTx/>
              <a:latin typeface="Arial"/>
            </a:endParaRPr>
          </a:p>
        </p:txBody>
      </p:sp>
      <p:sp>
        <p:nvSpPr>
          <p:cNvPr id="498" name="TextBox 3"/>
          <p:cNvSpPr/>
          <p:nvPr/>
        </p:nvSpPr>
        <p:spPr>
          <a:xfrm>
            <a:off x="548640" y="6492240"/>
            <a:ext cx="7314840" cy="228240"/>
          </a:xfrm>
          <a:prstGeom prst="rect">
            <a:avLst/>
          </a:prstGeom>
          <a:noFill/>
          <a:ln w="0">
            <a:noFill/>
          </a:ln>
        </p:spPr>
        <p:style>
          <a:lnRef idx="0"/>
          <a:fillRef idx="0"/>
          <a:effectRef idx="0"/>
          <a:fontRef idx="minor"/>
        </p:style>
        <p:txBody>
          <a:bodyPr lIns="18360" tIns="9000" rIns="18360" bIns="9000" anchor="t">
            <a:spAutoFit/>
          </a:bodyPr>
          <a:p>
            <a:pPr defTabSz="457200">
              <a:lnSpc>
                <a:spcPct val="100000"/>
              </a:lnSpc>
            </a:pPr>
            <a:r>
              <a:rPr lang="en-US" sz="900" b="0" u="none" strike="noStrike">
                <a:solidFill>
                  <a:srgbClr val="9A9A9A"/>
                </a:solidFill>
                <a:effectLst/>
                <a:uFillTx/>
                <a:latin typeface="Arial"/>
              </a:rPr>
              <a:t>Arquetipos de agentes · Módulo 5 · UTDT</a:t>
            </a:r>
            <a:endParaRPr lang="en-US" sz="900" b="0" u="none" strike="noStrike">
              <a:solidFill>
                <a:srgbClr val="FFFFFF"/>
              </a:solidFill>
              <a:effectLst/>
              <a:uFillTx/>
              <a:latin typeface="Arial"/>
            </a:endParaRPr>
          </a:p>
        </p:txBody>
      </p:sp>
      <p:sp>
        <p:nvSpPr>
          <p:cNvPr id="499" name="TextBox 4"/>
          <p:cNvSpPr/>
          <p:nvPr/>
        </p:nvSpPr>
        <p:spPr>
          <a:xfrm>
            <a:off x="10271520" y="6492240"/>
            <a:ext cx="1371240" cy="228240"/>
          </a:xfrm>
          <a:prstGeom prst="rect">
            <a:avLst/>
          </a:prstGeom>
          <a:noFill/>
          <a:ln w="0">
            <a:noFill/>
          </a:ln>
        </p:spPr>
        <p:style>
          <a:lnRef idx="0"/>
          <a:fillRef idx="0"/>
          <a:effectRef idx="0"/>
          <a:fontRef idx="minor"/>
        </p:style>
        <p:txBody>
          <a:bodyPr lIns="18360" tIns="9000" rIns="18360" bIns="9000" anchor="t">
            <a:spAutoFit/>
          </a:bodyPr>
          <a:p>
            <a:pPr algn="r" defTabSz="457200">
              <a:lnSpc>
                <a:spcPct val="100000"/>
              </a:lnSpc>
            </a:pPr>
            <a:r>
              <a:rPr lang="en-US" sz="900" b="0" u="none" strike="noStrike">
                <a:solidFill>
                  <a:srgbClr val="9A9A9A"/>
                </a:solidFill>
                <a:effectLst/>
                <a:uFillTx/>
                <a:latin typeface="Arial"/>
              </a:rPr>
              <a:t>22 / 35</a:t>
            </a:r>
            <a:endParaRPr lang="en-US" sz="900" b="0" u="none" strike="noStrike">
              <a:solidFill>
                <a:srgbClr val="FFFFFF"/>
              </a:solidFill>
              <a:effectLst/>
              <a:uFillTx/>
              <a:latin typeface="Arial"/>
            </a:endParaRPr>
          </a:p>
        </p:txBody>
      </p:sp>
      <p:sp>
        <p:nvSpPr>
          <p:cNvPr id="500" name="Rectangle 5"/>
          <p:cNvSpPr/>
          <p:nvPr/>
        </p:nvSpPr>
        <p:spPr>
          <a:xfrm>
            <a:off x="548640" y="1417320"/>
            <a:ext cx="5446440" cy="4388760"/>
          </a:xfrm>
          <a:prstGeom prst="rect">
            <a:avLst/>
          </a:prstGeom>
          <a:solidFill>
            <a:srgbClr val="0E0E0E"/>
          </a:solidFill>
          <a:ln>
            <a:solidFill>
              <a:srgbClr val="2A2A2A"/>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501" name="Rectangle 6"/>
          <p:cNvSpPr/>
          <p:nvPr/>
        </p:nvSpPr>
        <p:spPr>
          <a:xfrm>
            <a:off x="548640" y="1417320"/>
            <a:ext cx="5446440" cy="63720"/>
          </a:xfrm>
          <a:prstGeom prst="rect">
            <a:avLst/>
          </a:prstGeom>
          <a:solidFill>
            <a:srgbClr val="FF6B1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19080" rIns="90000" bIns="19080" anchor="ctr">
            <a:noAutofit/>
          </a:bodyPr>
          <a:p>
            <a:endParaRPr lang="en-US" sz="1800" b="0" u="none" strike="noStrike">
              <a:solidFill>
                <a:schemeClr val="lt1"/>
              </a:solidFill>
              <a:effectLst/>
              <a:uFillTx/>
              <a:latin typeface="Calibri"/>
            </a:endParaRPr>
          </a:p>
        </p:txBody>
      </p:sp>
      <p:sp>
        <p:nvSpPr>
          <p:cNvPr id="502" name="TextBox 7"/>
          <p:cNvSpPr/>
          <p:nvPr/>
        </p:nvSpPr>
        <p:spPr>
          <a:xfrm>
            <a:off x="713160" y="1563480"/>
            <a:ext cx="5117040" cy="4187520"/>
          </a:xfrm>
          <a:prstGeom prst="rect">
            <a:avLst/>
          </a:prstGeom>
          <a:noFill/>
          <a:ln w="0">
            <a:noFill/>
          </a:ln>
        </p:spPr>
        <p:style>
          <a:lnRef idx="0"/>
          <a:fillRef idx="0"/>
          <a:effectRef idx="0"/>
          <a:fontRef idx="minor"/>
        </p:style>
        <p:txBody>
          <a:bodyPr lIns="18360" tIns="0" rIns="18360" bIns="0" anchor="t">
            <a:spAutoFit/>
          </a:bodyPr>
          <a:p>
            <a:pPr defTabSz="457200">
              <a:lnSpc>
                <a:spcPct val="100000"/>
              </a:lnSpc>
              <a:spcAft>
                <a:spcPts val="799"/>
              </a:spcAft>
            </a:pPr>
            <a:r>
              <a:rPr lang="en-US" sz="1790" b="1" u="none" strike="noStrike">
                <a:solidFill>
                  <a:srgbClr val="FF6B1A"/>
                </a:solidFill>
                <a:effectLst/>
                <a:uFillTx/>
                <a:latin typeface="Arial"/>
              </a:rPr>
              <a:t>Fallas típicas</a:t>
            </a:r>
            <a:endParaRPr lang="en-US" sz="1790" b="0" u="none" strike="noStrike">
              <a:solidFill>
                <a:srgbClr val="FFFFFF"/>
              </a:solidFill>
              <a:effectLst/>
              <a:uFillTx/>
              <a:latin typeface="Arial"/>
            </a:endParaRPr>
          </a:p>
          <a:p>
            <a:pPr marL="171360" indent="-171360" defTabSz="457200">
              <a:lnSpc>
                <a:spcPct val="100000"/>
              </a:lnSpc>
              <a:spcAft>
                <a:spcPts val="879"/>
              </a:spcAft>
              <a:buClr>
                <a:srgbClr val="D6D6D6"/>
              </a:buClr>
              <a:buFont typeface="Symbol" charset="2"/>
              <a:buChar char=""/>
            </a:pPr>
            <a:r>
              <a:rPr lang="en-US" sz="1600" b="0" u="none" strike="noStrike">
                <a:solidFill>
                  <a:srgbClr val="D6D6D6"/>
                </a:solidFill>
                <a:effectLst/>
                <a:uFillTx/>
                <a:latin typeface="Arial"/>
              </a:rPr>
              <a:t>Mala descomposición: omite un salto necesario o genera sub-preguntas que se solapan.</a:t>
            </a:r>
            <a:endParaRPr lang="en-US" sz="1600" b="0" u="none" strike="noStrike">
              <a:solidFill>
                <a:srgbClr val="FFFFFF"/>
              </a:solidFill>
              <a:effectLst/>
              <a:uFillTx/>
              <a:latin typeface="Arial"/>
            </a:endParaRPr>
          </a:p>
          <a:p>
            <a:pPr marL="171360" indent="-171360" defTabSz="457200">
              <a:lnSpc>
                <a:spcPct val="100000"/>
              </a:lnSpc>
              <a:spcAft>
                <a:spcPts val="879"/>
              </a:spcAft>
              <a:buClr>
                <a:srgbClr val="D6D6D6"/>
              </a:buClr>
              <a:buFont typeface="Symbol" charset="2"/>
              <a:buChar char=""/>
            </a:pPr>
            <a:r>
              <a:rPr lang="en-US" sz="1600" b="0" u="none" strike="noStrike">
                <a:solidFill>
                  <a:srgbClr val="D6D6D6"/>
                </a:solidFill>
                <a:effectLst/>
                <a:uFillTx/>
                <a:latin typeface="Arial"/>
              </a:rPr>
              <a:t>En la variante secuencial, un error temprano se propaga por toda la cadena.</a:t>
            </a:r>
            <a:endParaRPr lang="en-US" sz="1600" b="0" u="none" strike="noStrike">
              <a:solidFill>
                <a:srgbClr val="FFFFFF"/>
              </a:solidFill>
              <a:effectLst/>
              <a:uFillTx/>
              <a:latin typeface="Arial"/>
            </a:endParaRPr>
          </a:p>
          <a:p>
            <a:pPr marL="171360" indent="-171360" defTabSz="457200">
              <a:lnSpc>
                <a:spcPct val="100000"/>
              </a:lnSpc>
              <a:spcAft>
                <a:spcPts val="879"/>
              </a:spcAft>
              <a:buClr>
                <a:srgbClr val="D6D6D6"/>
              </a:buClr>
              <a:buFont typeface="Symbol" charset="2"/>
              <a:buChar char=""/>
            </a:pPr>
            <a:r>
              <a:rPr lang="en-US" sz="1600" b="0" u="none" strike="noStrike">
                <a:solidFill>
                  <a:srgbClr val="D6D6D6"/>
                </a:solidFill>
                <a:effectLst/>
                <a:uFillTx/>
                <a:latin typeface="Arial"/>
              </a:rPr>
              <a:t>Una sub-pregunta sin evidencia suficiente termina con una respuesta inventada.</a:t>
            </a:r>
            <a:endParaRPr lang="en-US" sz="1600" b="0" u="none" strike="noStrike">
              <a:solidFill>
                <a:srgbClr val="FFFFFF"/>
              </a:solidFill>
              <a:effectLst/>
              <a:uFillTx/>
              <a:latin typeface="Arial"/>
            </a:endParaRPr>
          </a:p>
          <a:p>
            <a:pPr marL="171360" indent="-171360" defTabSz="457200">
              <a:lnSpc>
                <a:spcPct val="100000"/>
              </a:lnSpc>
              <a:spcAft>
                <a:spcPts val="879"/>
              </a:spcAft>
              <a:buClr>
                <a:srgbClr val="D6D6D6"/>
              </a:buClr>
              <a:buFont typeface="Symbol" charset="2"/>
              <a:buChar char=""/>
            </a:pPr>
            <a:r>
              <a:rPr lang="en-US" sz="1600" b="0" u="none" strike="noStrike">
                <a:solidFill>
                  <a:srgbClr val="D6D6D6"/>
                </a:solidFill>
                <a:effectLst/>
                <a:uFillTx/>
                <a:latin typeface="Arial"/>
              </a:rPr>
              <a:t>La síntesis contradice o ignora alguna respuesta parcial.</a:t>
            </a:r>
            <a:endParaRPr lang="en-US" sz="1600" b="0" u="none" strike="noStrike">
              <a:solidFill>
                <a:srgbClr val="FFFFFF"/>
              </a:solidFill>
              <a:effectLst/>
              <a:uFillTx/>
              <a:latin typeface="Arial"/>
            </a:endParaRPr>
          </a:p>
          <a:p>
            <a:pPr marL="171360" indent="-171360" defTabSz="457200">
              <a:lnSpc>
                <a:spcPct val="100000"/>
              </a:lnSpc>
              <a:spcAft>
                <a:spcPts val="879"/>
              </a:spcAft>
              <a:buClr>
                <a:srgbClr val="D6D6D6"/>
              </a:buClr>
              <a:buFont typeface="Symbol" charset="2"/>
              <a:buChar char=""/>
            </a:pPr>
            <a:r>
              <a:rPr lang="en-US" sz="1600" b="0" u="none" strike="noStrike">
                <a:solidFill>
                  <a:srgbClr val="D6D6D6"/>
                </a:solidFill>
                <a:effectLst/>
                <a:uFillTx/>
                <a:latin typeface="Arial"/>
              </a:rPr>
              <a:t>Sobre-descomposición: preguntas simples que se parten sin necesidad.</a:t>
            </a:r>
            <a:endParaRPr lang="en-US" sz="1600" b="0" u="none" strike="noStrike">
              <a:solidFill>
                <a:srgbClr val="FFFFFF"/>
              </a:solidFill>
              <a:effectLst/>
              <a:uFillTx/>
              <a:latin typeface="Arial"/>
            </a:endParaRPr>
          </a:p>
        </p:txBody>
      </p:sp>
      <p:sp>
        <p:nvSpPr>
          <p:cNvPr id="503" name="Rectangle 8"/>
          <p:cNvSpPr/>
          <p:nvPr/>
        </p:nvSpPr>
        <p:spPr>
          <a:xfrm>
            <a:off x="6196320" y="1417320"/>
            <a:ext cx="5446440" cy="4388760"/>
          </a:xfrm>
          <a:prstGeom prst="rect">
            <a:avLst/>
          </a:prstGeom>
          <a:solidFill>
            <a:srgbClr val="0E0E0E"/>
          </a:solidFill>
          <a:ln>
            <a:solidFill>
              <a:srgbClr val="2A2A2A"/>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504" name="Rectangle 9"/>
          <p:cNvSpPr/>
          <p:nvPr/>
        </p:nvSpPr>
        <p:spPr>
          <a:xfrm>
            <a:off x="6196320" y="1417320"/>
            <a:ext cx="5446440" cy="63720"/>
          </a:xfrm>
          <a:prstGeom prst="rect">
            <a:avLst/>
          </a:prstGeom>
          <a:solidFill>
            <a:srgbClr val="9A9A9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19080" rIns="90000" bIns="19080" anchor="ctr">
            <a:noAutofit/>
          </a:bodyPr>
          <a:p>
            <a:endParaRPr lang="en-US" sz="1800" b="0" u="none" strike="noStrike">
              <a:solidFill>
                <a:schemeClr val="lt1"/>
              </a:solidFill>
              <a:effectLst/>
              <a:uFillTx/>
              <a:latin typeface="Calibri"/>
            </a:endParaRPr>
          </a:p>
        </p:txBody>
      </p:sp>
      <p:sp>
        <p:nvSpPr>
          <p:cNvPr id="505" name="TextBox 10"/>
          <p:cNvSpPr/>
          <p:nvPr/>
        </p:nvSpPr>
        <p:spPr>
          <a:xfrm>
            <a:off x="6361200" y="1563480"/>
            <a:ext cx="5117040" cy="4187520"/>
          </a:xfrm>
          <a:prstGeom prst="rect">
            <a:avLst/>
          </a:prstGeom>
          <a:noFill/>
          <a:ln w="0">
            <a:noFill/>
          </a:ln>
        </p:spPr>
        <p:style>
          <a:lnRef idx="0"/>
          <a:fillRef idx="0"/>
          <a:effectRef idx="0"/>
          <a:fontRef idx="minor"/>
        </p:style>
        <p:txBody>
          <a:bodyPr lIns="18360" tIns="0" rIns="18360" bIns="0" anchor="t">
            <a:spAutoFit/>
          </a:bodyPr>
          <a:p>
            <a:pPr defTabSz="457200">
              <a:lnSpc>
                <a:spcPct val="100000"/>
              </a:lnSpc>
              <a:spcAft>
                <a:spcPts val="799"/>
              </a:spcAft>
            </a:pPr>
            <a:r>
              <a:rPr lang="en-US" sz="1790" b="1" u="none" strike="noStrike">
                <a:solidFill>
                  <a:srgbClr val="9A9A9A"/>
                </a:solidFill>
                <a:effectLst/>
                <a:uFillTx/>
                <a:latin typeface="Arial"/>
              </a:rPr>
              <a:t>Cuándo elegirlo, cuándo no</a:t>
            </a:r>
            <a:endParaRPr lang="en-US" sz="1790" b="0" u="none" strike="noStrike">
              <a:solidFill>
                <a:srgbClr val="FFFFFF"/>
              </a:solidFill>
              <a:effectLst/>
              <a:uFillTx/>
              <a:latin typeface="Arial"/>
            </a:endParaRPr>
          </a:p>
          <a:p>
            <a:pPr marL="171360" indent="-171360" defTabSz="457200">
              <a:lnSpc>
                <a:spcPct val="100000"/>
              </a:lnSpc>
              <a:spcAft>
                <a:spcPts val="879"/>
              </a:spcAft>
              <a:buClr>
                <a:srgbClr val="D6D6D6"/>
              </a:buClr>
              <a:buFont typeface="Symbol" charset="2"/>
              <a:buChar char=""/>
            </a:pPr>
            <a:r>
              <a:rPr lang="en-US" sz="1600" b="0" u="none" strike="noStrike">
                <a:solidFill>
                  <a:srgbClr val="D6D6D6"/>
                </a:solidFill>
                <a:effectLst/>
                <a:uFillTx/>
                <a:latin typeface="Arial"/>
              </a:rPr>
              <a:t>Elegirlo: preguntas multi-salto, comparativas o que requieren varias fuentes.</a:t>
            </a:r>
            <a:endParaRPr lang="en-US" sz="1600" b="0" u="none" strike="noStrike">
              <a:solidFill>
                <a:srgbClr val="FFFFFF"/>
              </a:solidFill>
              <a:effectLst/>
              <a:uFillTx/>
              <a:latin typeface="Arial"/>
            </a:endParaRPr>
          </a:p>
          <a:p>
            <a:pPr marL="171360" indent="-171360" defTabSz="457200">
              <a:lnSpc>
                <a:spcPct val="100000"/>
              </a:lnSpc>
              <a:spcAft>
                <a:spcPts val="879"/>
              </a:spcAft>
              <a:buClr>
                <a:srgbClr val="D6D6D6"/>
              </a:buClr>
              <a:buFont typeface="Symbol" charset="2"/>
              <a:buChar char=""/>
            </a:pPr>
            <a:r>
              <a:rPr lang="en-US" sz="1600" b="0" u="none" strike="noStrike">
                <a:solidFill>
                  <a:srgbClr val="D6D6D6"/>
                </a:solidFill>
                <a:effectLst/>
                <a:uFillTx/>
                <a:latin typeface="Arial"/>
              </a:rPr>
              <a:t>Elegirlo: sistemas de recuperación (RAG) donde una consulta única trae evidencia difusa.</a:t>
            </a:r>
            <a:endParaRPr lang="en-US" sz="1600" b="0" u="none" strike="noStrike">
              <a:solidFill>
                <a:srgbClr val="FFFFFF"/>
              </a:solidFill>
              <a:effectLst/>
              <a:uFillTx/>
              <a:latin typeface="Arial"/>
            </a:endParaRPr>
          </a:p>
          <a:p>
            <a:pPr marL="171360" indent="-171360" defTabSz="457200">
              <a:lnSpc>
                <a:spcPct val="100000"/>
              </a:lnSpc>
              <a:spcAft>
                <a:spcPts val="879"/>
              </a:spcAft>
              <a:buClr>
                <a:srgbClr val="D6D6D6"/>
              </a:buClr>
              <a:buFont typeface="Symbol" charset="2"/>
              <a:buChar char=""/>
            </a:pPr>
            <a:r>
              <a:rPr lang="en-US" sz="1600" b="0" u="none" strike="noStrike">
                <a:solidFill>
                  <a:srgbClr val="D6D6D6"/>
                </a:solidFill>
                <a:effectLst/>
                <a:uFillTx/>
                <a:latin typeface="Arial"/>
              </a:rPr>
              <a:t>Descartarlo: la pregunta se responde con una sola fuente.</a:t>
            </a:r>
            <a:endParaRPr lang="en-US" sz="1600" b="0" u="none" strike="noStrike">
              <a:solidFill>
                <a:srgbClr val="FFFFFF"/>
              </a:solidFill>
              <a:effectLst/>
              <a:uFillTx/>
              <a:latin typeface="Arial"/>
            </a:endParaRPr>
          </a:p>
          <a:p>
            <a:pPr marL="171360" indent="-171360" defTabSz="457200">
              <a:lnSpc>
                <a:spcPct val="100000"/>
              </a:lnSpc>
              <a:spcAft>
                <a:spcPts val="879"/>
              </a:spcAft>
              <a:buClr>
                <a:srgbClr val="D6D6D6"/>
              </a:buClr>
              <a:buFont typeface="Symbol" charset="2"/>
              <a:buChar char=""/>
            </a:pPr>
            <a:r>
              <a:rPr lang="en-US" sz="1600" b="0" u="none" strike="noStrike">
                <a:solidFill>
                  <a:srgbClr val="D6D6D6"/>
                </a:solidFill>
                <a:effectLst/>
                <a:uFillTx/>
                <a:latin typeface="Arial"/>
              </a:rPr>
              <a:t>Descartarlo: las sub-preguntas no se pueden anticipar; ahí conviene ReAct o Deep Research.</a:t>
            </a:r>
            <a:endParaRPr lang="en-US" sz="1600" b="0" u="none" strike="noStrike">
              <a:solidFill>
                <a:srgbClr val="FFFFFF"/>
              </a:solidFill>
              <a:effectLst/>
              <a:uFillTx/>
              <a:latin typeface="Arial"/>
            </a:endParaRPr>
          </a:p>
        </p:txBody>
      </p:sp>
      <p:sp>
        <p:nvSpPr>
          <p:cNvPr id="506" name="TextBox 11"/>
          <p:cNvSpPr/>
          <p:nvPr/>
        </p:nvSpPr>
        <p:spPr>
          <a:xfrm>
            <a:off x="548640" y="5943600"/>
            <a:ext cx="11094120" cy="456840"/>
          </a:xfrm>
          <a:prstGeom prst="rect">
            <a:avLst/>
          </a:prstGeom>
          <a:noFill/>
          <a:ln w="0">
            <a:noFill/>
          </a:ln>
        </p:spPr>
        <p:style>
          <a:lnRef idx="0"/>
          <a:fillRef idx="0"/>
          <a:effectRef idx="0"/>
          <a:fontRef idx="minor"/>
        </p:style>
        <p:txBody>
          <a:bodyPr lIns="18360" tIns="9000" rIns="18360" bIns="9000" anchor="ctr">
            <a:spAutoFit/>
          </a:bodyPr>
          <a:p>
            <a:pPr defTabSz="457200">
              <a:lnSpc>
                <a:spcPct val="100000"/>
              </a:lnSpc>
            </a:pPr>
            <a:r>
              <a:rPr lang="en-US" sz="1300" b="0" i="1" u="none" strike="noStrike">
                <a:solidFill>
                  <a:srgbClr val="9A9A9A"/>
                </a:solidFill>
                <a:effectLst/>
                <a:uFillTx/>
                <a:latin typeface="Arial"/>
              </a:rPr>
              <a:t>Diferencia con Planner-Executor: aquí las partes son preguntas de información, no acciones sobre el mundo.</a:t>
            </a:r>
            <a:endParaRPr lang="en-US" sz="130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2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00000"/>
        </a:solidFill>
      </p:bgPr>
    </p:bg>
    <p:spTree>
      <p:nvGrpSpPr>
        <p:cNvPr id="1" name=""/>
        <p:cNvGrpSpPr/>
        <p:nvPr/>
      </p:nvGrpSpPr>
      <p:grpSpPr>
        <a:xfrm>
          <a:off x="0" y="0"/>
          <a:ext cx="0" cy="0"/>
          <a:chOff x="0" y="0"/>
          <a:chExt cx="0" cy="0"/>
        </a:xfrm>
      </p:grpSpPr>
      <p:sp>
        <p:nvSpPr>
          <p:cNvPr id="507" name="TextBox 1"/>
          <p:cNvSpPr/>
          <p:nvPr/>
        </p:nvSpPr>
        <p:spPr>
          <a:xfrm>
            <a:off x="548640" y="329040"/>
            <a:ext cx="8229240" cy="273960"/>
          </a:xfrm>
          <a:prstGeom prst="rect">
            <a:avLst/>
          </a:prstGeom>
          <a:noFill/>
          <a:ln w="0">
            <a:noFill/>
          </a:ln>
        </p:spPr>
        <p:style>
          <a:lnRef idx="0"/>
          <a:fillRef idx="0"/>
          <a:effectRef idx="0"/>
          <a:fontRef idx="minor"/>
        </p:style>
        <p:txBody>
          <a:bodyPr lIns="18360" tIns="9000" rIns="18360" bIns="9000" anchor="t">
            <a:spAutoFit/>
          </a:bodyPr>
          <a:p>
            <a:pPr defTabSz="457200">
              <a:lnSpc>
                <a:spcPct val="100000"/>
              </a:lnSpc>
            </a:pPr>
            <a:r>
              <a:rPr lang="en-US" sz="1150" b="1" u="none" strike="noStrike">
                <a:solidFill>
                  <a:srgbClr val="FF6B1A"/>
                </a:solidFill>
                <a:effectLst/>
                <a:uFillTx/>
                <a:latin typeface="Arial"/>
              </a:rPr>
              <a:t>ARQUETIPO 4 DE 6 · QUERY DECOMPOSITION</a:t>
            </a:r>
            <a:endParaRPr lang="en-US" sz="1150" b="0" u="none" strike="noStrike">
              <a:solidFill>
                <a:srgbClr val="FFFFFF"/>
              </a:solidFill>
              <a:effectLst/>
              <a:uFillTx/>
              <a:latin typeface="Arial"/>
            </a:endParaRPr>
          </a:p>
        </p:txBody>
      </p:sp>
      <p:sp>
        <p:nvSpPr>
          <p:cNvPr id="508" name="TextBox 2"/>
          <p:cNvSpPr/>
          <p:nvPr/>
        </p:nvSpPr>
        <p:spPr>
          <a:xfrm>
            <a:off x="548640" y="603360"/>
            <a:ext cx="11094120" cy="639720"/>
          </a:xfrm>
          <a:prstGeom prst="rect">
            <a:avLst/>
          </a:prstGeom>
          <a:noFill/>
          <a:ln w="0">
            <a:noFill/>
          </a:ln>
        </p:spPr>
        <p:style>
          <a:lnRef idx="0"/>
          <a:fillRef idx="0"/>
          <a:effectRef idx="0"/>
          <a:fontRef idx="minor"/>
        </p:style>
        <p:txBody>
          <a:bodyPr lIns="18360" tIns="9000" rIns="18360" bIns="9000" anchor="ctr">
            <a:spAutoFit/>
          </a:bodyPr>
          <a:p>
            <a:pPr defTabSz="457200">
              <a:lnSpc>
                <a:spcPct val="100000"/>
              </a:lnSpc>
            </a:pPr>
            <a:r>
              <a:rPr lang="en-US" sz="3000" b="1" u="none" strike="noStrike">
                <a:solidFill>
                  <a:srgbClr val="F2F2F2"/>
                </a:solidFill>
                <a:effectLst/>
                <a:uFillTx/>
                <a:latin typeface="Arial"/>
              </a:rPr>
              <a:t>Query Decomposition: un ejemplo recorrido</a:t>
            </a:r>
            <a:endParaRPr lang="en-US" sz="3000" b="0" u="none" strike="noStrike">
              <a:solidFill>
                <a:srgbClr val="FFFFFF"/>
              </a:solidFill>
              <a:effectLst/>
              <a:uFillTx/>
              <a:latin typeface="Arial"/>
            </a:endParaRPr>
          </a:p>
        </p:txBody>
      </p:sp>
      <p:sp>
        <p:nvSpPr>
          <p:cNvPr id="509" name="TextBox 3"/>
          <p:cNvSpPr/>
          <p:nvPr/>
        </p:nvSpPr>
        <p:spPr>
          <a:xfrm>
            <a:off x="548640" y="6492240"/>
            <a:ext cx="7314840" cy="228240"/>
          </a:xfrm>
          <a:prstGeom prst="rect">
            <a:avLst/>
          </a:prstGeom>
          <a:noFill/>
          <a:ln w="0">
            <a:noFill/>
          </a:ln>
        </p:spPr>
        <p:style>
          <a:lnRef idx="0"/>
          <a:fillRef idx="0"/>
          <a:effectRef idx="0"/>
          <a:fontRef idx="minor"/>
        </p:style>
        <p:txBody>
          <a:bodyPr lIns="18360" tIns="9000" rIns="18360" bIns="9000" anchor="t">
            <a:spAutoFit/>
          </a:bodyPr>
          <a:p>
            <a:pPr defTabSz="457200">
              <a:lnSpc>
                <a:spcPct val="100000"/>
              </a:lnSpc>
            </a:pPr>
            <a:r>
              <a:rPr lang="en-US" sz="900" b="0" u="none" strike="noStrike">
                <a:solidFill>
                  <a:srgbClr val="9A9A9A"/>
                </a:solidFill>
                <a:effectLst/>
                <a:uFillTx/>
                <a:latin typeface="Arial"/>
              </a:rPr>
              <a:t>Arquetipos de agentes · Módulo 5 · UTDT</a:t>
            </a:r>
            <a:endParaRPr lang="en-US" sz="900" b="0" u="none" strike="noStrike">
              <a:solidFill>
                <a:srgbClr val="FFFFFF"/>
              </a:solidFill>
              <a:effectLst/>
              <a:uFillTx/>
              <a:latin typeface="Arial"/>
            </a:endParaRPr>
          </a:p>
        </p:txBody>
      </p:sp>
      <p:sp>
        <p:nvSpPr>
          <p:cNvPr id="510" name="TextBox 4"/>
          <p:cNvSpPr/>
          <p:nvPr/>
        </p:nvSpPr>
        <p:spPr>
          <a:xfrm>
            <a:off x="10271520" y="6492240"/>
            <a:ext cx="1371240" cy="228240"/>
          </a:xfrm>
          <a:prstGeom prst="rect">
            <a:avLst/>
          </a:prstGeom>
          <a:noFill/>
          <a:ln w="0">
            <a:noFill/>
          </a:ln>
        </p:spPr>
        <p:style>
          <a:lnRef idx="0"/>
          <a:fillRef idx="0"/>
          <a:effectRef idx="0"/>
          <a:fontRef idx="minor"/>
        </p:style>
        <p:txBody>
          <a:bodyPr lIns="18360" tIns="9000" rIns="18360" bIns="9000" anchor="t">
            <a:spAutoFit/>
          </a:bodyPr>
          <a:p>
            <a:pPr algn="r" defTabSz="457200">
              <a:lnSpc>
                <a:spcPct val="100000"/>
              </a:lnSpc>
            </a:pPr>
            <a:r>
              <a:rPr lang="en-US" sz="900" b="0" u="none" strike="noStrike">
                <a:solidFill>
                  <a:srgbClr val="9A9A9A"/>
                </a:solidFill>
                <a:effectLst/>
                <a:uFillTx/>
                <a:latin typeface="Arial"/>
              </a:rPr>
              <a:t>23 / 35</a:t>
            </a:r>
            <a:endParaRPr lang="en-US" sz="900" b="0" u="none" strike="noStrike">
              <a:solidFill>
                <a:srgbClr val="FFFFFF"/>
              </a:solidFill>
              <a:effectLst/>
              <a:uFillTx/>
              <a:latin typeface="Arial"/>
            </a:endParaRPr>
          </a:p>
        </p:txBody>
      </p:sp>
      <p:sp>
        <p:nvSpPr>
          <p:cNvPr id="511" name="Rectangle 5"/>
          <p:cNvSpPr/>
          <p:nvPr/>
        </p:nvSpPr>
        <p:spPr>
          <a:xfrm>
            <a:off x="548640" y="1417320"/>
            <a:ext cx="5446440" cy="4388760"/>
          </a:xfrm>
          <a:prstGeom prst="rect">
            <a:avLst/>
          </a:prstGeom>
          <a:solidFill>
            <a:srgbClr val="0E0E0E"/>
          </a:solidFill>
          <a:ln>
            <a:solidFill>
              <a:srgbClr val="2A2A2A"/>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512" name="Rectangle 6"/>
          <p:cNvSpPr/>
          <p:nvPr/>
        </p:nvSpPr>
        <p:spPr>
          <a:xfrm>
            <a:off x="548640" y="1417320"/>
            <a:ext cx="5446440" cy="63720"/>
          </a:xfrm>
          <a:prstGeom prst="rect">
            <a:avLst/>
          </a:prstGeom>
          <a:solidFill>
            <a:srgbClr val="FF6B1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19080" rIns="90000" bIns="19080" anchor="ctr">
            <a:noAutofit/>
          </a:bodyPr>
          <a:p>
            <a:endParaRPr lang="en-US" sz="1800" b="0" u="none" strike="noStrike">
              <a:solidFill>
                <a:schemeClr val="lt1"/>
              </a:solidFill>
              <a:effectLst/>
              <a:uFillTx/>
              <a:latin typeface="Calibri"/>
            </a:endParaRPr>
          </a:p>
        </p:txBody>
      </p:sp>
      <p:sp>
        <p:nvSpPr>
          <p:cNvPr id="513" name="TextBox 7"/>
          <p:cNvSpPr/>
          <p:nvPr/>
        </p:nvSpPr>
        <p:spPr>
          <a:xfrm>
            <a:off x="713160" y="1563480"/>
            <a:ext cx="5117040" cy="4187520"/>
          </a:xfrm>
          <a:prstGeom prst="rect">
            <a:avLst/>
          </a:prstGeom>
          <a:noFill/>
          <a:ln w="0">
            <a:noFill/>
          </a:ln>
        </p:spPr>
        <p:style>
          <a:lnRef idx="0"/>
          <a:fillRef idx="0"/>
          <a:effectRef idx="0"/>
          <a:fontRef idx="minor"/>
        </p:style>
        <p:txBody>
          <a:bodyPr lIns="18360" tIns="0" rIns="18360" bIns="0" anchor="t">
            <a:spAutoFit/>
          </a:bodyPr>
          <a:p>
            <a:pPr defTabSz="457200">
              <a:lnSpc>
                <a:spcPct val="100000"/>
              </a:lnSpc>
              <a:spcAft>
                <a:spcPts val="774"/>
              </a:spcAft>
            </a:pPr>
            <a:r>
              <a:rPr lang="en-US" sz="1729" b="1" u="none" strike="noStrike">
                <a:solidFill>
                  <a:srgbClr val="FF6B1A"/>
                </a:solidFill>
                <a:effectLst/>
                <a:uFillTx/>
                <a:latin typeface="Arial"/>
              </a:rPr>
              <a:t>Ejemplo (ilustrativo): un cliente pregunta por comisiones</a:t>
            </a:r>
            <a:endParaRPr lang="en-US" sz="1729" b="0" u="none" strike="noStrike">
              <a:solidFill>
                <a:srgbClr val="FFFFFF"/>
              </a:solidFill>
              <a:effectLst/>
              <a:uFillTx/>
              <a:latin typeface="Arial"/>
            </a:endParaRPr>
          </a:p>
          <a:p>
            <a:pPr defTabSz="457200">
              <a:lnSpc>
                <a:spcPct val="100000"/>
              </a:lnSpc>
              <a:spcAft>
                <a:spcPts val="853"/>
              </a:spcAft>
            </a:pPr>
            <a:r>
              <a:rPr lang="en-US" sz="1550" b="1" u="none" strike="noStrike">
                <a:solidFill>
                  <a:srgbClr val="9A9A9A"/>
                </a:solidFill>
                <a:effectLst/>
                <a:uFillTx/>
                <a:latin typeface="Arial"/>
              </a:rPr>
              <a:t>Pregunta: </a:t>
            </a:r>
            <a:r>
              <a:rPr lang="en-US" sz="1550" b="0" u="none" strike="noStrike">
                <a:solidFill>
                  <a:srgbClr val="D6D6D6"/>
                </a:solidFill>
                <a:effectLst/>
                <a:uFillTx/>
                <a:latin typeface="Arial"/>
              </a:rPr>
              <a:t>«¿Cuánto pagaría en comisiones un cliente Premium que envía dinero al exterior?»</a:t>
            </a:r>
            <a:endParaRPr lang="en-US" sz="1550" b="0" u="none" strike="noStrike">
              <a:solidFill>
                <a:srgbClr val="FFFFFF"/>
              </a:solidFill>
              <a:effectLst/>
              <a:uFillTx/>
              <a:latin typeface="Arial"/>
            </a:endParaRPr>
          </a:p>
          <a:p>
            <a:pPr defTabSz="457200">
              <a:lnSpc>
                <a:spcPct val="100000"/>
              </a:lnSpc>
              <a:spcAft>
                <a:spcPts val="853"/>
              </a:spcAft>
            </a:pPr>
            <a:r>
              <a:rPr lang="en-US" sz="1550" b="1" u="none" strike="noStrike">
                <a:solidFill>
                  <a:srgbClr val="FF6B1A"/>
                </a:solidFill>
                <a:effectLst/>
                <a:uFillTx/>
                <a:latin typeface="Arial"/>
              </a:rPr>
              <a:t>Descomponer: </a:t>
            </a:r>
            <a:r>
              <a:rPr lang="en-US" sz="1550" b="0" u="none" strike="noStrike">
                <a:solidFill>
                  <a:srgbClr val="D6D6D6"/>
                </a:solidFill>
                <a:effectLst/>
                <a:uFillTx/>
                <a:latin typeface="Arial"/>
              </a:rPr>
              <a:t>tres sub-preguntas independientes.</a:t>
            </a:r>
            <a:endParaRPr lang="en-US" sz="1550" b="0" u="none" strike="noStrike">
              <a:solidFill>
                <a:srgbClr val="FFFFFF"/>
              </a:solidFill>
              <a:effectLst/>
              <a:uFillTx/>
              <a:latin typeface="Arial"/>
            </a:endParaRPr>
          </a:p>
          <a:p>
            <a:pPr defTabSz="457200">
              <a:lnSpc>
                <a:spcPct val="100000"/>
              </a:lnSpc>
              <a:spcAft>
                <a:spcPts val="853"/>
              </a:spcAft>
            </a:pPr>
            <a:r>
              <a:rPr lang="en-US" sz="1550" b="1" u="none" strike="noStrike">
                <a:solidFill>
                  <a:srgbClr val="3DDC84"/>
                </a:solidFill>
                <a:effectLst/>
                <a:uFillTx/>
                <a:latin typeface="Arial"/>
              </a:rPr>
              <a:t>Sub-pregunta 1: </a:t>
            </a:r>
            <a:r>
              <a:rPr lang="en-US" sz="1550" b="0" u="none" strike="noStrike">
                <a:solidFill>
                  <a:srgbClr val="D6D6D6"/>
                </a:solidFill>
                <a:effectLst/>
                <a:uFillTx/>
                <a:latin typeface="Arial"/>
              </a:rPr>
              <a:t>¿cuál es la tarifa de una transferencia internacional?</a:t>
            </a:r>
            <a:endParaRPr lang="en-US" sz="1550" b="0" u="none" strike="noStrike">
              <a:solidFill>
                <a:srgbClr val="FFFFFF"/>
              </a:solidFill>
              <a:effectLst/>
              <a:uFillTx/>
              <a:latin typeface="Arial"/>
            </a:endParaRPr>
          </a:p>
          <a:p>
            <a:pPr defTabSz="457200">
              <a:lnSpc>
                <a:spcPct val="100000"/>
              </a:lnSpc>
              <a:spcAft>
                <a:spcPts val="853"/>
              </a:spcAft>
            </a:pPr>
            <a:r>
              <a:rPr lang="en-US" sz="1550" b="1" u="none" strike="noStrike">
                <a:solidFill>
                  <a:srgbClr val="3DDC84"/>
                </a:solidFill>
                <a:effectLst/>
                <a:uFillTx/>
                <a:latin typeface="Arial"/>
              </a:rPr>
              <a:t>Sub-pregunta 2: </a:t>
            </a:r>
            <a:r>
              <a:rPr lang="en-US" sz="1550" b="0" u="none" strike="noStrike">
                <a:solidFill>
                  <a:srgbClr val="D6D6D6"/>
                </a:solidFill>
                <a:effectLst/>
                <a:uFillTx/>
                <a:latin typeface="Arial"/>
              </a:rPr>
              <a:t>¿qué beneficios da el plan Premium sobre esa tarifa?</a:t>
            </a:r>
            <a:endParaRPr lang="en-US" sz="1550" b="0" u="none" strike="noStrike">
              <a:solidFill>
                <a:srgbClr val="FFFFFF"/>
              </a:solidFill>
              <a:effectLst/>
              <a:uFillTx/>
              <a:latin typeface="Arial"/>
            </a:endParaRPr>
          </a:p>
          <a:p>
            <a:pPr defTabSz="457200">
              <a:lnSpc>
                <a:spcPct val="100000"/>
              </a:lnSpc>
              <a:spcAft>
                <a:spcPts val="853"/>
              </a:spcAft>
            </a:pPr>
            <a:r>
              <a:rPr lang="en-US" sz="1550" b="1" u="none" strike="noStrike">
                <a:solidFill>
                  <a:srgbClr val="3DDC84"/>
                </a:solidFill>
                <a:effectLst/>
                <a:uFillTx/>
                <a:latin typeface="Arial"/>
              </a:rPr>
              <a:t>Sub-pregunta 3: </a:t>
            </a:r>
            <a:r>
              <a:rPr lang="en-US" sz="1550" b="0" u="none" strike="noStrike">
                <a:solidFill>
                  <a:srgbClr val="D6D6D6"/>
                </a:solidFill>
                <a:effectLst/>
                <a:uFillTx/>
                <a:latin typeface="Arial"/>
              </a:rPr>
              <a:t>¿qué costo tiene la conversión de moneda?</a:t>
            </a:r>
            <a:endParaRPr lang="en-US" sz="1550" b="0" u="none" strike="noStrike">
              <a:solidFill>
                <a:srgbClr val="FFFFFF"/>
              </a:solidFill>
              <a:effectLst/>
              <a:uFillTx/>
              <a:latin typeface="Arial"/>
            </a:endParaRPr>
          </a:p>
          <a:p>
            <a:pPr defTabSz="457200">
              <a:lnSpc>
                <a:spcPct val="100000"/>
              </a:lnSpc>
              <a:spcAft>
                <a:spcPts val="853"/>
              </a:spcAft>
            </a:pPr>
            <a:r>
              <a:rPr lang="en-US" sz="1550" b="1" u="none" strike="noStrike">
                <a:solidFill>
                  <a:srgbClr val="FF6B1A"/>
                </a:solidFill>
                <a:effectLst/>
                <a:uFillTx/>
                <a:latin typeface="Arial"/>
              </a:rPr>
              <a:t>Síntesis: </a:t>
            </a:r>
            <a:r>
              <a:rPr lang="en-US" sz="1550" b="0" u="none" strike="noStrike">
                <a:solidFill>
                  <a:srgbClr val="D6D6D6"/>
                </a:solidFill>
                <a:effectLst/>
                <a:uFillTx/>
                <a:latin typeface="Arial"/>
              </a:rPr>
              <a:t>combina las tres respuestas y cita las tres fuentes.</a:t>
            </a:r>
            <a:endParaRPr lang="en-US" sz="1550" b="0" u="none" strike="noStrike">
              <a:solidFill>
                <a:srgbClr val="FFFFFF"/>
              </a:solidFill>
              <a:effectLst/>
              <a:uFillTx/>
              <a:latin typeface="Arial"/>
            </a:endParaRPr>
          </a:p>
        </p:txBody>
      </p:sp>
      <p:sp>
        <p:nvSpPr>
          <p:cNvPr id="514" name="Rectangle 8"/>
          <p:cNvSpPr/>
          <p:nvPr/>
        </p:nvSpPr>
        <p:spPr>
          <a:xfrm>
            <a:off x="6196320" y="1417320"/>
            <a:ext cx="5446440" cy="4388760"/>
          </a:xfrm>
          <a:prstGeom prst="rect">
            <a:avLst/>
          </a:prstGeom>
          <a:solidFill>
            <a:srgbClr val="0E0E0E"/>
          </a:solidFill>
          <a:ln>
            <a:solidFill>
              <a:srgbClr val="2A2A2A"/>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515" name="Rectangle 9"/>
          <p:cNvSpPr/>
          <p:nvPr/>
        </p:nvSpPr>
        <p:spPr>
          <a:xfrm>
            <a:off x="6196320" y="1417320"/>
            <a:ext cx="5446440" cy="63720"/>
          </a:xfrm>
          <a:prstGeom prst="rect">
            <a:avLst/>
          </a:prstGeom>
          <a:solidFill>
            <a:srgbClr val="F5C542"/>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19080" rIns="90000" bIns="19080" anchor="ctr">
            <a:noAutofit/>
          </a:bodyPr>
          <a:p>
            <a:endParaRPr lang="en-US" sz="1800" b="0" u="none" strike="noStrike">
              <a:solidFill>
                <a:schemeClr val="lt1"/>
              </a:solidFill>
              <a:effectLst/>
              <a:uFillTx/>
              <a:latin typeface="Calibri"/>
            </a:endParaRPr>
          </a:p>
        </p:txBody>
      </p:sp>
      <p:sp>
        <p:nvSpPr>
          <p:cNvPr id="516" name="TextBox 10"/>
          <p:cNvSpPr/>
          <p:nvPr/>
        </p:nvSpPr>
        <p:spPr>
          <a:xfrm>
            <a:off x="6361200" y="1563480"/>
            <a:ext cx="5117040" cy="4187520"/>
          </a:xfrm>
          <a:prstGeom prst="rect">
            <a:avLst/>
          </a:prstGeom>
          <a:noFill/>
          <a:ln w="0">
            <a:noFill/>
          </a:ln>
        </p:spPr>
        <p:style>
          <a:lnRef idx="0"/>
          <a:fillRef idx="0"/>
          <a:effectRef idx="0"/>
          <a:fontRef idx="minor"/>
        </p:style>
        <p:txBody>
          <a:bodyPr lIns="18360" tIns="0" rIns="18360" bIns="0" anchor="t">
            <a:spAutoFit/>
          </a:bodyPr>
          <a:p>
            <a:pPr defTabSz="457200">
              <a:lnSpc>
                <a:spcPct val="100000"/>
              </a:lnSpc>
              <a:spcAft>
                <a:spcPts val="799"/>
              </a:spcAft>
            </a:pPr>
            <a:r>
              <a:rPr lang="en-US" sz="1790" b="1" u="none" strike="noStrike">
                <a:solidFill>
                  <a:srgbClr val="F5C542"/>
                </a:solidFill>
                <a:effectLst/>
                <a:uFillTx/>
                <a:latin typeface="Arial"/>
              </a:rPr>
              <a:t>Qué contexto ve cada paso</a:t>
            </a:r>
            <a:endParaRPr lang="en-US" sz="1790" b="0" u="none" strike="noStrike">
              <a:solidFill>
                <a:srgbClr val="FFFFFF"/>
              </a:solidFill>
              <a:effectLst/>
              <a:uFillTx/>
              <a:latin typeface="Arial"/>
            </a:endParaRPr>
          </a:p>
          <a:p>
            <a:pPr marL="171360" indent="-171360" defTabSz="457200">
              <a:lnSpc>
                <a:spcPct val="100000"/>
              </a:lnSpc>
              <a:spcAft>
                <a:spcPts val="879"/>
              </a:spcAft>
              <a:buClr>
                <a:srgbClr val="D6D6D6"/>
              </a:buClr>
              <a:buFont typeface="Symbol" charset="2"/>
              <a:buChar char=""/>
            </a:pPr>
            <a:r>
              <a:rPr lang="en-US" sz="1600" b="0" u="none" strike="noStrike">
                <a:solidFill>
                  <a:srgbClr val="D6D6D6"/>
                </a:solidFill>
                <a:effectLst/>
                <a:uFillTx/>
                <a:latin typeface="Arial"/>
              </a:rPr>
              <a:t>Descomponer: solo la pregunta original y, a lo sumo, el tipo de fuentes disponibles.</a:t>
            </a:r>
            <a:endParaRPr lang="en-US" sz="1600" b="0" u="none" strike="noStrike">
              <a:solidFill>
                <a:srgbClr val="FFFFFF"/>
              </a:solidFill>
              <a:effectLst/>
              <a:uFillTx/>
              <a:latin typeface="Arial"/>
            </a:endParaRPr>
          </a:p>
          <a:p>
            <a:pPr marL="171360" indent="-171360" defTabSz="457200">
              <a:lnSpc>
                <a:spcPct val="100000"/>
              </a:lnSpc>
              <a:spcAft>
                <a:spcPts val="879"/>
              </a:spcAft>
              <a:buClr>
                <a:srgbClr val="D6D6D6"/>
              </a:buClr>
              <a:buFont typeface="Symbol" charset="2"/>
              <a:buChar char=""/>
            </a:pPr>
            <a:r>
              <a:rPr lang="en-US" sz="1600" b="0" u="none" strike="noStrike">
                <a:solidFill>
                  <a:srgbClr val="D6D6D6"/>
                </a:solidFill>
                <a:effectLst/>
                <a:uFillTx/>
                <a:latin typeface="Arial"/>
              </a:rPr>
              <a:t>Cada sub-pregunta: su propia consulta y los fragmentos que recupera; nada de las otras.</a:t>
            </a:r>
            <a:endParaRPr lang="en-US" sz="1600" b="0" u="none" strike="noStrike">
              <a:solidFill>
                <a:srgbClr val="FFFFFF"/>
              </a:solidFill>
              <a:effectLst/>
              <a:uFillTx/>
              <a:latin typeface="Arial"/>
            </a:endParaRPr>
          </a:p>
          <a:p>
            <a:pPr marL="171360" indent="-171360" defTabSz="457200">
              <a:lnSpc>
                <a:spcPct val="100000"/>
              </a:lnSpc>
              <a:spcAft>
                <a:spcPts val="879"/>
              </a:spcAft>
              <a:buClr>
                <a:srgbClr val="D6D6D6"/>
              </a:buClr>
              <a:buFont typeface="Symbol" charset="2"/>
              <a:buChar char=""/>
            </a:pPr>
            <a:r>
              <a:rPr lang="en-US" sz="1600" b="0" u="none" strike="noStrike">
                <a:solidFill>
                  <a:srgbClr val="D6D6D6"/>
                </a:solidFill>
                <a:effectLst/>
                <a:uFillTx/>
                <a:latin typeface="Arial"/>
              </a:rPr>
              <a:t>Vuelve solo: «respuesta corta + fuente».</a:t>
            </a:r>
            <a:endParaRPr lang="en-US" sz="1600" b="0" u="none" strike="noStrike">
              <a:solidFill>
                <a:srgbClr val="FFFFFF"/>
              </a:solidFill>
              <a:effectLst/>
              <a:uFillTx/>
              <a:latin typeface="Arial"/>
            </a:endParaRPr>
          </a:p>
          <a:p>
            <a:pPr marL="171360" indent="-171360" defTabSz="457200">
              <a:lnSpc>
                <a:spcPct val="100000"/>
              </a:lnSpc>
              <a:spcAft>
                <a:spcPts val="879"/>
              </a:spcAft>
              <a:buClr>
                <a:srgbClr val="D6D6D6"/>
              </a:buClr>
              <a:buFont typeface="Symbol" charset="2"/>
              <a:buChar char=""/>
            </a:pPr>
            <a:r>
              <a:rPr lang="en-US" sz="1600" b="0" u="none" strike="noStrike">
                <a:solidFill>
                  <a:srgbClr val="D6D6D6"/>
                </a:solidFill>
                <a:effectLst/>
                <a:uFillTx/>
                <a:latin typeface="Arial"/>
              </a:rPr>
              <a:t>Síntesis: la pregunta original + tres respuestas cortas; no ve los documentos recuperados.</a:t>
            </a:r>
            <a:endParaRPr lang="en-US" sz="1600" b="0" u="none" strike="noStrike">
              <a:solidFill>
                <a:srgbClr val="FFFFFF"/>
              </a:solidFill>
              <a:effectLst/>
              <a:uFillTx/>
              <a:latin typeface="Arial"/>
            </a:endParaRPr>
          </a:p>
          <a:p>
            <a:pPr marL="171360" indent="-171360" defTabSz="457200">
              <a:lnSpc>
                <a:spcPct val="100000"/>
              </a:lnSpc>
              <a:spcAft>
                <a:spcPts val="879"/>
              </a:spcAft>
              <a:buClr>
                <a:srgbClr val="D6D6D6"/>
              </a:buClr>
              <a:buFont typeface="Symbol" charset="2"/>
              <a:buChar char=""/>
            </a:pPr>
            <a:r>
              <a:rPr lang="en-US" sz="1600" b="0" u="none" strike="noStrike">
                <a:solidFill>
                  <a:srgbClr val="D6D6D6"/>
                </a:solidFill>
                <a:effectLst/>
                <a:uFillTx/>
                <a:latin typeface="Arial"/>
              </a:rPr>
              <a:t>Si hubiera dependencia (p. ej. el plan define la tarifa), la respuesta previa viajaría a la siguiente.</a:t>
            </a:r>
            <a:endParaRPr lang="en-US" sz="1600" b="0" u="none" strike="noStrike">
              <a:solidFill>
                <a:srgbClr val="FFFFFF"/>
              </a:solidFill>
              <a:effectLst/>
              <a:uFillTx/>
              <a:latin typeface="Arial"/>
            </a:endParaRPr>
          </a:p>
        </p:txBody>
      </p:sp>
      <p:sp>
        <p:nvSpPr>
          <p:cNvPr id="517" name="TextBox 11"/>
          <p:cNvSpPr/>
          <p:nvPr/>
        </p:nvSpPr>
        <p:spPr>
          <a:xfrm>
            <a:off x="548640" y="5943600"/>
            <a:ext cx="11094120" cy="456840"/>
          </a:xfrm>
          <a:prstGeom prst="rect">
            <a:avLst/>
          </a:prstGeom>
          <a:noFill/>
          <a:ln w="0">
            <a:noFill/>
          </a:ln>
        </p:spPr>
        <p:style>
          <a:lnRef idx="0"/>
          <a:fillRef idx="0"/>
          <a:effectRef idx="0"/>
          <a:fontRef idx="minor"/>
        </p:style>
        <p:txBody>
          <a:bodyPr lIns="18360" tIns="9000" rIns="18360" bIns="9000" anchor="ctr">
            <a:spAutoFit/>
          </a:bodyPr>
          <a:p>
            <a:pPr defTabSz="457200">
              <a:lnSpc>
                <a:spcPct val="100000"/>
              </a:lnSpc>
            </a:pPr>
            <a:r>
              <a:rPr lang="en-US" sz="1300" b="0" i="1" u="none" strike="noStrike">
                <a:solidFill>
                  <a:srgbClr val="9A9A9A"/>
                </a:solidFill>
                <a:effectLst/>
                <a:uFillTx/>
                <a:latin typeface="Arial"/>
              </a:rPr>
              <a:t>Tres búsquedas específicas recuperan mejor que una sola consulta larga con todo mezclado.</a:t>
            </a:r>
            <a:endParaRPr lang="en-US" sz="130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2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00000"/>
        </a:solidFill>
      </p:bgPr>
    </p:bg>
    <p:spTree>
      <p:nvGrpSpPr>
        <p:cNvPr id="1" name=""/>
        <p:cNvGrpSpPr/>
        <p:nvPr/>
      </p:nvGrpSpPr>
      <p:grpSpPr>
        <a:xfrm>
          <a:off x="0" y="0"/>
          <a:ext cx="0" cy="0"/>
          <a:chOff x="0" y="0"/>
          <a:chExt cx="0" cy="0"/>
        </a:xfrm>
      </p:grpSpPr>
      <p:sp>
        <p:nvSpPr>
          <p:cNvPr id="518" name="TextBox 1"/>
          <p:cNvSpPr/>
          <p:nvPr/>
        </p:nvSpPr>
        <p:spPr>
          <a:xfrm>
            <a:off x="548640" y="329040"/>
            <a:ext cx="8229240" cy="273960"/>
          </a:xfrm>
          <a:prstGeom prst="rect">
            <a:avLst/>
          </a:prstGeom>
          <a:noFill/>
          <a:ln w="0">
            <a:noFill/>
          </a:ln>
        </p:spPr>
        <p:style>
          <a:lnRef idx="0"/>
          <a:fillRef idx="0"/>
          <a:effectRef idx="0"/>
          <a:fontRef idx="minor"/>
        </p:style>
        <p:txBody>
          <a:bodyPr lIns="18360" tIns="9000" rIns="18360" bIns="9000" anchor="t">
            <a:spAutoFit/>
          </a:bodyPr>
          <a:p>
            <a:pPr defTabSz="457200">
              <a:lnSpc>
                <a:spcPct val="100000"/>
              </a:lnSpc>
            </a:pPr>
            <a:r>
              <a:rPr lang="en-US" sz="1150" b="1" u="none" strike="noStrike">
                <a:solidFill>
                  <a:srgbClr val="FF6B1A"/>
                </a:solidFill>
                <a:effectLst/>
                <a:uFillTx/>
                <a:latin typeface="Arial"/>
              </a:rPr>
              <a:t>ARQUETIPO 5 DE 6 · REFLECTION</a:t>
            </a:r>
            <a:endParaRPr lang="en-US" sz="1150" b="0" u="none" strike="noStrike">
              <a:solidFill>
                <a:srgbClr val="FFFFFF"/>
              </a:solidFill>
              <a:effectLst/>
              <a:uFillTx/>
              <a:latin typeface="Arial"/>
            </a:endParaRPr>
          </a:p>
        </p:txBody>
      </p:sp>
      <p:sp>
        <p:nvSpPr>
          <p:cNvPr id="519" name="TextBox 2"/>
          <p:cNvSpPr/>
          <p:nvPr/>
        </p:nvSpPr>
        <p:spPr>
          <a:xfrm>
            <a:off x="548640" y="603360"/>
            <a:ext cx="11094120" cy="639720"/>
          </a:xfrm>
          <a:prstGeom prst="rect">
            <a:avLst/>
          </a:prstGeom>
          <a:noFill/>
          <a:ln w="0">
            <a:noFill/>
          </a:ln>
        </p:spPr>
        <p:style>
          <a:lnRef idx="0"/>
          <a:fillRef idx="0"/>
          <a:effectRef idx="0"/>
          <a:fontRef idx="minor"/>
        </p:style>
        <p:txBody>
          <a:bodyPr lIns="18360" tIns="9000" rIns="18360" bIns="9000" anchor="ctr">
            <a:spAutoFit/>
          </a:bodyPr>
          <a:p>
            <a:pPr defTabSz="457200">
              <a:lnSpc>
                <a:spcPct val="100000"/>
              </a:lnSpc>
            </a:pPr>
            <a:r>
              <a:rPr lang="en-US" sz="3000" b="1" u="none" strike="noStrike">
                <a:solidFill>
                  <a:srgbClr val="F2F2F2"/>
                </a:solidFill>
                <a:effectLst/>
                <a:uFillTx/>
                <a:latin typeface="Arial"/>
              </a:rPr>
              <a:t>Reflection: generar, criticar, corregir</a:t>
            </a:r>
            <a:endParaRPr lang="en-US" sz="3000" b="0" u="none" strike="noStrike">
              <a:solidFill>
                <a:srgbClr val="FFFFFF"/>
              </a:solidFill>
              <a:effectLst/>
              <a:uFillTx/>
              <a:latin typeface="Arial"/>
            </a:endParaRPr>
          </a:p>
        </p:txBody>
      </p:sp>
      <p:sp>
        <p:nvSpPr>
          <p:cNvPr id="520" name="TextBox 3"/>
          <p:cNvSpPr/>
          <p:nvPr/>
        </p:nvSpPr>
        <p:spPr>
          <a:xfrm>
            <a:off x="548640" y="6492240"/>
            <a:ext cx="7314840" cy="228240"/>
          </a:xfrm>
          <a:prstGeom prst="rect">
            <a:avLst/>
          </a:prstGeom>
          <a:noFill/>
          <a:ln w="0">
            <a:noFill/>
          </a:ln>
        </p:spPr>
        <p:style>
          <a:lnRef idx="0"/>
          <a:fillRef idx="0"/>
          <a:effectRef idx="0"/>
          <a:fontRef idx="minor"/>
        </p:style>
        <p:txBody>
          <a:bodyPr lIns="18360" tIns="9000" rIns="18360" bIns="9000" anchor="t">
            <a:spAutoFit/>
          </a:bodyPr>
          <a:p>
            <a:pPr defTabSz="457200">
              <a:lnSpc>
                <a:spcPct val="100000"/>
              </a:lnSpc>
            </a:pPr>
            <a:r>
              <a:rPr lang="en-US" sz="900" b="0" u="none" strike="noStrike">
                <a:solidFill>
                  <a:srgbClr val="9A9A9A"/>
                </a:solidFill>
                <a:effectLst/>
                <a:uFillTx/>
                <a:latin typeface="Arial"/>
              </a:rPr>
              <a:t>Arquetipos de agentes · Módulo 5 · UTDT</a:t>
            </a:r>
            <a:endParaRPr lang="en-US" sz="900" b="0" u="none" strike="noStrike">
              <a:solidFill>
                <a:srgbClr val="FFFFFF"/>
              </a:solidFill>
              <a:effectLst/>
              <a:uFillTx/>
              <a:latin typeface="Arial"/>
            </a:endParaRPr>
          </a:p>
        </p:txBody>
      </p:sp>
      <p:sp>
        <p:nvSpPr>
          <p:cNvPr id="521" name="TextBox 4"/>
          <p:cNvSpPr/>
          <p:nvPr/>
        </p:nvSpPr>
        <p:spPr>
          <a:xfrm>
            <a:off x="10271520" y="6492240"/>
            <a:ext cx="1371240" cy="228240"/>
          </a:xfrm>
          <a:prstGeom prst="rect">
            <a:avLst/>
          </a:prstGeom>
          <a:noFill/>
          <a:ln w="0">
            <a:noFill/>
          </a:ln>
        </p:spPr>
        <p:style>
          <a:lnRef idx="0"/>
          <a:fillRef idx="0"/>
          <a:effectRef idx="0"/>
          <a:fontRef idx="minor"/>
        </p:style>
        <p:txBody>
          <a:bodyPr lIns="18360" tIns="9000" rIns="18360" bIns="9000" anchor="t">
            <a:spAutoFit/>
          </a:bodyPr>
          <a:p>
            <a:pPr algn="r" defTabSz="457200">
              <a:lnSpc>
                <a:spcPct val="100000"/>
              </a:lnSpc>
            </a:pPr>
            <a:r>
              <a:rPr lang="en-US" sz="900" b="0" u="none" strike="noStrike">
                <a:solidFill>
                  <a:srgbClr val="9A9A9A"/>
                </a:solidFill>
                <a:effectLst/>
                <a:uFillTx/>
                <a:latin typeface="Arial"/>
              </a:rPr>
              <a:t>24 / 35</a:t>
            </a:r>
            <a:endParaRPr lang="en-US" sz="900" b="0" u="none" strike="noStrike">
              <a:solidFill>
                <a:srgbClr val="FFFFFF"/>
              </a:solidFill>
              <a:effectLst/>
              <a:uFillTx/>
              <a:latin typeface="Arial"/>
            </a:endParaRPr>
          </a:p>
        </p:txBody>
      </p:sp>
      <p:cxnSp>
        <p:nvCxnSpPr>
          <p:cNvPr id="522" name="Connector 5"/>
          <p:cNvCxnSpPr/>
          <p:nvPr/>
        </p:nvCxnSpPr>
        <p:spPr>
          <a:xfrm>
            <a:off x="2085120" y="2910600"/>
            <a:ext cx="1570320" cy="360"/>
          </a:xfrm>
          <a:prstGeom prst="straightConnector1">
            <a:avLst/>
          </a:prstGeom>
          <a:ln w="20320">
            <a:solidFill>
              <a:srgbClr val="C8C8C8"/>
            </a:solidFill>
            <a:round/>
            <a:tailEnd len="med" type="triangle" w="med"/>
          </a:ln>
        </p:spPr>
      </p:cxnSp>
      <p:cxnSp>
        <p:nvCxnSpPr>
          <p:cNvPr id="523" name="Connector 6"/>
          <p:cNvCxnSpPr/>
          <p:nvPr/>
        </p:nvCxnSpPr>
        <p:spPr>
          <a:xfrm>
            <a:off x="4933440" y="2910600"/>
            <a:ext cx="1437480" cy="360"/>
          </a:xfrm>
          <a:prstGeom prst="straightConnector1">
            <a:avLst/>
          </a:prstGeom>
          <a:ln w="20320">
            <a:solidFill>
              <a:srgbClr val="C8C8C8"/>
            </a:solidFill>
            <a:round/>
            <a:tailEnd len="med" type="triangle" w="med"/>
          </a:ln>
        </p:spPr>
      </p:cxnSp>
      <p:cxnSp>
        <p:nvCxnSpPr>
          <p:cNvPr id="524" name="Connector 7"/>
          <p:cNvCxnSpPr/>
          <p:nvPr/>
        </p:nvCxnSpPr>
        <p:spPr>
          <a:xfrm>
            <a:off x="7560000" y="2910600"/>
            <a:ext cx="1171080" cy="360"/>
          </a:xfrm>
          <a:prstGeom prst="straightConnector1">
            <a:avLst/>
          </a:prstGeom>
          <a:ln w="20320">
            <a:solidFill>
              <a:srgbClr val="C8C8C8"/>
            </a:solidFill>
            <a:round/>
            <a:tailEnd len="med" type="triangle" w="med"/>
          </a:ln>
        </p:spPr>
      </p:cxnSp>
      <p:cxnSp>
        <p:nvCxnSpPr>
          <p:cNvPr id="525" name="Connector 8"/>
          <p:cNvCxnSpPr/>
          <p:nvPr/>
        </p:nvCxnSpPr>
        <p:spPr>
          <a:xfrm>
            <a:off x="9636120" y="2131920"/>
            <a:ext cx="360" cy="380520"/>
          </a:xfrm>
          <a:prstGeom prst="straightConnector1">
            <a:avLst/>
          </a:prstGeom>
          <a:ln w="20320">
            <a:solidFill>
              <a:srgbClr val="C8C8C8"/>
            </a:solidFill>
            <a:prstDash val="dash"/>
            <a:round/>
            <a:tailEnd len="med" type="triangle" w="med"/>
          </a:ln>
        </p:spPr>
      </p:cxnSp>
      <p:sp>
        <p:nvSpPr>
          <p:cNvPr id="526" name="TextBox 9"/>
          <p:cNvSpPr/>
          <p:nvPr/>
        </p:nvSpPr>
        <p:spPr>
          <a:xfrm>
            <a:off x="9219960" y="2180520"/>
            <a:ext cx="832680" cy="282960"/>
          </a:xfrm>
          <a:prstGeom prst="rect">
            <a:avLst/>
          </a:prstGeom>
          <a:solidFill>
            <a:srgbClr val="000000"/>
          </a:solidFill>
          <a:ln w="0">
            <a:noFill/>
          </a:ln>
        </p:spPr>
        <p:style>
          <a:lnRef idx="0"/>
          <a:fillRef idx="0"/>
          <a:effectRef idx="0"/>
          <a:fontRef idx="minor"/>
        </p:style>
        <p:txBody>
          <a:bodyPr wrap="none" lIns="27360" tIns="9000" rIns="27360" bIns="9000" anchor="ctr">
            <a:spAutoFit/>
          </a:bodyPr>
          <a:p>
            <a:pPr algn="ctr" defTabSz="457200">
              <a:lnSpc>
                <a:spcPct val="100000"/>
              </a:lnSpc>
            </a:pPr>
            <a:r>
              <a:rPr lang="en-US" sz="1190" b="0" i="1" u="none" strike="noStrike">
                <a:solidFill>
                  <a:srgbClr val="D0D0D0"/>
                </a:solidFill>
                <a:effectLst/>
                <a:uFillTx/>
                <a:latin typeface="Arial"/>
              </a:rPr>
              <a:t>evidencia</a:t>
            </a:r>
            <a:endParaRPr lang="en-US" sz="1190" b="0" u="none" strike="noStrike">
              <a:solidFill>
                <a:srgbClr val="FFFFFF"/>
              </a:solidFill>
              <a:effectLst/>
              <a:uFillTx/>
              <a:latin typeface="Arial"/>
            </a:endParaRPr>
          </a:p>
        </p:txBody>
      </p:sp>
      <p:cxnSp>
        <p:nvCxnSpPr>
          <p:cNvPr id="527" name="Connector 10"/>
          <p:cNvCxnSpPr/>
          <p:nvPr/>
        </p:nvCxnSpPr>
        <p:spPr>
          <a:xfrm>
            <a:off x="9636120" y="3309120"/>
            <a:ext cx="360" cy="380520"/>
          </a:xfrm>
          <a:prstGeom prst="straightConnector1">
            <a:avLst/>
          </a:prstGeom>
          <a:ln w="20320">
            <a:solidFill>
              <a:srgbClr val="C8C8C8"/>
            </a:solidFill>
            <a:round/>
            <a:tailEnd len="med" type="triangle" w="med"/>
          </a:ln>
        </p:spPr>
      </p:cxnSp>
      <p:sp>
        <p:nvSpPr>
          <p:cNvPr id="528" name="TextBox 11"/>
          <p:cNvSpPr/>
          <p:nvPr/>
        </p:nvSpPr>
        <p:spPr>
          <a:xfrm>
            <a:off x="9219960" y="3357720"/>
            <a:ext cx="832680" cy="282960"/>
          </a:xfrm>
          <a:prstGeom prst="rect">
            <a:avLst/>
          </a:prstGeom>
          <a:solidFill>
            <a:srgbClr val="000000"/>
          </a:solidFill>
          <a:ln w="0">
            <a:noFill/>
          </a:ln>
        </p:spPr>
        <p:style>
          <a:lnRef idx="0"/>
          <a:fillRef idx="0"/>
          <a:effectRef idx="0"/>
          <a:fontRef idx="minor"/>
        </p:style>
        <p:txBody>
          <a:bodyPr wrap="none" lIns="27360" tIns="9000" rIns="27360" bIns="9000" anchor="ctr">
            <a:spAutoFit/>
          </a:bodyPr>
          <a:p>
            <a:pPr algn="ctr" defTabSz="457200">
              <a:lnSpc>
                <a:spcPct val="100000"/>
              </a:lnSpc>
            </a:pPr>
            <a:r>
              <a:rPr lang="en-US" sz="1190" b="0" i="1" u="none" strike="noStrike">
                <a:solidFill>
                  <a:srgbClr val="D0D0D0"/>
                </a:solidFill>
                <a:effectLst/>
                <a:uFillTx/>
                <a:latin typeface="Arial"/>
              </a:rPr>
              <a:t>veredicto</a:t>
            </a:r>
            <a:endParaRPr lang="en-US" sz="1190" b="0" u="none" strike="noStrike">
              <a:solidFill>
                <a:srgbClr val="FFFFFF"/>
              </a:solidFill>
              <a:effectLst/>
              <a:uFillTx/>
              <a:latin typeface="Arial"/>
            </a:endParaRPr>
          </a:p>
        </p:txBody>
      </p:sp>
      <p:cxnSp>
        <p:nvCxnSpPr>
          <p:cNvPr id="529" name="Connector 12"/>
          <p:cNvCxnSpPr/>
          <p:nvPr/>
        </p:nvCxnSpPr>
        <p:spPr>
          <a:xfrm>
            <a:off x="9636120" y="4485960"/>
            <a:ext cx="360" cy="502920"/>
          </a:xfrm>
          <a:prstGeom prst="straightConnector1">
            <a:avLst/>
          </a:prstGeom>
          <a:ln w="20320">
            <a:solidFill>
              <a:srgbClr val="C8C8C8"/>
            </a:solidFill>
            <a:round/>
            <a:tailEnd len="med" type="triangle" w="med"/>
          </a:ln>
        </p:spPr>
      </p:cxnSp>
      <p:sp>
        <p:nvSpPr>
          <p:cNvPr id="530" name="TextBox 13"/>
          <p:cNvSpPr/>
          <p:nvPr/>
        </p:nvSpPr>
        <p:spPr>
          <a:xfrm>
            <a:off x="9487080" y="4595760"/>
            <a:ext cx="298440" cy="282960"/>
          </a:xfrm>
          <a:prstGeom prst="rect">
            <a:avLst/>
          </a:prstGeom>
          <a:solidFill>
            <a:srgbClr val="000000"/>
          </a:solidFill>
          <a:ln w="0">
            <a:noFill/>
          </a:ln>
        </p:spPr>
        <p:style>
          <a:lnRef idx="0"/>
          <a:fillRef idx="0"/>
          <a:effectRef idx="0"/>
          <a:fontRef idx="minor"/>
        </p:style>
        <p:txBody>
          <a:bodyPr wrap="none" lIns="27360" tIns="9000" rIns="27360" bIns="9000" anchor="ctr">
            <a:spAutoFit/>
          </a:bodyPr>
          <a:p>
            <a:pPr algn="ctr" defTabSz="457200">
              <a:lnSpc>
                <a:spcPct val="100000"/>
              </a:lnSpc>
            </a:pPr>
            <a:r>
              <a:rPr lang="en-US" sz="1190" b="0" i="1" u="none" strike="noStrike">
                <a:solidFill>
                  <a:srgbClr val="D0D0D0"/>
                </a:solidFill>
                <a:effectLst/>
                <a:uFillTx/>
                <a:latin typeface="Arial"/>
              </a:rPr>
              <a:t>sí</a:t>
            </a:r>
            <a:endParaRPr lang="en-US" sz="1190" b="0" u="none" strike="noStrike">
              <a:solidFill>
                <a:srgbClr val="FFFFFF"/>
              </a:solidFill>
              <a:effectLst/>
              <a:uFillTx/>
              <a:latin typeface="Arial"/>
            </a:endParaRPr>
          </a:p>
        </p:txBody>
      </p:sp>
      <p:cxnSp>
        <p:nvCxnSpPr>
          <p:cNvPr id="531" name="Connector 14"/>
          <p:cNvCxnSpPr/>
          <p:nvPr/>
        </p:nvCxnSpPr>
        <p:spPr>
          <a:xfrm flipH="1">
            <a:off x="5377320" y="4087440"/>
            <a:ext cx="3265200" cy="360"/>
          </a:xfrm>
          <a:prstGeom prst="straightConnector1">
            <a:avLst/>
          </a:prstGeom>
          <a:ln w="20320">
            <a:solidFill>
              <a:srgbClr val="C8C8C8"/>
            </a:solidFill>
            <a:round/>
            <a:tailEnd len="med" type="triangle" w="med"/>
          </a:ln>
        </p:spPr>
      </p:cxnSp>
      <p:sp>
        <p:nvSpPr>
          <p:cNvPr id="532" name="TextBox 15"/>
          <p:cNvSpPr/>
          <p:nvPr/>
        </p:nvSpPr>
        <p:spPr>
          <a:xfrm>
            <a:off x="6860520" y="3945960"/>
            <a:ext cx="298440" cy="282960"/>
          </a:xfrm>
          <a:prstGeom prst="rect">
            <a:avLst/>
          </a:prstGeom>
          <a:solidFill>
            <a:srgbClr val="000000"/>
          </a:solidFill>
          <a:ln w="0">
            <a:noFill/>
          </a:ln>
        </p:spPr>
        <p:style>
          <a:lnRef idx="0"/>
          <a:fillRef idx="0"/>
          <a:effectRef idx="0"/>
          <a:fontRef idx="minor"/>
        </p:style>
        <p:txBody>
          <a:bodyPr wrap="none" lIns="27360" tIns="9000" rIns="27360" bIns="9000" anchor="ctr">
            <a:spAutoFit/>
          </a:bodyPr>
          <a:p>
            <a:pPr algn="ctr" defTabSz="457200">
              <a:lnSpc>
                <a:spcPct val="100000"/>
              </a:lnSpc>
            </a:pPr>
            <a:r>
              <a:rPr lang="en-US" sz="1190" b="0" i="1" u="none" strike="noStrike">
                <a:solidFill>
                  <a:srgbClr val="D0D0D0"/>
                </a:solidFill>
                <a:effectLst/>
                <a:uFillTx/>
                <a:latin typeface="Arial"/>
              </a:rPr>
              <a:t>no</a:t>
            </a:r>
            <a:endParaRPr lang="en-US" sz="1190" b="0" u="none" strike="noStrike">
              <a:solidFill>
                <a:srgbClr val="FFFFFF"/>
              </a:solidFill>
              <a:effectLst/>
              <a:uFillTx/>
              <a:latin typeface="Arial"/>
            </a:endParaRPr>
          </a:p>
        </p:txBody>
      </p:sp>
      <p:cxnSp>
        <p:nvCxnSpPr>
          <p:cNvPr id="533" name="Connector 16"/>
          <p:cNvCxnSpPr/>
          <p:nvPr/>
        </p:nvCxnSpPr>
        <p:spPr>
          <a:xfrm flipV="1">
            <a:off x="4294440" y="3309120"/>
            <a:ext cx="360" cy="380520"/>
          </a:xfrm>
          <a:prstGeom prst="straightConnector1">
            <a:avLst/>
          </a:prstGeom>
          <a:ln w="20320">
            <a:solidFill>
              <a:srgbClr val="C8C8C8"/>
            </a:solidFill>
            <a:prstDash val="dash"/>
            <a:round/>
            <a:tailEnd len="med" type="triangle" w="med"/>
          </a:ln>
        </p:spPr>
      </p:cxnSp>
      <p:sp>
        <p:nvSpPr>
          <p:cNvPr id="534" name="TextBox 17"/>
          <p:cNvSpPr/>
          <p:nvPr/>
        </p:nvSpPr>
        <p:spPr>
          <a:xfrm>
            <a:off x="3877920" y="3357720"/>
            <a:ext cx="832680" cy="282960"/>
          </a:xfrm>
          <a:prstGeom prst="rect">
            <a:avLst/>
          </a:prstGeom>
          <a:solidFill>
            <a:srgbClr val="000000"/>
          </a:solidFill>
          <a:ln w="0">
            <a:noFill/>
          </a:ln>
        </p:spPr>
        <p:style>
          <a:lnRef idx="0"/>
          <a:fillRef idx="0"/>
          <a:effectRef idx="0"/>
          <a:fontRef idx="minor"/>
        </p:style>
        <p:txBody>
          <a:bodyPr wrap="none" lIns="27360" tIns="9000" rIns="27360" bIns="9000" anchor="ctr">
            <a:spAutoFit/>
          </a:bodyPr>
          <a:p>
            <a:pPr algn="ctr" defTabSz="457200">
              <a:lnSpc>
                <a:spcPct val="100000"/>
              </a:lnSpc>
            </a:pPr>
            <a:r>
              <a:rPr lang="en-US" sz="1190" b="0" i="1" u="none" strike="noStrike">
                <a:solidFill>
                  <a:srgbClr val="D0D0D0"/>
                </a:solidFill>
                <a:effectLst/>
                <a:uFillTx/>
                <a:latin typeface="Arial"/>
              </a:rPr>
              <a:t>reintenta</a:t>
            </a:r>
            <a:endParaRPr lang="en-US" sz="1190" b="0" u="none" strike="noStrike">
              <a:solidFill>
                <a:srgbClr val="FFFFFF"/>
              </a:solidFill>
              <a:effectLst/>
              <a:uFillTx/>
              <a:latin typeface="Arial"/>
            </a:endParaRPr>
          </a:p>
        </p:txBody>
      </p:sp>
      <p:sp>
        <p:nvSpPr>
          <p:cNvPr id="535" name="Rounded Rectangle 18"/>
          <p:cNvSpPr/>
          <p:nvPr/>
        </p:nvSpPr>
        <p:spPr>
          <a:xfrm>
            <a:off x="8279280" y="1371600"/>
            <a:ext cx="2714040" cy="723960"/>
          </a:xfrm>
          <a:prstGeom prst="roundRect">
            <a:avLst>
              <a:gd name="adj" fmla="val 18000"/>
            </a:avLst>
          </a:prstGeom>
          <a:solidFill>
            <a:srgbClr val="0F2416"/>
          </a:solidFill>
          <a:ln w="25400">
            <a:solidFill>
              <a:srgbClr val="3DDC84"/>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wrap="none" lIns="45720" tIns="27360" rIns="45720" bIns="27360" anchor="ctr">
            <a:noAutofit/>
          </a:bodyPr>
          <a:p>
            <a:pPr algn="ctr" defTabSz="457200">
              <a:lnSpc>
                <a:spcPct val="100000"/>
              </a:lnSpc>
            </a:pPr>
            <a:r>
              <a:rPr lang="en-US" sz="1390" b="1" u="none" strike="noStrike">
                <a:solidFill>
                  <a:srgbClr val="F2F2F2"/>
                </a:solidFill>
                <a:effectLst/>
                <a:uFillTx/>
                <a:latin typeface="Arial"/>
              </a:rPr>
              <a:t>Señal externa</a:t>
            </a:r>
            <a:endParaRPr lang="en-US" sz="1390" b="0" u="none" strike="noStrike">
              <a:solidFill>
                <a:srgbClr val="FFFFFF"/>
              </a:solidFill>
              <a:effectLst/>
              <a:uFillTx/>
              <a:latin typeface="Arial"/>
            </a:endParaRPr>
          </a:p>
          <a:p>
            <a:pPr algn="ctr" defTabSz="457200">
              <a:lnSpc>
                <a:spcPct val="100000"/>
              </a:lnSpc>
            </a:pPr>
            <a:r>
              <a:rPr lang="en-US" sz="1390" b="0" u="none" strike="noStrike">
                <a:solidFill>
                  <a:srgbClr val="F2F2F2"/>
                </a:solidFill>
                <a:effectLst/>
                <a:uFillTx/>
                <a:latin typeface="Arial"/>
              </a:rPr>
              <a:t>tests, reglas, validadores</a:t>
            </a:r>
            <a:endParaRPr lang="en-US" sz="1390" b="0" u="none" strike="noStrike">
              <a:solidFill>
                <a:srgbClr val="FFFFFF"/>
              </a:solidFill>
              <a:effectLst/>
              <a:uFillTx/>
              <a:latin typeface="Arial"/>
            </a:endParaRPr>
          </a:p>
        </p:txBody>
      </p:sp>
      <p:sp>
        <p:nvSpPr>
          <p:cNvPr id="536" name="Rounded Rectangle 19"/>
          <p:cNvSpPr/>
          <p:nvPr/>
        </p:nvSpPr>
        <p:spPr>
          <a:xfrm>
            <a:off x="1198080" y="2670840"/>
            <a:ext cx="850680" cy="479520"/>
          </a:xfrm>
          <a:prstGeom prst="roundRect">
            <a:avLst>
              <a:gd name="adj" fmla="val 18000"/>
            </a:avLst>
          </a:prstGeom>
          <a:solidFill>
            <a:srgbClr val="181818"/>
          </a:solidFill>
          <a:ln w="25400">
            <a:solidFill>
              <a:srgbClr val="9A9A9A"/>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wrap="none" lIns="45720" tIns="27360" rIns="45720" bIns="27360" anchor="ctr">
            <a:noAutofit/>
          </a:bodyPr>
          <a:p>
            <a:pPr algn="ctr" defTabSz="457200">
              <a:lnSpc>
                <a:spcPct val="100000"/>
              </a:lnSpc>
            </a:pPr>
            <a:r>
              <a:rPr lang="en-US" sz="1390" b="0" u="none" strike="noStrike">
                <a:solidFill>
                  <a:srgbClr val="F2F2F2"/>
                </a:solidFill>
                <a:effectLst/>
                <a:uFillTx/>
                <a:latin typeface="Arial"/>
              </a:rPr>
              <a:t>Tarea</a:t>
            </a:r>
            <a:endParaRPr lang="en-US" sz="1390" b="0" u="none" strike="noStrike">
              <a:solidFill>
                <a:srgbClr val="FFFFFF"/>
              </a:solidFill>
              <a:effectLst/>
              <a:uFillTx/>
              <a:latin typeface="Arial"/>
            </a:endParaRPr>
          </a:p>
        </p:txBody>
      </p:sp>
      <p:sp>
        <p:nvSpPr>
          <p:cNvPr id="537" name="Rounded Rectangle 20"/>
          <p:cNvSpPr/>
          <p:nvPr/>
        </p:nvSpPr>
        <p:spPr>
          <a:xfrm>
            <a:off x="3691440" y="2548440"/>
            <a:ext cx="1205640" cy="723960"/>
          </a:xfrm>
          <a:prstGeom prst="roundRect">
            <a:avLst>
              <a:gd name="adj" fmla="val 18000"/>
            </a:avLst>
          </a:prstGeom>
          <a:solidFill>
            <a:srgbClr val="2A1608"/>
          </a:solidFill>
          <a:ln w="25400">
            <a:solidFill>
              <a:srgbClr val="FF6B1A"/>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wrap="none" lIns="45720" tIns="27360" rIns="45720" bIns="27360" anchor="ctr">
            <a:noAutofit/>
          </a:bodyPr>
          <a:p>
            <a:pPr algn="ctr" defTabSz="457200">
              <a:lnSpc>
                <a:spcPct val="100000"/>
              </a:lnSpc>
            </a:pPr>
            <a:r>
              <a:rPr lang="en-US" sz="1390" b="1" u="none" strike="noStrike">
                <a:solidFill>
                  <a:srgbClr val="F2F2F2"/>
                </a:solidFill>
                <a:effectLst/>
                <a:uFillTx/>
                <a:latin typeface="Arial"/>
              </a:rPr>
              <a:t>Generador</a:t>
            </a:r>
            <a:endParaRPr lang="en-US" sz="1390" b="0" u="none" strike="noStrike">
              <a:solidFill>
                <a:srgbClr val="FFFFFF"/>
              </a:solidFill>
              <a:effectLst/>
              <a:uFillTx/>
              <a:latin typeface="Arial"/>
            </a:endParaRPr>
          </a:p>
          <a:p>
            <a:pPr algn="ctr" defTabSz="457200">
              <a:lnSpc>
                <a:spcPct val="100000"/>
              </a:lnSpc>
            </a:pPr>
            <a:r>
              <a:rPr lang="en-US" sz="1390" b="0" u="none" strike="noStrike">
                <a:solidFill>
                  <a:srgbClr val="F2F2F2"/>
                </a:solidFill>
                <a:effectLst/>
                <a:uFillTx/>
                <a:latin typeface="Arial"/>
              </a:rPr>
              <a:t>(LLM)</a:t>
            </a:r>
            <a:endParaRPr lang="en-US" sz="1390" b="0" u="none" strike="noStrike">
              <a:solidFill>
                <a:srgbClr val="FFFFFF"/>
              </a:solidFill>
              <a:effectLst/>
              <a:uFillTx/>
              <a:latin typeface="Arial"/>
            </a:endParaRPr>
          </a:p>
        </p:txBody>
      </p:sp>
      <p:sp>
        <p:nvSpPr>
          <p:cNvPr id="538" name="Rounded Rectangle 21"/>
          <p:cNvSpPr/>
          <p:nvPr/>
        </p:nvSpPr>
        <p:spPr>
          <a:xfrm>
            <a:off x="6406920" y="2670840"/>
            <a:ext cx="1116720" cy="479520"/>
          </a:xfrm>
          <a:prstGeom prst="roundRect">
            <a:avLst>
              <a:gd name="adj" fmla="val 18000"/>
            </a:avLst>
          </a:prstGeom>
          <a:solidFill>
            <a:srgbClr val="2A2408"/>
          </a:solidFill>
          <a:ln w="25400">
            <a:solidFill>
              <a:srgbClr val="F5C542"/>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wrap="none" lIns="45720" tIns="27360" rIns="45720" bIns="27360" anchor="ctr">
            <a:noAutofit/>
          </a:bodyPr>
          <a:p>
            <a:pPr algn="ctr" defTabSz="457200">
              <a:lnSpc>
                <a:spcPct val="100000"/>
              </a:lnSpc>
            </a:pPr>
            <a:r>
              <a:rPr lang="en-US" sz="1390" b="0" u="none" strike="noStrike">
                <a:solidFill>
                  <a:srgbClr val="F2F2F2"/>
                </a:solidFill>
                <a:effectLst/>
                <a:uFillTx/>
                <a:latin typeface="Arial"/>
              </a:rPr>
              <a:t>Borrador</a:t>
            </a:r>
            <a:endParaRPr lang="en-US" sz="1390" b="0" u="none" strike="noStrike">
              <a:solidFill>
                <a:srgbClr val="FFFFFF"/>
              </a:solidFill>
              <a:effectLst/>
              <a:uFillTx/>
              <a:latin typeface="Arial"/>
            </a:endParaRPr>
          </a:p>
        </p:txBody>
      </p:sp>
      <p:sp>
        <p:nvSpPr>
          <p:cNvPr id="539" name="Rounded Rectangle 22"/>
          <p:cNvSpPr/>
          <p:nvPr/>
        </p:nvSpPr>
        <p:spPr>
          <a:xfrm>
            <a:off x="8767080" y="2548440"/>
            <a:ext cx="1738080" cy="723960"/>
          </a:xfrm>
          <a:prstGeom prst="roundRect">
            <a:avLst>
              <a:gd name="adj" fmla="val 18000"/>
            </a:avLst>
          </a:prstGeom>
          <a:solidFill>
            <a:srgbClr val="2A1608"/>
          </a:solidFill>
          <a:ln w="25400">
            <a:solidFill>
              <a:srgbClr val="FF6B1A"/>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wrap="none" lIns="45720" tIns="27360" rIns="45720" bIns="27360" anchor="ctr">
            <a:noAutofit/>
          </a:bodyPr>
          <a:p>
            <a:pPr algn="ctr" defTabSz="457200">
              <a:lnSpc>
                <a:spcPct val="100000"/>
              </a:lnSpc>
            </a:pPr>
            <a:r>
              <a:rPr lang="en-US" sz="1390" b="1" u="none" strike="noStrike">
                <a:solidFill>
                  <a:srgbClr val="F2F2F2"/>
                </a:solidFill>
                <a:effectLst/>
                <a:uFillTx/>
                <a:latin typeface="Arial"/>
              </a:rPr>
              <a:t>Crítico</a:t>
            </a:r>
            <a:endParaRPr lang="en-US" sz="1390" b="0" u="none" strike="noStrike">
              <a:solidFill>
                <a:srgbClr val="FFFFFF"/>
              </a:solidFill>
              <a:effectLst/>
              <a:uFillTx/>
              <a:latin typeface="Arial"/>
            </a:endParaRPr>
          </a:p>
          <a:p>
            <a:pPr algn="ctr" defTabSz="457200">
              <a:lnSpc>
                <a:spcPct val="100000"/>
              </a:lnSpc>
            </a:pPr>
            <a:r>
              <a:rPr lang="en-US" sz="1390" b="0" u="none" strike="noStrike">
                <a:solidFill>
                  <a:srgbClr val="F2F2F2"/>
                </a:solidFill>
                <a:effectLst/>
                <a:uFillTx/>
                <a:latin typeface="Arial"/>
              </a:rPr>
              <a:t>(LLM + rúbrica)</a:t>
            </a:r>
            <a:endParaRPr lang="en-US" sz="1390" b="0" u="none" strike="noStrike">
              <a:solidFill>
                <a:srgbClr val="FFFFFF"/>
              </a:solidFill>
              <a:effectLst/>
              <a:uFillTx/>
              <a:latin typeface="Arial"/>
            </a:endParaRPr>
          </a:p>
        </p:txBody>
      </p:sp>
      <p:sp>
        <p:nvSpPr>
          <p:cNvPr id="540" name="Rounded Rectangle 23"/>
          <p:cNvSpPr/>
          <p:nvPr/>
        </p:nvSpPr>
        <p:spPr>
          <a:xfrm>
            <a:off x="3247920" y="3725640"/>
            <a:ext cx="2093040" cy="723960"/>
          </a:xfrm>
          <a:prstGeom prst="roundRect">
            <a:avLst>
              <a:gd name="adj" fmla="val 18000"/>
            </a:avLst>
          </a:prstGeom>
          <a:solidFill>
            <a:srgbClr val="2A2408"/>
          </a:solidFill>
          <a:ln w="25400">
            <a:solidFill>
              <a:srgbClr val="F5C542"/>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wrap="none" lIns="45720" tIns="27360" rIns="45720" bIns="27360" anchor="ctr">
            <a:noAutofit/>
          </a:bodyPr>
          <a:p>
            <a:pPr algn="ctr" defTabSz="457200">
              <a:lnSpc>
                <a:spcPct val="100000"/>
              </a:lnSpc>
            </a:pPr>
            <a:r>
              <a:rPr lang="en-US" sz="1390" b="1" u="none" strike="noStrike">
                <a:solidFill>
                  <a:srgbClr val="F2F2F2"/>
                </a:solidFill>
                <a:effectLst/>
                <a:uFillTx/>
                <a:latin typeface="Arial"/>
              </a:rPr>
              <a:t>Crítica</a:t>
            </a:r>
            <a:endParaRPr lang="en-US" sz="1390" b="0" u="none" strike="noStrike">
              <a:solidFill>
                <a:srgbClr val="FFFFFF"/>
              </a:solidFill>
              <a:effectLst/>
              <a:uFillTx/>
              <a:latin typeface="Arial"/>
            </a:endParaRPr>
          </a:p>
          <a:p>
            <a:pPr algn="ctr" defTabSz="457200">
              <a:lnSpc>
                <a:spcPct val="100000"/>
              </a:lnSpc>
            </a:pPr>
            <a:r>
              <a:rPr lang="en-US" sz="1390" b="0" u="none" strike="noStrike">
                <a:solidFill>
                  <a:srgbClr val="F2F2F2"/>
                </a:solidFill>
                <a:effectLst/>
                <a:uFillTx/>
                <a:latin typeface="Arial"/>
              </a:rPr>
              <a:t>qué falla y por qué</a:t>
            </a:r>
            <a:endParaRPr lang="en-US" sz="1390" b="0" u="none" strike="noStrike">
              <a:solidFill>
                <a:srgbClr val="FFFFFF"/>
              </a:solidFill>
              <a:effectLst/>
              <a:uFillTx/>
              <a:latin typeface="Arial"/>
            </a:endParaRPr>
          </a:p>
        </p:txBody>
      </p:sp>
      <p:sp>
        <p:nvSpPr>
          <p:cNvPr id="541" name="Rounded Rectangle 24"/>
          <p:cNvSpPr/>
          <p:nvPr/>
        </p:nvSpPr>
        <p:spPr>
          <a:xfrm>
            <a:off x="8678520" y="3725640"/>
            <a:ext cx="1915560" cy="723960"/>
          </a:xfrm>
          <a:prstGeom prst="roundRect">
            <a:avLst>
              <a:gd name="adj" fmla="val 18000"/>
            </a:avLst>
          </a:prstGeom>
          <a:solidFill>
            <a:srgbClr val="0F1B2A"/>
          </a:solidFill>
          <a:ln w="25400">
            <a:solidFill>
              <a:srgbClr val="4DA3FF"/>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wrap="none" lIns="45720" tIns="27360" rIns="45720" bIns="27360" anchor="ctr">
            <a:noAutofit/>
          </a:bodyPr>
          <a:p>
            <a:pPr algn="ctr" defTabSz="457200">
              <a:lnSpc>
                <a:spcPct val="100000"/>
              </a:lnSpc>
            </a:pPr>
            <a:r>
              <a:rPr lang="en-US" sz="1390" b="1" u="none" strike="noStrike">
                <a:solidFill>
                  <a:srgbClr val="F2F2F2"/>
                </a:solidFill>
                <a:effectLst/>
                <a:uFillTx/>
                <a:latin typeface="Arial"/>
              </a:rPr>
              <a:t>¿PASS o sin</a:t>
            </a:r>
            <a:endParaRPr lang="en-US" sz="1390" b="0" u="none" strike="noStrike">
              <a:solidFill>
                <a:srgbClr val="FFFFFF"/>
              </a:solidFill>
              <a:effectLst/>
              <a:uFillTx/>
              <a:latin typeface="Arial"/>
            </a:endParaRPr>
          </a:p>
          <a:p>
            <a:pPr algn="ctr" defTabSz="457200">
              <a:lnSpc>
                <a:spcPct val="100000"/>
              </a:lnSpc>
            </a:pPr>
            <a:r>
              <a:rPr lang="en-US" sz="1390" b="0" u="none" strike="noStrike">
                <a:solidFill>
                  <a:srgbClr val="F2F2F2"/>
                </a:solidFill>
                <a:effectLst/>
                <a:uFillTx/>
                <a:latin typeface="Arial"/>
              </a:rPr>
              <a:t>rondas restantes?</a:t>
            </a:r>
            <a:endParaRPr lang="en-US" sz="1390" b="0" u="none" strike="noStrike">
              <a:solidFill>
                <a:srgbClr val="FFFFFF"/>
              </a:solidFill>
              <a:effectLst/>
              <a:uFillTx/>
              <a:latin typeface="Arial"/>
            </a:endParaRPr>
          </a:p>
        </p:txBody>
      </p:sp>
      <p:sp>
        <p:nvSpPr>
          <p:cNvPr id="542" name="Rounded Rectangle 25"/>
          <p:cNvSpPr/>
          <p:nvPr/>
        </p:nvSpPr>
        <p:spPr>
          <a:xfrm>
            <a:off x="9122040" y="5024880"/>
            <a:ext cx="1028160" cy="479520"/>
          </a:xfrm>
          <a:prstGeom prst="roundRect">
            <a:avLst>
              <a:gd name="adj" fmla="val 18000"/>
            </a:avLst>
          </a:prstGeom>
          <a:solidFill>
            <a:srgbClr val="181818"/>
          </a:solidFill>
          <a:ln w="25400">
            <a:solidFill>
              <a:srgbClr val="9A9A9A"/>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wrap="none" lIns="45720" tIns="27360" rIns="45720" bIns="27360" anchor="ctr">
            <a:noAutofit/>
          </a:bodyPr>
          <a:p>
            <a:pPr algn="ctr" defTabSz="457200">
              <a:lnSpc>
                <a:spcPct val="100000"/>
              </a:lnSpc>
            </a:pPr>
            <a:r>
              <a:rPr lang="en-US" sz="1390" b="0" u="none" strike="noStrike">
                <a:solidFill>
                  <a:srgbClr val="F2F2F2"/>
                </a:solidFill>
                <a:effectLst/>
                <a:uFillTx/>
                <a:latin typeface="Arial"/>
              </a:rPr>
              <a:t>Entrega</a:t>
            </a:r>
            <a:endParaRPr lang="en-US" sz="1390" b="0" u="none" strike="noStrike">
              <a:solidFill>
                <a:srgbClr val="FFFFFF"/>
              </a:solidFill>
              <a:effectLst/>
              <a:uFillTx/>
              <a:latin typeface="Arial"/>
            </a:endParaRPr>
          </a:p>
        </p:txBody>
      </p:sp>
      <p:sp>
        <p:nvSpPr>
          <p:cNvPr id="543" name="TextBox 26"/>
          <p:cNvSpPr/>
          <p:nvPr/>
        </p:nvSpPr>
        <p:spPr>
          <a:xfrm>
            <a:off x="548640" y="5577840"/>
            <a:ext cx="11094120" cy="456840"/>
          </a:xfrm>
          <a:prstGeom prst="rect">
            <a:avLst/>
          </a:prstGeom>
          <a:noFill/>
          <a:ln w="0">
            <a:noFill/>
          </a:ln>
        </p:spPr>
        <p:style>
          <a:lnRef idx="0"/>
          <a:fillRef idx="0"/>
          <a:effectRef idx="0"/>
          <a:fontRef idx="minor"/>
        </p:style>
        <p:txBody>
          <a:bodyPr lIns="18360" tIns="9000" rIns="18360" bIns="9000" anchor="ctr">
            <a:spAutoFit/>
          </a:bodyPr>
          <a:p>
            <a:pPr defTabSz="457200">
              <a:lnSpc>
                <a:spcPct val="100000"/>
              </a:lnSpc>
            </a:pPr>
            <a:r>
              <a:rPr lang="en-US" sz="1400" b="0" i="1" u="none" strike="noStrike">
                <a:solidFill>
                  <a:srgbClr val="D6D6D6"/>
                </a:solidFill>
                <a:effectLst/>
                <a:uFillTx/>
                <a:latin typeface="Arial"/>
              </a:rPr>
              <a:t>El lazo lo fija el código; el crítico da el veredicto y el tope de rondas garantiza que termine.</a:t>
            </a:r>
            <a:endParaRPr lang="en-US" sz="1400" b="0" u="none" strike="noStrike">
              <a:solidFill>
                <a:srgbClr val="FFFFFF"/>
              </a:solidFill>
              <a:effectLst/>
              <a:uFillTx/>
              <a:latin typeface="Arial"/>
            </a:endParaRPr>
          </a:p>
        </p:txBody>
      </p:sp>
      <p:sp>
        <p:nvSpPr>
          <p:cNvPr id="544" name="Rounded Rectangle 27"/>
          <p:cNvSpPr/>
          <p:nvPr/>
        </p:nvSpPr>
        <p:spPr>
          <a:xfrm>
            <a:off x="548640" y="6172200"/>
            <a:ext cx="164160" cy="164160"/>
          </a:xfrm>
          <a:prstGeom prst="roundRect">
            <a:avLst>
              <a:gd name="adj" fmla="val 25000"/>
            </a:avLst>
          </a:prstGeom>
          <a:solidFill>
            <a:srgbClr val="2A1608"/>
          </a:solidFill>
          <a:ln w="19050">
            <a:solidFill>
              <a:srgbClr val="FF6B1A"/>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545" name="TextBox 28"/>
          <p:cNvSpPr/>
          <p:nvPr/>
        </p:nvSpPr>
        <p:spPr>
          <a:xfrm>
            <a:off x="777240" y="6144840"/>
            <a:ext cx="1014840" cy="228240"/>
          </a:xfrm>
          <a:prstGeom prst="rect">
            <a:avLst/>
          </a:prstGeom>
          <a:noFill/>
          <a:ln w="0">
            <a:noFill/>
          </a:ln>
        </p:spPr>
        <p:style>
          <a:lnRef idx="0"/>
          <a:fillRef idx="0"/>
          <a:effectRef idx="0"/>
          <a:fontRef idx="minor"/>
        </p:style>
        <p:txBody>
          <a:bodyPr lIns="18360" tIns="9000" rIns="18360" bIns="9000" anchor="t">
            <a:spAutoFit/>
          </a:bodyPr>
          <a:p>
            <a:pPr defTabSz="457200">
              <a:lnSpc>
                <a:spcPct val="100000"/>
              </a:lnSpc>
            </a:pPr>
            <a:r>
              <a:rPr lang="en-US" sz="1050" b="0" u="none" strike="noStrike">
                <a:solidFill>
                  <a:srgbClr val="D6D6D6"/>
                </a:solidFill>
                <a:effectLst/>
                <a:uFillTx/>
                <a:latin typeface="Arial"/>
              </a:rPr>
              <a:t>Decide el LLM</a:t>
            </a:r>
            <a:endParaRPr lang="en-US" sz="1050" b="0" u="none" strike="noStrike">
              <a:solidFill>
                <a:srgbClr val="FFFFFF"/>
              </a:solidFill>
              <a:effectLst/>
              <a:uFillTx/>
              <a:latin typeface="Arial"/>
            </a:endParaRPr>
          </a:p>
        </p:txBody>
      </p:sp>
      <p:sp>
        <p:nvSpPr>
          <p:cNvPr id="546" name="Rounded Rectangle 29"/>
          <p:cNvSpPr/>
          <p:nvPr/>
        </p:nvSpPr>
        <p:spPr>
          <a:xfrm>
            <a:off x="2048400" y="6172200"/>
            <a:ext cx="164160" cy="164160"/>
          </a:xfrm>
          <a:prstGeom prst="roundRect">
            <a:avLst>
              <a:gd name="adj" fmla="val 25000"/>
            </a:avLst>
          </a:prstGeom>
          <a:solidFill>
            <a:srgbClr val="0F1B2A"/>
          </a:solidFill>
          <a:ln w="19050">
            <a:solidFill>
              <a:srgbClr val="4DA3FF"/>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547" name="TextBox 30"/>
          <p:cNvSpPr/>
          <p:nvPr/>
        </p:nvSpPr>
        <p:spPr>
          <a:xfrm>
            <a:off x="2277000" y="6144840"/>
            <a:ext cx="1227960" cy="228240"/>
          </a:xfrm>
          <a:prstGeom prst="rect">
            <a:avLst/>
          </a:prstGeom>
          <a:noFill/>
          <a:ln w="0">
            <a:noFill/>
          </a:ln>
        </p:spPr>
        <p:style>
          <a:lnRef idx="0"/>
          <a:fillRef idx="0"/>
          <a:effectRef idx="0"/>
          <a:fontRef idx="minor"/>
        </p:style>
        <p:txBody>
          <a:bodyPr lIns="18360" tIns="9000" rIns="18360" bIns="9000" anchor="t">
            <a:spAutoFit/>
          </a:bodyPr>
          <a:p>
            <a:pPr defTabSz="457200">
              <a:lnSpc>
                <a:spcPct val="100000"/>
              </a:lnSpc>
            </a:pPr>
            <a:r>
              <a:rPr lang="en-US" sz="1050" b="0" u="none" strike="noStrike">
                <a:solidFill>
                  <a:srgbClr val="D6D6D6"/>
                </a:solidFill>
                <a:effectLst/>
                <a:uFillTx/>
                <a:latin typeface="Arial"/>
              </a:rPr>
              <a:t>Decide el código</a:t>
            </a:r>
            <a:endParaRPr lang="en-US" sz="1050" b="0" u="none" strike="noStrike">
              <a:solidFill>
                <a:srgbClr val="FFFFFF"/>
              </a:solidFill>
              <a:effectLst/>
              <a:uFillTx/>
              <a:latin typeface="Arial"/>
            </a:endParaRPr>
          </a:p>
        </p:txBody>
      </p:sp>
      <p:sp>
        <p:nvSpPr>
          <p:cNvPr id="548" name="Rounded Rectangle 31"/>
          <p:cNvSpPr/>
          <p:nvPr/>
        </p:nvSpPr>
        <p:spPr>
          <a:xfrm>
            <a:off x="3761280" y="6172200"/>
            <a:ext cx="164160" cy="164160"/>
          </a:xfrm>
          <a:prstGeom prst="roundRect">
            <a:avLst>
              <a:gd name="adj" fmla="val 25000"/>
            </a:avLst>
          </a:prstGeom>
          <a:solidFill>
            <a:srgbClr val="0F2416"/>
          </a:solidFill>
          <a:ln w="19050">
            <a:solidFill>
              <a:srgbClr val="3DDC84"/>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549" name="TextBox 32"/>
          <p:cNvSpPr/>
          <p:nvPr/>
        </p:nvSpPr>
        <p:spPr>
          <a:xfrm>
            <a:off x="3989880" y="6144840"/>
            <a:ext cx="2009520" cy="228240"/>
          </a:xfrm>
          <a:prstGeom prst="rect">
            <a:avLst/>
          </a:prstGeom>
          <a:noFill/>
          <a:ln w="0">
            <a:noFill/>
          </a:ln>
        </p:spPr>
        <p:style>
          <a:lnRef idx="0"/>
          <a:fillRef idx="0"/>
          <a:effectRef idx="0"/>
          <a:fontRef idx="minor"/>
        </p:style>
        <p:txBody>
          <a:bodyPr lIns="18360" tIns="9000" rIns="18360" bIns="9000" anchor="t">
            <a:spAutoFit/>
          </a:bodyPr>
          <a:p>
            <a:pPr defTabSz="457200">
              <a:lnSpc>
                <a:spcPct val="100000"/>
              </a:lnSpc>
            </a:pPr>
            <a:r>
              <a:rPr lang="en-US" sz="1050" b="0" u="none" strike="noStrike">
                <a:solidFill>
                  <a:srgbClr val="D6D6D6"/>
                </a:solidFill>
                <a:effectLst/>
                <a:uFillTx/>
                <a:latin typeface="Arial"/>
              </a:rPr>
              <a:t>Herramienta / mundo externo</a:t>
            </a:r>
            <a:endParaRPr lang="en-US" sz="1050" b="0" u="none" strike="noStrike">
              <a:solidFill>
                <a:srgbClr val="FFFFFF"/>
              </a:solidFill>
              <a:effectLst/>
              <a:uFillTx/>
              <a:latin typeface="Arial"/>
            </a:endParaRPr>
          </a:p>
        </p:txBody>
      </p:sp>
      <p:sp>
        <p:nvSpPr>
          <p:cNvPr id="550" name="Rounded Rectangle 33"/>
          <p:cNvSpPr/>
          <p:nvPr/>
        </p:nvSpPr>
        <p:spPr>
          <a:xfrm>
            <a:off x="6255720" y="6172200"/>
            <a:ext cx="164160" cy="164160"/>
          </a:xfrm>
          <a:prstGeom prst="roundRect">
            <a:avLst>
              <a:gd name="adj" fmla="val 25000"/>
            </a:avLst>
          </a:prstGeom>
          <a:solidFill>
            <a:srgbClr val="2A2408"/>
          </a:solidFill>
          <a:ln w="19050">
            <a:solidFill>
              <a:srgbClr val="F5C542"/>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551" name="TextBox 34"/>
          <p:cNvSpPr/>
          <p:nvPr/>
        </p:nvSpPr>
        <p:spPr>
          <a:xfrm>
            <a:off x="6484320" y="6144840"/>
            <a:ext cx="2293560" cy="228240"/>
          </a:xfrm>
          <a:prstGeom prst="rect">
            <a:avLst/>
          </a:prstGeom>
          <a:noFill/>
          <a:ln w="0">
            <a:noFill/>
          </a:ln>
        </p:spPr>
        <p:style>
          <a:lnRef idx="0"/>
          <a:fillRef idx="0"/>
          <a:effectRef idx="0"/>
          <a:fontRef idx="minor"/>
        </p:style>
        <p:txBody>
          <a:bodyPr lIns="18360" tIns="9000" rIns="18360" bIns="9000" anchor="t">
            <a:spAutoFit/>
          </a:bodyPr>
          <a:p>
            <a:pPr defTabSz="457200">
              <a:lnSpc>
                <a:spcPct val="100000"/>
              </a:lnSpc>
            </a:pPr>
            <a:r>
              <a:rPr lang="en-US" sz="1050" b="0" u="none" strike="noStrike">
                <a:solidFill>
                  <a:srgbClr val="D6D6D6"/>
                </a:solidFill>
                <a:effectLst/>
                <a:uFillTx/>
                <a:latin typeface="Arial"/>
              </a:rPr>
              <a:t>Artefacto o contexto compartido</a:t>
            </a:r>
            <a:endParaRPr lang="en-US" sz="1050" b="0" u="none" strike="noStrike">
              <a:solidFill>
                <a:srgbClr val="FFFFFF"/>
              </a:solidFill>
              <a:effectLst/>
              <a:uFillTx/>
              <a:latin typeface="Arial"/>
            </a:endParaRPr>
          </a:p>
        </p:txBody>
      </p:sp>
      <p:sp>
        <p:nvSpPr>
          <p:cNvPr id="552" name="Rounded Rectangle 35"/>
          <p:cNvSpPr/>
          <p:nvPr/>
        </p:nvSpPr>
        <p:spPr>
          <a:xfrm>
            <a:off x="9034200" y="6172200"/>
            <a:ext cx="164160" cy="164160"/>
          </a:xfrm>
          <a:prstGeom prst="roundRect">
            <a:avLst>
              <a:gd name="adj" fmla="val 25000"/>
            </a:avLst>
          </a:prstGeom>
          <a:solidFill>
            <a:srgbClr val="181818"/>
          </a:solidFill>
          <a:ln w="19050">
            <a:solidFill>
              <a:srgbClr val="9A9A9A"/>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553" name="TextBox 36"/>
          <p:cNvSpPr/>
          <p:nvPr/>
        </p:nvSpPr>
        <p:spPr>
          <a:xfrm>
            <a:off x="9262800" y="6144840"/>
            <a:ext cx="1227960" cy="228240"/>
          </a:xfrm>
          <a:prstGeom prst="rect">
            <a:avLst/>
          </a:prstGeom>
          <a:noFill/>
          <a:ln w="0">
            <a:noFill/>
          </a:ln>
        </p:spPr>
        <p:style>
          <a:lnRef idx="0"/>
          <a:fillRef idx="0"/>
          <a:effectRef idx="0"/>
          <a:fontRef idx="minor"/>
        </p:style>
        <p:txBody>
          <a:bodyPr lIns="18360" tIns="9000" rIns="18360" bIns="9000" anchor="t">
            <a:spAutoFit/>
          </a:bodyPr>
          <a:p>
            <a:pPr defTabSz="457200">
              <a:lnSpc>
                <a:spcPct val="100000"/>
              </a:lnSpc>
            </a:pPr>
            <a:r>
              <a:rPr lang="en-US" sz="1050" b="0" u="none" strike="noStrike">
                <a:solidFill>
                  <a:srgbClr val="D6D6D6"/>
                </a:solidFill>
                <a:effectLst/>
                <a:uFillTx/>
                <a:latin typeface="Arial"/>
              </a:rPr>
              <a:t>Entrada / salida</a:t>
            </a:r>
            <a:endParaRPr lang="en-US" sz="105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2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00000"/>
        </a:solidFill>
      </p:bgPr>
    </p:bg>
    <p:spTree>
      <p:nvGrpSpPr>
        <p:cNvPr id="1" name=""/>
        <p:cNvGrpSpPr/>
        <p:nvPr/>
      </p:nvGrpSpPr>
      <p:grpSpPr>
        <a:xfrm>
          <a:off x="0" y="0"/>
          <a:ext cx="0" cy="0"/>
          <a:chOff x="0" y="0"/>
          <a:chExt cx="0" cy="0"/>
        </a:xfrm>
      </p:grpSpPr>
      <p:sp>
        <p:nvSpPr>
          <p:cNvPr id="554" name="TextBox 1"/>
          <p:cNvSpPr/>
          <p:nvPr/>
        </p:nvSpPr>
        <p:spPr>
          <a:xfrm>
            <a:off x="548640" y="329040"/>
            <a:ext cx="8229240" cy="273960"/>
          </a:xfrm>
          <a:prstGeom prst="rect">
            <a:avLst/>
          </a:prstGeom>
          <a:noFill/>
          <a:ln w="0">
            <a:noFill/>
          </a:ln>
        </p:spPr>
        <p:style>
          <a:lnRef idx="0"/>
          <a:fillRef idx="0"/>
          <a:effectRef idx="0"/>
          <a:fontRef idx="minor"/>
        </p:style>
        <p:txBody>
          <a:bodyPr lIns="18360" tIns="9000" rIns="18360" bIns="9000" anchor="t">
            <a:spAutoFit/>
          </a:bodyPr>
          <a:p>
            <a:pPr defTabSz="457200">
              <a:lnSpc>
                <a:spcPct val="100000"/>
              </a:lnSpc>
            </a:pPr>
            <a:r>
              <a:rPr lang="en-US" sz="1150" b="1" u="none" strike="noStrike">
                <a:solidFill>
                  <a:srgbClr val="FF6B1A"/>
                </a:solidFill>
                <a:effectLst/>
                <a:uFillTx/>
                <a:latin typeface="Arial"/>
              </a:rPr>
              <a:t>ARQUETIPO 5 DE 6 · REFLECTION</a:t>
            </a:r>
            <a:endParaRPr lang="en-US" sz="1150" b="0" u="none" strike="noStrike">
              <a:solidFill>
                <a:srgbClr val="FFFFFF"/>
              </a:solidFill>
              <a:effectLst/>
              <a:uFillTx/>
              <a:latin typeface="Arial"/>
            </a:endParaRPr>
          </a:p>
        </p:txBody>
      </p:sp>
      <p:sp>
        <p:nvSpPr>
          <p:cNvPr id="555" name="TextBox 2"/>
          <p:cNvSpPr/>
          <p:nvPr/>
        </p:nvSpPr>
        <p:spPr>
          <a:xfrm>
            <a:off x="548640" y="603360"/>
            <a:ext cx="11094120" cy="639720"/>
          </a:xfrm>
          <a:prstGeom prst="rect">
            <a:avLst/>
          </a:prstGeom>
          <a:noFill/>
          <a:ln w="0">
            <a:noFill/>
          </a:ln>
        </p:spPr>
        <p:style>
          <a:lnRef idx="0"/>
          <a:fillRef idx="0"/>
          <a:effectRef idx="0"/>
          <a:fontRef idx="minor"/>
        </p:style>
        <p:txBody>
          <a:bodyPr lIns="18360" tIns="9000" rIns="18360" bIns="9000" anchor="ctr">
            <a:spAutoFit/>
          </a:bodyPr>
          <a:p>
            <a:pPr defTabSz="457200">
              <a:lnSpc>
                <a:spcPct val="100000"/>
              </a:lnSpc>
            </a:pPr>
            <a:r>
              <a:rPr lang="en-US" sz="2600" b="1" u="none" strike="noStrike">
                <a:solidFill>
                  <a:srgbClr val="F2F2F2"/>
                </a:solidFill>
                <a:effectLst/>
                <a:uFillTx/>
                <a:latin typeface="Arial"/>
              </a:rPr>
              <a:t>Reflection: las tres decisiones de orquestación</a:t>
            </a:r>
            <a:endParaRPr lang="en-US" sz="2600" b="0" u="none" strike="noStrike">
              <a:solidFill>
                <a:srgbClr val="FFFFFF"/>
              </a:solidFill>
              <a:effectLst/>
              <a:uFillTx/>
              <a:latin typeface="Arial"/>
            </a:endParaRPr>
          </a:p>
        </p:txBody>
      </p:sp>
      <p:sp>
        <p:nvSpPr>
          <p:cNvPr id="556" name="TextBox 3"/>
          <p:cNvSpPr/>
          <p:nvPr/>
        </p:nvSpPr>
        <p:spPr>
          <a:xfrm>
            <a:off x="548640" y="6492240"/>
            <a:ext cx="7314840" cy="228240"/>
          </a:xfrm>
          <a:prstGeom prst="rect">
            <a:avLst/>
          </a:prstGeom>
          <a:noFill/>
          <a:ln w="0">
            <a:noFill/>
          </a:ln>
        </p:spPr>
        <p:style>
          <a:lnRef idx="0"/>
          <a:fillRef idx="0"/>
          <a:effectRef idx="0"/>
          <a:fontRef idx="minor"/>
        </p:style>
        <p:txBody>
          <a:bodyPr lIns="18360" tIns="9000" rIns="18360" bIns="9000" anchor="t">
            <a:spAutoFit/>
          </a:bodyPr>
          <a:p>
            <a:pPr defTabSz="457200">
              <a:lnSpc>
                <a:spcPct val="100000"/>
              </a:lnSpc>
            </a:pPr>
            <a:r>
              <a:rPr lang="en-US" sz="900" b="0" u="none" strike="noStrike">
                <a:solidFill>
                  <a:srgbClr val="9A9A9A"/>
                </a:solidFill>
                <a:effectLst/>
                <a:uFillTx/>
                <a:latin typeface="Arial"/>
              </a:rPr>
              <a:t>Arquetipos de agentes · Módulo 5 · UTDT</a:t>
            </a:r>
            <a:endParaRPr lang="en-US" sz="900" b="0" u="none" strike="noStrike">
              <a:solidFill>
                <a:srgbClr val="FFFFFF"/>
              </a:solidFill>
              <a:effectLst/>
              <a:uFillTx/>
              <a:latin typeface="Arial"/>
            </a:endParaRPr>
          </a:p>
        </p:txBody>
      </p:sp>
      <p:sp>
        <p:nvSpPr>
          <p:cNvPr id="557" name="TextBox 4"/>
          <p:cNvSpPr/>
          <p:nvPr/>
        </p:nvSpPr>
        <p:spPr>
          <a:xfrm>
            <a:off x="10271520" y="6492240"/>
            <a:ext cx="1371240" cy="228240"/>
          </a:xfrm>
          <a:prstGeom prst="rect">
            <a:avLst/>
          </a:prstGeom>
          <a:noFill/>
          <a:ln w="0">
            <a:noFill/>
          </a:ln>
        </p:spPr>
        <p:style>
          <a:lnRef idx="0"/>
          <a:fillRef idx="0"/>
          <a:effectRef idx="0"/>
          <a:fontRef idx="minor"/>
        </p:style>
        <p:txBody>
          <a:bodyPr lIns="18360" tIns="9000" rIns="18360" bIns="9000" anchor="t">
            <a:spAutoFit/>
          </a:bodyPr>
          <a:p>
            <a:pPr algn="r" defTabSz="457200">
              <a:lnSpc>
                <a:spcPct val="100000"/>
              </a:lnSpc>
            </a:pPr>
            <a:r>
              <a:rPr lang="en-US" sz="900" b="0" u="none" strike="noStrike">
                <a:solidFill>
                  <a:srgbClr val="9A9A9A"/>
                </a:solidFill>
                <a:effectLst/>
                <a:uFillTx/>
                <a:latin typeface="Arial"/>
              </a:rPr>
              <a:t>25 / 35</a:t>
            </a:r>
            <a:endParaRPr lang="en-US" sz="900" b="0" u="none" strike="noStrike">
              <a:solidFill>
                <a:srgbClr val="FFFFFF"/>
              </a:solidFill>
              <a:effectLst/>
              <a:uFillTx/>
              <a:latin typeface="Arial"/>
            </a:endParaRPr>
          </a:p>
        </p:txBody>
      </p:sp>
      <p:sp>
        <p:nvSpPr>
          <p:cNvPr id="558" name="Rectangle 5"/>
          <p:cNvSpPr/>
          <p:nvPr/>
        </p:nvSpPr>
        <p:spPr>
          <a:xfrm>
            <a:off x="548640" y="1417320"/>
            <a:ext cx="3563640" cy="4388760"/>
          </a:xfrm>
          <a:prstGeom prst="rect">
            <a:avLst/>
          </a:prstGeom>
          <a:solidFill>
            <a:srgbClr val="0E0E0E"/>
          </a:solidFill>
          <a:ln>
            <a:solidFill>
              <a:srgbClr val="2A2A2A"/>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559" name="Rectangle 6"/>
          <p:cNvSpPr/>
          <p:nvPr/>
        </p:nvSpPr>
        <p:spPr>
          <a:xfrm>
            <a:off x="548640" y="1417320"/>
            <a:ext cx="3563640" cy="63720"/>
          </a:xfrm>
          <a:prstGeom prst="rect">
            <a:avLst/>
          </a:prstGeom>
          <a:solidFill>
            <a:srgbClr val="FF6B1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19080" rIns="90000" bIns="19080" anchor="ctr">
            <a:noAutofit/>
          </a:bodyPr>
          <a:p>
            <a:endParaRPr lang="en-US" sz="1800" b="0" u="none" strike="noStrike">
              <a:solidFill>
                <a:schemeClr val="lt1"/>
              </a:solidFill>
              <a:effectLst/>
              <a:uFillTx/>
              <a:latin typeface="Calibri"/>
            </a:endParaRPr>
          </a:p>
        </p:txBody>
      </p:sp>
      <p:sp>
        <p:nvSpPr>
          <p:cNvPr id="560" name="TextBox 7"/>
          <p:cNvSpPr/>
          <p:nvPr/>
        </p:nvSpPr>
        <p:spPr>
          <a:xfrm>
            <a:off x="713160" y="1563480"/>
            <a:ext cx="3234600" cy="4187520"/>
          </a:xfrm>
          <a:prstGeom prst="rect">
            <a:avLst/>
          </a:prstGeom>
          <a:noFill/>
          <a:ln w="0">
            <a:noFill/>
          </a:ln>
        </p:spPr>
        <p:style>
          <a:lnRef idx="0"/>
          <a:fillRef idx="0"/>
          <a:effectRef idx="0"/>
          <a:fontRef idx="minor"/>
        </p:style>
        <p:txBody>
          <a:bodyPr lIns="18360" tIns="0" rIns="18360" bIns="0" anchor="t">
            <a:spAutoFit/>
          </a:bodyPr>
          <a:p>
            <a:pPr defTabSz="457200">
              <a:lnSpc>
                <a:spcPct val="100000"/>
              </a:lnSpc>
              <a:spcAft>
                <a:spcPts val="799"/>
              </a:spcAft>
            </a:pPr>
            <a:r>
              <a:rPr lang="en-US" sz="1790" b="1" u="none" strike="noStrike">
                <a:solidFill>
                  <a:srgbClr val="FF6B1A"/>
                </a:solidFill>
                <a:effectLst/>
                <a:uFillTx/>
                <a:latin typeface="Arial"/>
              </a:rPr>
              <a:t>Qué se ejecuta después</a:t>
            </a:r>
            <a:endParaRPr lang="en-US" sz="1790" b="0" u="none" strike="noStrike">
              <a:solidFill>
                <a:srgbClr val="FFFFFF"/>
              </a:solidFill>
              <a:effectLst/>
              <a:uFillTx/>
              <a:latin typeface="Arial"/>
            </a:endParaRPr>
          </a:p>
          <a:p>
            <a:pPr marL="171360" indent="-171360" defTabSz="457200">
              <a:lnSpc>
                <a:spcPct val="100000"/>
              </a:lnSpc>
              <a:spcAft>
                <a:spcPts val="879"/>
              </a:spcAft>
              <a:buClr>
                <a:srgbClr val="D6D6D6"/>
              </a:buClr>
              <a:buFont typeface="Symbol" charset="2"/>
              <a:buChar char=""/>
            </a:pPr>
            <a:r>
              <a:rPr lang="en-US" sz="1600" b="0" u="none" strike="noStrike">
                <a:solidFill>
                  <a:srgbClr val="D6D6D6"/>
                </a:solidFill>
                <a:effectLst/>
                <a:uFillTx/>
                <a:latin typeface="Arial"/>
              </a:rPr>
              <a:t>La estructura del lazo (generar → evaluar → corregir) está fijada por el código.</a:t>
            </a:r>
            <a:endParaRPr lang="en-US" sz="1600" b="0" u="none" strike="noStrike">
              <a:solidFill>
                <a:srgbClr val="FFFFFF"/>
              </a:solidFill>
              <a:effectLst/>
              <a:uFillTx/>
              <a:latin typeface="Arial"/>
            </a:endParaRPr>
          </a:p>
          <a:p>
            <a:pPr marL="171360" indent="-171360" defTabSz="457200">
              <a:lnSpc>
                <a:spcPct val="100000"/>
              </a:lnSpc>
              <a:spcAft>
                <a:spcPts val="879"/>
              </a:spcAft>
              <a:buClr>
                <a:srgbClr val="D6D6D6"/>
              </a:buClr>
              <a:buFont typeface="Symbol" charset="2"/>
              <a:buChar char=""/>
            </a:pPr>
            <a:r>
              <a:rPr lang="en-US" sz="1600" b="0" u="none" strike="noStrike">
                <a:solidFill>
                  <a:srgbClr val="D6D6D6"/>
                </a:solidFill>
                <a:effectLst/>
                <a:uFillTx/>
                <a:latin typeface="Arial"/>
              </a:rPr>
              <a:t>El LLM decide el veredicto del crítico y cómo corregir el borrador.</a:t>
            </a:r>
            <a:endParaRPr lang="en-US" sz="1600" b="0" u="none" strike="noStrike">
              <a:solidFill>
                <a:srgbClr val="FFFFFF"/>
              </a:solidFill>
              <a:effectLst/>
              <a:uFillTx/>
              <a:latin typeface="Arial"/>
            </a:endParaRPr>
          </a:p>
          <a:p>
            <a:pPr marL="171360" indent="-171360" defTabSz="457200">
              <a:lnSpc>
                <a:spcPct val="100000"/>
              </a:lnSpc>
              <a:spcAft>
                <a:spcPts val="879"/>
              </a:spcAft>
              <a:buClr>
                <a:srgbClr val="D6D6D6"/>
              </a:buClr>
              <a:buFont typeface="Symbol" charset="2"/>
              <a:buChar char=""/>
            </a:pPr>
            <a:r>
              <a:rPr lang="en-US" sz="1600" b="0" u="none" strike="noStrike">
                <a:solidFill>
                  <a:srgbClr val="D6D6D6"/>
                </a:solidFill>
                <a:effectLst/>
                <a:uFillTx/>
                <a:latin typeface="Arial"/>
              </a:rPr>
              <a:t>El código decide el umbral de aceptación y el tope de rondas.</a:t>
            </a:r>
            <a:endParaRPr lang="en-US" sz="1600" b="0" u="none" strike="noStrike">
              <a:solidFill>
                <a:srgbClr val="FFFFFF"/>
              </a:solidFill>
              <a:effectLst/>
              <a:uFillTx/>
              <a:latin typeface="Arial"/>
            </a:endParaRPr>
          </a:p>
        </p:txBody>
      </p:sp>
      <p:sp>
        <p:nvSpPr>
          <p:cNvPr id="561" name="Rectangle 8"/>
          <p:cNvSpPr/>
          <p:nvPr/>
        </p:nvSpPr>
        <p:spPr>
          <a:xfrm>
            <a:off x="4313880" y="1417320"/>
            <a:ext cx="3563640" cy="4388760"/>
          </a:xfrm>
          <a:prstGeom prst="rect">
            <a:avLst/>
          </a:prstGeom>
          <a:solidFill>
            <a:srgbClr val="0E0E0E"/>
          </a:solidFill>
          <a:ln>
            <a:solidFill>
              <a:srgbClr val="2A2A2A"/>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562" name="Rectangle 9"/>
          <p:cNvSpPr/>
          <p:nvPr/>
        </p:nvSpPr>
        <p:spPr>
          <a:xfrm>
            <a:off x="4313880" y="1417320"/>
            <a:ext cx="3563640" cy="63720"/>
          </a:xfrm>
          <a:prstGeom prst="rect">
            <a:avLst/>
          </a:prstGeom>
          <a:solidFill>
            <a:srgbClr val="F5C542"/>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19080" rIns="90000" bIns="19080" anchor="ctr">
            <a:noAutofit/>
          </a:bodyPr>
          <a:p>
            <a:endParaRPr lang="en-US" sz="1800" b="0" u="none" strike="noStrike">
              <a:solidFill>
                <a:schemeClr val="lt1"/>
              </a:solidFill>
              <a:effectLst/>
              <a:uFillTx/>
              <a:latin typeface="Calibri"/>
            </a:endParaRPr>
          </a:p>
        </p:txBody>
      </p:sp>
      <p:sp>
        <p:nvSpPr>
          <p:cNvPr id="563" name="TextBox 10"/>
          <p:cNvSpPr/>
          <p:nvPr/>
        </p:nvSpPr>
        <p:spPr>
          <a:xfrm>
            <a:off x="4478400" y="1563480"/>
            <a:ext cx="3234600" cy="4187520"/>
          </a:xfrm>
          <a:prstGeom prst="rect">
            <a:avLst/>
          </a:prstGeom>
          <a:noFill/>
          <a:ln w="0">
            <a:noFill/>
          </a:ln>
        </p:spPr>
        <p:style>
          <a:lnRef idx="0"/>
          <a:fillRef idx="0"/>
          <a:effectRef idx="0"/>
          <a:fontRef idx="minor"/>
        </p:style>
        <p:txBody>
          <a:bodyPr lIns="18360" tIns="0" rIns="18360" bIns="0" anchor="t">
            <a:spAutoFit/>
          </a:bodyPr>
          <a:p>
            <a:pPr defTabSz="457200">
              <a:lnSpc>
                <a:spcPct val="100000"/>
              </a:lnSpc>
              <a:spcAft>
                <a:spcPts val="799"/>
              </a:spcAft>
            </a:pPr>
            <a:r>
              <a:rPr lang="en-US" sz="1790" b="1" u="none" strike="noStrike">
                <a:solidFill>
                  <a:srgbClr val="F5C542"/>
                </a:solidFill>
                <a:effectLst/>
                <a:uFillTx/>
                <a:latin typeface="Arial"/>
              </a:rPr>
              <a:t>Con qué contexto</a:t>
            </a:r>
            <a:endParaRPr lang="en-US" sz="1790" b="0" u="none" strike="noStrike">
              <a:solidFill>
                <a:srgbClr val="FFFFFF"/>
              </a:solidFill>
              <a:effectLst/>
              <a:uFillTx/>
              <a:latin typeface="Arial"/>
            </a:endParaRPr>
          </a:p>
          <a:p>
            <a:pPr marL="171360" indent="-171360" defTabSz="457200">
              <a:lnSpc>
                <a:spcPct val="100000"/>
              </a:lnSpc>
              <a:spcAft>
                <a:spcPts val="879"/>
              </a:spcAft>
              <a:buClr>
                <a:srgbClr val="D6D6D6"/>
              </a:buClr>
              <a:buFont typeface="Symbol" charset="2"/>
              <a:buChar char=""/>
            </a:pPr>
            <a:r>
              <a:rPr lang="en-US" sz="1600" b="0" u="none" strike="noStrike">
                <a:solidFill>
                  <a:srgbClr val="D6D6D6"/>
                </a:solidFill>
                <a:effectLst/>
                <a:uFillTx/>
                <a:latin typeface="Arial"/>
              </a:rPr>
              <a:t>El generador ve la tarea, su borrador anterior y la crítica recibida.</a:t>
            </a:r>
            <a:endParaRPr lang="en-US" sz="1600" b="0" u="none" strike="noStrike">
              <a:solidFill>
                <a:srgbClr val="FFFFFF"/>
              </a:solidFill>
              <a:effectLst/>
              <a:uFillTx/>
              <a:latin typeface="Arial"/>
            </a:endParaRPr>
          </a:p>
          <a:p>
            <a:pPr marL="171360" indent="-171360" defTabSz="457200">
              <a:lnSpc>
                <a:spcPct val="100000"/>
              </a:lnSpc>
              <a:spcAft>
                <a:spcPts val="879"/>
              </a:spcAft>
              <a:buClr>
                <a:srgbClr val="D6D6D6"/>
              </a:buClr>
              <a:buFont typeface="Symbol" charset="2"/>
              <a:buChar char=""/>
            </a:pPr>
            <a:r>
              <a:rPr lang="en-US" sz="1600" b="0" u="none" strike="noStrike">
                <a:solidFill>
                  <a:srgbClr val="D6D6D6"/>
                </a:solidFill>
                <a:effectLst/>
                <a:uFillTx/>
                <a:latin typeface="Arial"/>
              </a:rPr>
              <a:t>El crítico ve la tarea, el borrador y la rúbrica; conviene que no vea el razonamiento del generador.</a:t>
            </a:r>
            <a:endParaRPr lang="en-US" sz="1600" b="0" u="none" strike="noStrike">
              <a:solidFill>
                <a:srgbClr val="FFFFFF"/>
              </a:solidFill>
              <a:effectLst/>
              <a:uFillTx/>
              <a:latin typeface="Arial"/>
            </a:endParaRPr>
          </a:p>
          <a:p>
            <a:pPr marL="171360" indent="-171360" defTabSz="457200">
              <a:lnSpc>
                <a:spcPct val="100000"/>
              </a:lnSpc>
              <a:spcAft>
                <a:spcPts val="879"/>
              </a:spcAft>
              <a:buClr>
                <a:srgbClr val="D6D6D6"/>
              </a:buClr>
              <a:buFont typeface="Symbol" charset="2"/>
              <a:buChar char=""/>
            </a:pPr>
            <a:r>
              <a:rPr lang="en-US" sz="1600" b="0" u="none" strike="noStrike">
                <a:solidFill>
                  <a:srgbClr val="D6D6D6"/>
                </a:solidFill>
                <a:effectLst/>
                <a:uFillTx/>
                <a:latin typeface="Arial"/>
              </a:rPr>
              <a:t>Entre rondas viaja la crítica. En Reflexion, las reflexiones persisten como memoria entre intentos.</a:t>
            </a:r>
            <a:endParaRPr lang="en-US" sz="1600" b="0" u="none" strike="noStrike">
              <a:solidFill>
                <a:srgbClr val="FFFFFF"/>
              </a:solidFill>
              <a:effectLst/>
              <a:uFillTx/>
              <a:latin typeface="Arial"/>
            </a:endParaRPr>
          </a:p>
        </p:txBody>
      </p:sp>
      <p:sp>
        <p:nvSpPr>
          <p:cNvPr id="564" name="Rectangle 11"/>
          <p:cNvSpPr/>
          <p:nvPr/>
        </p:nvSpPr>
        <p:spPr>
          <a:xfrm>
            <a:off x="8079120" y="1417320"/>
            <a:ext cx="3563640" cy="4388760"/>
          </a:xfrm>
          <a:prstGeom prst="rect">
            <a:avLst/>
          </a:prstGeom>
          <a:solidFill>
            <a:srgbClr val="0E0E0E"/>
          </a:solidFill>
          <a:ln>
            <a:solidFill>
              <a:srgbClr val="2A2A2A"/>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565" name="Rectangle 12"/>
          <p:cNvSpPr/>
          <p:nvPr/>
        </p:nvSpPr>
        <p:spPr>
          <a:xfrm>
            <a:off x="8079120" y="1417320"/>
            <a:ext cx="3563640" cy="63720"/>
          </a:xfrm>
          <a:prstGeom prst="rect">
            <a:avLst/>
          </a:prstGeom>
          <a:solidFill>
            <a:srgbClr val="4DA3FF"/>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19080" rIns="90000" bIns="19080" anchor="ctr">
            <a:noAutofit/>
          </a:bodyPr>
          <a:p>
            <a:endParaRPr lang="en-US" sz="1800" b="0" u="none" strike="noStrike">
              <a:solidFill>
                <a:schemeClr val="lt1"/>
              </a:solidFill>
              <a:effectLst/>
              <a:uFillTx/>
              <a:latin typeface="Calibri"/>
            </a:endParaRPr>
          </a:p>
        </p:txBody>
      </p:sp>
      <p:sp>
        <p:nvSpPr>
          <p:cNvPr id="566" name="TextBox 13"/>
          <p:cNvSpPr/>
          <p:nvPr/>
        </p:nvSpPr>
        <p:spPr>
          <a:xfrm>
            <a:off x="8243640" y="1563480"/>
            <a:ext cx="3234600" cy="4187520"/>
          </a:xfrm>
          <a:prstGeom prst="rect">
            <a:avLst/>
          </a:prstGeom>
          <a:noFill/>
          <a:ln w="0">
            <a:noFill/>
          </a:ln>
        </p:spPr>
        <p:style>
          <a:lnRef idx="0"/>
          <a:fillRef idx="0"/>
          <a:effectRef idx="0"/>
          <a:fontRef idx="minor"/>
        </p:style>
        <p:txBody>
          <a:bodyPr lIns="18360" tIns="0" rIns="18360" bIns="0" anchor="t">
            <a:spAutoFit/>
          </a:bodyPr>
          <a:p>
            <a:pPr defTabSz="457200">
              <a:lnSpc>
                <a:spcPct val="100000"/>
              </a:lnSpc>
              <a:spcAft>
                <a:spcPts val="799"/>
              </a:spcAft>
            </a:pPr>
            <a:r>
              <a:rPr lang="en-US" sz="1790" b="1" u="none" strike="noStrike">
                <a:solidFill>
                  <a:srgbClr val="4DA3FF"/>
                </a:solidFill>
                <a:effectLst/>
                <a:uFillTx/>
                <a:latin typeface="Arial"/>
              </a:rPr>
              <a:t>Cuándo se detiene</a:t>
            </a:r>
            <a:endParaRPr lang="en-US" sz="1790" b="0" u="none" strike="noStrike">
              <a:solidFill>
                <a:srgbClr val="FFFFFF"/>
              </a:solidFill>
              <a:effectLst/>
              <a:uFillTx/>
              <a:latin typeface="Arial"/>
            </a:endParaRPr>
          </a:p>
          <a:p>
            <a:pPr marL="171360" indent="-171360" defTabSz="457200">
              <a:lnSpc>
                <a:spcPct val="100000"/>
              </a:lnSpc>
              <a:spcAft>
                <a:spcPts val="879"/>
              </a:spcAft>
              <a:buClr>
                <a:srgbClr val="D6D6D6"/>
              </a:buClr>
              <a:buFont typeface="Symbol" charset="2"/>
              <a:buChar char=""/>
            </a:pPr>
            <a:r>
              <a:rPr lang="en-US" sz="1600" b="0" u="none" strike="noStrike">
                <a:solidFill>
                  <a:srgbClr val="D6D6D6"/>
                </a:solidFill>
                <a:effectLst/>
                <a:uFillTx/>
                <a:latin typeface="Arial"/>
              </a:rPr>
              <a:t>Cuando el crítico da PASS.</a:t>
            </a:r>
            <a:endParaRPr lang="en-US" sz="1600" b="0" u="none" strike="noStrike">
              <a:solidFill>
                <a:srgbClr val="FFFFFF"/>
              </a:solidFill>
              <a:effectLst/>
              <a:uFillTx/>
              <a:latin typeface="Arial"/>
            </a:endParaRPr>
          </a:p>
          <a:p>
            <a:pPr marL="171360" indent="-171360" defTabSz="457200">
              <a:lnSpc>
                <a:spcPct val="100000"/>
              </a:lnSpc>
              <a:spcAft>
                <a:spcPts val="879"/>
              </a:spcAft>
              <a:buClr>
                <a:srgbClr val="D6D6D6"/>
              </a:buClr>
              <a:buFont typeface="Symbol" charset="2"/>
              <a:buChar char=""/>
            </a:pPr>
            <a:r>
              <a:rPr lang="en-US" sz="1600" b="0" u="none" strike="noStrike">
                <a:solidFill>
                  <a:srgbClr val="D6D6D6"/>
                </a:solidFill>
                <a:effectLst/>
                <a:uFillTx/>
                <a:latin typeface="Arial"/>
              </a:rPr>
              <a:t>O cuando se agotan las rondas, o cuando dos rondas seguidas no mejoran nada.</a:t>
            </a:r>
            <a:endParaRPr lang="en-US" sz="1600" b="0" u="none" strike="noStrike">
              <a:solidFill>
                <a:srgbClr val="FFFFFF"/>
              </a:solidFill>
              <a:effectLst/>
              <a:uFillTx/>
              <a:latin typeface="Arial"/>
            </a:endParaRPr>
          </a:p>
          <a:p>
            <a:pPr marL="171360" indent="-171360" defTabSz="457200">
              <a:lnSpc>
                <a:spcPct val="100000"/>
              </a:lnSpc>
              <a:spcAft>
                <a:spcPts val="879"/>
              </a:spcAft>
              <a:buClr>
                <a:srgbClr val="D6D6D6"/>
              </a:buClr>
              <a:buFont typeface="Symbol" charset="2"/>
              <a:buChar char=""/>
            </a:pPr>
            <a:r>
              <a:rPr lang="en-US" sz="1600" b="0" u="none" strike="noStrike">
                <a:solidFill>
                  <a:srgbClr val="D6D6D6"/>
                </a:solidFill>
                <a:effectLst/>
                <a:uFillTx/>
                <a:latin typeface="Arial"/>
              </a:rPr>
              <a:t>Sin tope externo, el lazo puede no converger: el crítico siempre encuentra algo.</a:t>
            </a:r>
            <a:endParaRPr lang="en-US" sz="1600" b="0" u="none" strike="noStrike">
              <a:solidFill>
                <a:srgbClr val="FFFFFF"/>
              </a:solidFill>
              <a:effectLst/>
              <a:uFillTx/>
              <a:latin typeface="Arial"/>
            </a:endParaRPr>
          </a:p>
        </p:txBody>
      </p:sp>
      <p:sp>
        <p:nvSpPr>
          <p:cNvPr id="567" name="TextBox 14"/>
          <p:cNvSpPr/>
          <p:nvPr/>
        </p:nvSpPr>
        <p:spPr>
          <a:xfrm>
            <a:off x="548640" y="5943600"/>
            <a:ext cx="11094120" cy="456840"/>
          </a:xfrm>
          <a:prstGeom prst="rect">
            <a:avLst/>
          </a:prstGeom>
          <a:noFill/>
          <a:ln w="0">
            <a:noFill/>
          </a:ln>
        </p:spPr>
        <p:style>
          <a:lnRef idx="0"/>
          <a:fillRef idx="0"/>
          <a:effectRef idx="0"/>
          <a:fontRef idx="minor"/>
        </p:style>
        <p:txBody>
          <a:bodyPr lIns="18360" tIns="9000" rIns="18360" bIns="9000" anchor="ctr">
            <a:spAutoFit/>
          </a:bodyPr>
          <a:p>
            <a:pPr defTabSz="457200">
              <a:lnSpc>
                <a:spcPct val="100000"/>
              </a:lnSpc>
            </a:pPr>
            <a:r>
              <a:rPr lang="en-US" sz="1300" b="0" i="1" u="none" strike="noStrike">
                <a:solidFill>
                  <a:srgbClr val="9A9A9A"/>
                </a:solidFill>
                <a:effectLst/>
                <a:uFillTx/>
                <a:latin typeface="Arial"/>
              </a:rPr>
              <a:t>La calidad del arquetipo depende de la calidad del crítico y de si tiene evidencia externa.</a:t>
            </a:r>
            <a:endParaRPr lang="en-US" sz="130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2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00000"/>
        </a:solidFill>
      </p:bgPr>
    </p:bg>
    <p:spTree>
      <p:nvGrpSpPr>
        <p:cNvPr id="1" name=""/>
        <p:cNvGrpSpPr/>
        <p:nvPr/>
      </p:nvGrpSpPr>
      <p:grpSpPr>
        <a:xfrm>
          <a:off x="0" y="0"/>
          <a:ext cx="0" cy="0"/>
          <a:chOff x="0" y="0"/>
          <a:chExt cx="0" cy="0"/>
        </a:xfrm>
      </p:grpSpPr>
      <p:sp>
        <p:nvSpPr>
          <p:cNvPr id="568" name="TextBox 1"/>
          <p:cNvSpPr/>
          <p:nvPr/>
        </p:nvSpPr>
        <p:spPr>
          <a:xfrm>
            <a:off x="548640" y="329040"/>
            <a:ext cx="8229240" cy="273960"/>
          </a:xfrm>
          <a:prstGeom prst="rect">
            <a:avLst/>
          </a:prstGeom>
          <a:noFill/>
          <a:ln w="0">
            <a:noFill/>
          </a:ln>
        </p:spPr>
        <p:style>
          <a:lnRef idx="0"/>
          <a:fillRef idx="0"/>
          <a:effectRef idx="0"/>
          <a:fontRef idx="minor"/>
        </p:style>
        <p:txBody>
          <a:bodyPr lIns="18360" tIns="9000" rIns="18360" bIns="9000" anchor="t">
            <a:spAutoFit/>
          </a:bodyPr>
          <a:p>
            <a:pPr defTabSz="457200">
              <a:lnSpc>
                <a:spcPct val="100000"/>
              </a:lnSpc>
            </a:pPr>
            <a:r>
              <a:rPr lang="en-US" sz="1150" b="1" u="none" strike="noStrike">
                <a:solidFill>
                  <a:srgbClr val="FF6B1A"/>
                </a:solidFill>
                <a:effectLst/>
                <a:uFillTx/>
                <a:latin typeface="Arial"/>
              </a:rPr>
              <a:t>ARQUETIPO 5 DE 6 · REFLECTION</a:t>
            </a:r>
            <a:endParaRPr lang="en-US" sz="1150" b="0" u="none" strike="noStrike">
              <a:solidFill>
                <a:srgbClr val="FFFFFF"/>
              </a:solidFill>
              <a:effectLst/>
              <a:uFillTx/>
              <a:latin typeface="Arial"/>
            </a:endParaRPr>
          </a:p>
        </p:txBody>
      </p:sp>
      <p:sp>
        <p:nvSpPr>
          <p:cNvPr id="569" name="TextBox 2"/>
          <p:cNvSpPr/>
          <p:nvPr/>
        </p:nvSpPr>
        <p:spPr>
          <a:xfrm>
            <a:off x="548640" y="603360"/>
            <a:ext cx="11094120" cy="639720"/>
          </a:xfrm>
          <a:prstGeom prst="rect">
            <a:avLst/>
          </a:prstGeom>
          <a:noFill/>
          <a:ln w="0">
            <a:noFill/>
          </a:ln>
        </p:spPr>
        <p:style>
          <a:lnRef idx="0"/>
          <a:fillRef idx="0"/>
          <a:effectRef idx="0"/>
          <a:fontRef idx="minor"/>
        </p:style>
        <p:txBody>
          <a:bodyPr lIns="18360" tIns="9000" rIns="18360" bIns="9000" anchor="ctr">
            <a:spAutoFit/>
          </a:bodyPr>
          <a:p>
            <a:pPr defTabSz="457200">
              <a:lnSpc>
                <a:spcPct val="100000"/>
              </a:lnSpc>
            </a:pPr>
            <a:r>
              <a:rPr lang="en-US" sz="3000" b="1" u="none" strike="noStrike">
                <a:solidFill>
                  <a:srgbClr val="F2F2F2"/>
                </a:solidFill>
                <a:effectLst/>
                <a:uFillTx/>
                <a:latin typeface="Arial"/>
              </a:rPr>
              <a:t>Reflection: fallas típicas y criterio de uso</a:t>
            </a:r>
            <a:endParaRPr lang="en-US" sz="3000" b="0" u="none" strike="noStrike">
              <a:solidFill>
                <a:srgbClr val="FFFFFF"/>
              </a:solidFill>
              <a:effectLst/>
              <a:uFillTx/>
              <a:latin typeface="Arial"/>
            </a:endParaRPr>
          </a:p>
        </p:txBody>
      </p:sp>
      <p:sp>
        <p:nvSpPr>
          <p:cNvPr id="570" name="TextBox 3"/>
          <p:cNvSpPr/>
          <p:nvPr/>
        </p:nvSpPr>
        <p:spPr>
          <a:xfrm>
            <a:off x="548640" y="6492240"/>
            <a:ext cx="7314840" cy="228240"/>
          </a:xfrm>
          <a:prstGeom prst="rect">
            <a:avLst/>
          </a:prstGeom>
          <a:noFill/>
          <a:ln w="0">
            <a:noFill/>
          </a:ln>
        </p:spPr>
        <p:style>
          <a:lnRef idx="0"/>
          <a:fillRef idx="0"/>
          <a:effectRef idx="0"/>
          <a:fontRef idx="minor"/>
        </p:style>
        <p:txBody>
          <a:bodyPr lIns="18360" tIns="9000" rIns="18360" bIns="9000" anchor="t">
            <a:spAutoFit/>
          </a:bodyPr>
          <a:p>
            <a:pPr defTabSz="457200">
              <a:lnSpc>
                <a:spcPct val="100000"/>
              </a:lnSpc>
            </a:pPr>
            <a:r>
              <a:rPr lang="en-US" sz="900" b="0" u="none" strike="noStrike">
                <a:solidFill>
                  <a:srgbClr val="9A9A9A"/>
                </a:solidFill>
                <a:effectLst/>
                <a:uFillTx/>
                <a:latin typeface="Arial"/>
              </a:rPr>
              <a:t>Arquetipos de agentes · Módulo 5 · UTDT</a:t>
            </a:r>
            <a:endParaRPr lang="en-US" sz="900" b="0" u="none" strike="noStrike">
              <a:solidFill>
                <a:srgbClr val="FFFFFF"/>
              </a:solidFill>
              <a:effectLst/>
              <a:uFillTx/>
              <a:latin typeface="Arial"/>
            </a:endParaRPr>
          </a:p>
        </p:txBody>
      </p:sp>
      <p:sp>
        <p:nvSpPr>
          <p:cNvPr id="571" name="TextBox 4"/>
          <p:cNvSpPr/>
          <p:nvPr/>
        </p:nvSpPr>
        <p:spPr>
          <a:xfrm>
            <a:off x="10271520" y="6492240"/>
            <a:ext cx="1371240" cy="228240"/>
          </a:xfrm>
          <a:prstGeom prst="rect">
            <a:avLst/>
          </a:prstGeom>
          <a:noFill/>
          <a:ln w="0">
            <a:noFill/>
          </a:ln>
        </p:spPr>
        <p:style>
          <a:lnRef idx="0"/>
          <a:fillRef idx="0"/>
          <a:effectRef idx="0"/>
          <a:fontRef idx="minor"/>
        </p:style>
        <p:txBody>
          <a:bodyPr lIns="18360" tIns="9000" rIns="18360" bIns="9000" anchor="t">
            <a:spAutoFit/>
          </a:bodyPr>
          <a:p>
            <a:pPr algn="r" defTabSz="457200">
              <a:lnSpc>
                <a:spcPct val="100000"/>
              </a:lnSpc>
            </a:pPr>
            <a:r>
              <a:rPr lang="en-US" sz="900" b="0" u="none" strike="noStrike">
                <a:solidFill>
                  <a:srgbClr val="9A9A9A"/>
                </a:solidFill>
                <a:effectLst/>
                <a:uFillTx/>
                <a:latin typeface="Arial"/>
              </a:rPr>
              <a:t>26 / 35</a:t>
            </a:r>
            <a:endParaRPr lang="en-US" sz="900" b="0" u="none" strike="noStrike">
              <a:solidFill>
                <a:srgbClr val="FFFFFF"/>
              </a:solidFill>
              <a:effectLst/>
              <a:uFillTx/>
              <a:latin typeface="Arial"/>
            </a:endParaRPr>
          </a:p>
        </p:txBody>
      </p:sp>
      <p:sp>
        <p:nvSpPr>
          <p:cNvPr id="572" name="Rectangle 5"/>
          <p:cNvSpPr/>
          <p:nvPr/>
        </p:nvSpPr>
        <p:spPr>
          <a:xfrm>
            <a:off x="548640" y="1417320"/>
            <a:ext cx="5446440" cy="4388760"/>
          </a:xfrm>
          <a:prstGeom prst="rect">
            <a:avLst/>
          </a:prstGeom>
          <a:solidFill>
            <a:srgbClr val="0E0E0E"/>
          </a:solidFill>
          <a:ln>
            <a:solidFill>
              <a:srgbClr val="2A2A2A"/>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573" name="Rectangle 6"/>
          <p:cNvSpPr/>
          <p:nvPr/>
        </p:nvSpPr>
        <p:spPr>
          <a:xfrm>
            <a:off x="548640" y="1417320"/>
            <a:ext cx="5446440" cy="63720"/>
          </a:xfrm>
          <a:prstGeom prst="rect">
            <a:avLst/>
          </a:prstGeom>
          <a:solidFill>
            <a:srgbClr val="FF6B1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19080" rIns="90000" bIns="19080" anchor="ctr">
            <a:noAutofit/>
          </a:bodyPr>
          <a:p>
            <a:endParaRPr lang="en-US" sz="1800" b="0" u="none" strike="noStrike">
              <a:solidFill>
                <a:schemeClr val="lt1"/>
              </a:solidFill>
              <a:effectLst/>
              <a:uFillTx/>
              <a:latin typeface="Calibri"/>
            </a:endParaRPr>
          </a:p>
        </p:txBody>
      </p:sp>
      <p:sp>
        <p:nvSpPr>
          <p:cNvPr id="574" name="TextBox 7"/>
          <p:cNvSpPr/>
          <p:nvPr/>
        </p:nvSpPr>
        <p:spPr>
          <a:xfrm>
            <a:off x="713160" y="1563480"/>
            <a:ext cx="5117040" cy="4187520"/>
          </a:xfrm>
          <a:prstGeom prst="rect">
            <a:avLst/>
          </a:prstGeom>
          <a:noFill/>
          <a:ln w="0">
            <a:noFill/>
          </a:ln>
        </p:spPr>
        <p:style>
          <a:lnRef idx="0"/>
          <a:fillRef idx="0"/>
          <a:effectRef idx="0"/>
          <a:fontRef idx="minor"/>
        </p:style>
        <p:txBody>
          <a:bodyPr lIns="18360" tIns="0" rIns="18360" bIns="0" anchor="t">
            <a:spAutoFit/>
          </a:bodyPr>
          <a:p>
            <a:pPr defTabSz="457200">
              <a:lnSpc>
                <a:spcPct val="100000"/>
              </a:lnSpc>
              <a:spcAft>
                <a:spcPts val="799"/>
              </a:spcAft>
            </a:pPr>
            <a:r>
              <a:rPr lang="en-US" sz="1790" b="1" u="none" strike="noStrike">
                <a:solidFill>
                  <a:srgbClr val="FF6B1A"/>
                </a:solidFill>
                <a:effectLst/>
                <a:uFillTx/>
                <a:latin typeface="Arial"/>
              </a:rPr>
              <a:t>Fallas típicas</a:t>
            </a:r>
            <a:endParaRPr lang="en-US" sz="1790" b="0" u="none" strike="noStrike">
              <a:solidFill>
                <a:srgbClr val="FFFFFF"/>
              </a:solidFill>
              <a:effectLst/>
              <a:uFillTx/>
              <a:latin typeface="Arial"/>
            </a:endParaRPr>
          </a:p>
          <a:p>
            <a:pPr marL="171360" indent="-171360" defTabSz="457200">
              <a:lnSpc>
                <a:spcPct val="100000"/>
              </a:lnSpc>
              <a:spcAft>
                <a:spcPts val="879"/>
              </a:spcAft>
              <a:buClr>
                <a:srgbClr val="D6D6D6"/>
              </a:buClr>
              <a:buFont typeface="Symbol" charset="2"/>
              <a:buChar char=""/>
            </a:pPr>
            <a:r>
              <a:rPr lang="en-US" sz="1600" b="0" u="none" strike="noStrike">
                <a:solidFill>
                  <a:srgbClr val="D6D6D6"/>
                </a:solidFill>
                <a:effectLst/>
                <a:uFillTx/>
                <a:latin typeface="Arial"/>
              </a:rPr>
              <a:t>Crítico complaciente: aprueba lo que él mismo habría escrito. Sin evidencia externa, la autocorrección es limitada y a veces empeora el resultado (Huang et al., 2023).</a:t>
            </a:r>
            <a:endParaRPr lang="en-US" sz="1600" b="0" u="none" strike="noStrike">
              <a:solidFill>
                <a:srgbClr val="FFFFFF"/>
              </a:solidFill>
              <a:effectLst/>
              <a:uFillTx/>
              <a:latin typeface="Arial"/>
            </a:endParaRPr>
          </a:p>
          <a:p>
            <a:pPr marL="171360" indent="-171360" defTabSz="457200">
              <a:lnSpc>
                <a:spcPct val="100000"/>
              </a:lnSpc>
              <a:spcAft>
                <a:spcPts val="879"/>
              </a:spcAft>
              <a:buClr>
                <a:srgbClr val="D6D6D6"/>
              </a:buClr>
              <a:buFont typeface="Symbol" charset="2"/>
              <a:buChar char=""/>
            </a:pPr>
            <a:r>
              <a:rPr lang="en-US" sz="1600" b="0" u="none" strike="noStrike">
                <a:solidFill>
                  <a:srgbClr val="D6D6D6"/>
                </a:solidFill>
                <a:effectLst/>
                <a:uFillTx/>
                <a:latin typeface="Arial"/>
              </a:rPr>
              <a:t>Crítico excesivo: sobrecorrige y degrada un borrador que ya estaba bien.</a:t>
            </a:r>
            <a:endParaRPr lang="en-US" sz="1600" b="0" u="none" strike="noStrike">
              <a:solidFill>
                <a:srgbClr val="FFFFFF"/>
              </a:solidFill>
              <a:effectLst/>
              <a:uFillTx/>
              <a:latin typeface="Arial"/>
            </a:endParaRPr>
          </a:p>
          <a:p>
            <a:pPr marL="171360" indent="-171360" defTabSz="457200">
              <a:lnSpc>
                <a:spcPct val="100000"/>
              </a:lnSpc>
              <a:spcAft>
                <a:spcPts val="879"/>
              </a:spcAft>
              <a:buClr>
                <a:srgbClr val="D6D6D6"/>
              </a:buClr>
              <a:buFont typeface="Symbol" charset="2"/>
              <a:buChar char=""/>
            </a:pPr>
            <a:r>
              <a:rPr lang="en-US" sz="1600" b="0" u="none" strike="noStrike">
                <a:solidFill>
                  <a:srgbClr val="D6D6D6"/>
                </a:solidFill>
                <a:effectLst/>
                <a:uFillTx/>
                <a:latin typeface="Arial"/>
              </a:rPr>
              <a:t>Oscilación: se corrige A, aparece B, se vuelve a A.</a:t>
            </a:r>
            <a:endParaRPr lang="en-US" sz="1600" b="0" u="none" strike="noStrike">
              <a:solidFill>
                <a:srgbClr val="FFFFFF"/>
              </a:solidFill>
              <a:effectLst/>
              <a:uFillTx/>
              <a:latin typeface="Arial"/>
            </a:endParaRPr>
          </a:p>
          <a:p>
            <a:pPr marL="171360" indent="-171360" defTabSz="457200">
              <a:lnSpc>
                <a:spcPct val="100000"/>
              </a:lnSpc>
              <a:spcAft>
                <a:spcPts val="879"/>
              </a:spcAft>
              <a:buClr>
                <a:srgbClr val="D6D6D6"/>
              </a:buClr>
              <a:buFont typeface="Symbol" charset="2"/>
              <a:buChar char=""/>
            </a:pPr>
            <a:r>
              <a:rPr lang="en-US" sz="1600" b="0" u="none" strike="noStrike">
                <a:solidFill>
                  <a:srgbClr val="D6D6D6"/>
                </a:solidFill>
                <a:effectLst/>
                <a:uFillTx/>
                <a:latin typeface="Arial"/>
              </a:rPr>
              <a:t>Criterios vagos («mejorá esto») producen críticas vagas.</a:t>
            </a:r>
            <a:endParaRPr lang="en-US" sz="1600" b="0" u="none" strike="noStrike">
              <a:solidFill>
                <a:srgbClr val="FFFFFF"/>
              </a:solidFill>
              <a:effectLst/>
              <a:uFillTx/>
              <a:latin typeface="Arial"/>
            </a:endParaRPr>
          </a:p>
          <a:p>
            <a:pPr marL="171360" indent="-171360" defTabSz="457200">
              <a:lnSpc>
                <a:spcPct val="100000"/>
              </a:lnSpc>
              <a:spcAft>
                <a:spcPts val="879"/>
              </a:spcAft>
              <a:buClr>
                <a:srgbClr val="D6D6D6"/>
              </a:buClr>
              <a:buFont typeface="Symbol" charset="2"/>
              <a:buChar char=""/>
            </a:pPr>
            <a:r>
              <a:rPr lang="en-US" sz="1600" b="0" u="none" strike="noStrike">
                <a:solidFill>
                  <a:srgbClr val="D6D6D6"/>
                </a:solidFill>
                <a:effectLst/>
                <a:uFillTx/>
                <a:latin typeface="Arial"/>
              </a:rPr>
              <a:t>El costo se multiplica por el número de rondas.</a:t>
            </a:r>
            <a:endParaRPr lang="en-US" sz="1600" b="0" u="none" strike="noStrike">
              <a:solidFill>
                <a:srgbClr val="FFFFFF"/>
              </a:solidFill>
              <a:effectLst/>
              <a:uFillTx/>
              <a:latin typeface="Arial"/>
            </a:endParaRPr>
          </a:p>
        </p:txBody>
      </p:sp>
      <p:sp>
        <p:nvSpPr>
          <p:cNvPr id="575" name="Rectangle 8"/>
          <p:cNvSpPr/>
          <p:nvPr/>
        </p:nvSpPr>
        <p:spPr>
          <a:xfrm>
            <a:off x="6196320" y="1417320"/>
            <a:ext cx="5446440" cy="4388760"/>
          </a:xfrm>
          <a:prstGeom prst="rect">
            <a:avLst/>
          </a:prstGeom>
          <a:solidFill>
            <a:srgbClr val="0E0E0E"/>
          </a:solidFill>
          <a:ln>
            <a:solidFill>
              <a:srgbClr val="2A2A2A"/>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576" name="Rectangle 9"/>
          <p:cNvSpPr/>
          <p:nvPr/>
        </p:nvSpPr>
        <p:spPr>
          <a:xfrm>
            <a:off x="6196320" y="1417320"/>
            <a:ext cx="5446440" cy="63720"/>
          </a:xfrm>
          <a:prstGeom prst="rect">
            <a:avLst/>
          </a:prstGeom>
          <a:solidFill>
            <a:srgbClr val="9A9A9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19080" rIns="90000" bIns="19080" anchor="ctr">
            <a:noAutofit/>
          </a:bodyPr>
          <a:p>
            <a:endParaRPr lang="en-US" sz="1800" b="0" u="none" strike="noStrike">
              <a:solidFill>
                <a:schemeClr val="lt1"/>
              </a:solidFill>
              <a:effectLst/>
              <a:uFillTx/>
              <a:latin typeface="Calibri"/>
            </a:endParaRPr>
          </a:p>
        </p:txBody>
      </p:sp>
      <p:sp>
        <p:nvSpPr>
          <p:cNvPr id="577" name="TextBox 10"/>
          <p:cNvSpPr/>
          <p:nvPr/>
        </p:nvSpPr>
        <p:spPr>
          <a:xfrm>
            <a:off x="6361200" y="1563480"/>
            <a:ext cx="5117040" cy="4187520"/>
          </a:xfrm>
          <a:prstGeom prst="rect">
            <a:avLst/>
          </a:prstGeom>
          <a:noFill/>
          <a:ln w="0">
            <a:noFill/>
          </a:ln>
        </p:spPr>
        <p:style>
          <a:lnRef idx="0"/>
          <a:fillRef idx="0"/>
          <a:effectRef idx="0"/>
          <a:fontRef idx="minor"/>
        </p:style>
        <p:txBody>
          <a:bodyPr lIns="18360" tIns="0" rIns="18360" bIns="0" anchor="t">
            <a:spAutoFit/>
          </a:bodyPr>
          <a:p>
            <a:pPr defTabSz="457200">
              <a:lnSpc>
                <a:spcPct val="100000"/>
              </a:lnSpc>
              <a:spcAft>
                <a:spcPts val="799"/>
              </a:spcAft>
            </a:pPr>
            <a:r>
              <a:rPr lang="en-US" sz="1790" b="1" u="none" strike="noStrike">
                <a:solidFill>
                  <a:srgbClr val="9A9A9A"/>
                </a:solidFill>
                <a:effectLst/>
                <a:uFillTx/>
                <a:latin typeface="Arial"/>
              </a:rPr>
              <a:t>Cuándo elegirlo, cuándo no</a:t>
            </a:r>
            <a:endParaRPr lang="en-US" sz="1790" b="0" u="none" strike="noStrike">
              <a:solidFill>
                <a:srgbClr val="FFFFFF"/>
              </a:solidFill>
              <a:effectLst/>
              <a:uFillTx/>
              <a:latin typeface="Arial"/>
            </a:endParaRPr>
          </a:p>
          <a:p>
            <a:pPr marL="171360" indent="-171360" defTabSz="457200">
              <a:lnSpc>
                <a:spcPct val="100000"/>
              </a:lnSpc>
              <a:spcAft>
                <a:spcPts val="879"/>
              </a:spcAft>
              <a:buClr>
                <a:srgbClr val="D6D6D6"/>
              </a:buClr>
              <a:buFont typeface="Symbol" charset="2"/>
              <a:buChar char=""/>
            </a:pPr>
            <a:r>
              <a:rPr lang="en-US" sz="1600" b="0" u="none" strike="noStrike">
                <a:solidFill>
                  <a:srgbClr val="D6D6D6"/>
                </a:solidFill>
                <a:effectLst/>
                <a:uFillTx/>
                <a:latin typeface="Arial"/>
              </a:rPr>
              <a:t>Elegirlo: un error cuesta mucho (medicina, legal, finanzas, código que se ejecuta).</a:t>
            </a:r>
            <a:endParaRPr lang="en-US" sz="1600" b="0" u="none" strike="noStrike">
              <a:solidFill>
                <a:srgbClr val="FFFFFF"/>
              </a:solidFill>
              <a:effectLst/>
              <a:uFillTx/>
              <a:latin typeface="Arial"/>
            </a:endParaRPr>
          </a:p>
          <a:p>
            <a:pPr marL="171360" indent="-171360" defTabSz="457200">
              <a:lnSpc>
                <a:spcPct val="100000"/>
              </a:lnSpc>
              <a:spcAft>
                <a:spcPts val="879"/>
              </a:spcAft>
              <a:buClr>
                <a:srgbClr val="D6D6D6"/>
              </a:buClr>
              <a:buFont typeface="Symbol" charset="2"/>
              <a:buChar char=""/>
            </a:pPr>
            <a:r>
              <a:rPr lang="en-US" sz="1600" b="0" u="none" strike="noStrike">
                <a:solidFill>
                  <a:srgbClr val="D6D6D6"/>
                </a:solidFill>
                <a:effectLst/>
                <a:uFillTx/>
                <a:latin typeface="Arial"/>
              </a:rPr>
              <a:t>Elegirlo: existe un criterio verificable (pruebas, reglas, citas contrastables).</a:t>
            </a:r>
            <a:endParaRPr lang="en-US" sz="1600" b="0" u="none" strike="noStrike">
              <a:solidFill>
                <a:srgbClr val="FFFFFF"/>
              </a:solidFill>
              <a:effectLst/>
              <a:uFillTx/>
              <a:latin typeface="Arial"/>
            </a:endParaRPr>
          </a:p>
          <a:p>
            <a:pPr marL="171360" indent="-171360" defTabSz="457200">
              <a:lnSpc>
                <a:spcPct val="100000"/>
              </a:lnSpc>
              <a:spcAft>
                <a:spcPts val="879"/>
              </a:spcAft>
              <a:buClr>
                <a:srgbClr val="D6D6D6"/>
              </a:buClr>
              <a:buFont typeface="Symbol" charset="2"/>
              <a:buChar char=""/>
            </a:pPr>
            <a:r>
              <a:rPr lang="en-US" sz="1600" b="0" u="none" strike="noStrike">
                <a:solidFill>
                  <a:srgbClr val="D6D6D6"/>
                </a:solidFill>
                <a:effectLst/>
                <a:uFillTx/>
                <a:latin typeface="Arial"/>
              </a:rPr>
              <a:t>Descartarlo: no hay criterio ni señal externa; el crítico solo opinaría.</a:t>
            </a:r>
            <a:endParaRPr lang="en-US" sz="1600" b="0" u="none" strike="noStrike">
              <a:solidFill>
                <a:srgbClr val="FFFFFF"/>
              </a:solidFill>
              <a:effectLst/>
              <a:uFillTx/>
              <a:latin typeface="Arial"/>
            </a:endParaRPr>
          </a:p>
          <a:p>
            <a:pPr marL="171360" indent="-171360" defTabSz="457200">
              <a:lnSpc>
                <a:spcPct val="100000"/>
              </a:lnSpc>
              <a:spcAft>
                <a:spcPts val="879"/>
              </a:spcAft>
              <a:buClr>
                <a:srgbClr val="D6D6D6"/>
              </a:buClr>
              <a:buFont typeface="Symbol" charset="2"/>
              <a:buChar char=""/>
            </a:pPr>
            <a:r>
              <a:rPr lang="en-US" sz="1600" b="0" u="none" strike="noStrike">
                <a:solidFill>
                  <a:srgbClr val="D6D6D6"/>
                </a:solidFill>
                <a:effectLst/>
                <a:uFillTx/>
                <a:latin typeface="Arial"/>
              </a:rPr>
              <a:t>Descartarlo: la latencia es estricta o el costo de cada ronda no se justifica.</a:t>
            </a:r>
            <a:endParaRPr lang="en-US" sz="1600" b="0" u="none" strike="noStrike">
              <a:solidFill>
                <a:srgbClr val="FFFFFF"/>
              </a:solidFill>
              <a:effectLst/>
              <a:uFillTx/>
              <a:latin typeface="Arial"/>
            </a:endParaRPr>
          </a:p>
        </p:txBody>
      </p:sp>
      <p:sp>
        <p:nvSpPr>
          <p:cNvPr id="578" name="TextBox 11"/>
          <p:cNvSpPr/>
          <p:nvPr/>
        </p:nvSpPr>
        <p:spPr>
          <a:xfrm>
            <a:off x="548640" y="5943600"/>
            <a:ext cx="11094120" cy="456840"/>
          </a:xfrm>
          <a:prstGeom prst="rect">
            <a:avLst/>
          </a:prstGeom>
          <a:noFill/>
          <a:ln w="0">
            <a:noFill/>
          </a:ln>
        </p:spPr>
        <p:style>
          <a:lnRef idx="0"/>
          <a:fillRef idx="0"/>
          <a:effectRef idx="0"/>
          <a:fontRef idx="minor"/>
        </p:style>
        <p:txBody>
          <a:bodyPr lIns="18360" tIns="9000" rIns="18360" bIns="9000" anchor="ctr">
            <a:spAutoFit/>
          </a:bodyPr>
          <a:p>
            <a:pPr defTabSz="457200">
              <a:lnSpc>
                <a:spcPct val="100000"/>
              </a:lnSpc>
            </a:pPr>
            <a:r>
              <a:rPr lang="en-US" sz="1300" b="0" i="1" u="none" strike="noStrike">
                <a:solidFill>
                  <a:srgbClr val="9A9A9A"/>
                </a:solidFill>
                <a:effectLst/>
                <a:uFillTx/>
                <a:latin typeface="Arial"/>
              </a:rPr>
              <a:t>El crítico puede ser un modelo más chico y barato que el generador: solo necesita capacidad evaluativa.</a:t>
            </a:r>
            <a:endParaRPr lang="en-US" sz="130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2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00000"/>
        </a:solidFill>
      </p:bgPr>
    </p:bg>
    <p:spTree>
      <p:nvGrpSpPr>
        <p:cNvPr id="1" name=""/>
        <p:cNvGrpSpPr/>
        <p:nvPr/>
      </p:nvGrpSpPr>
      <p:grpSpPr>
        <a:xfrm>
          <a:off x="0" y="0"/>
          <a:ext cx="0" cy="0"/>
          <a:chOff x="0" y="0"/>
          <a:chExt cx="0" cy="0"/>
        </a:xfrm>
      </p:grpSpPr>
      <p:sp>
        <p:nvSpPr>
          <p:cNvPr id="579" name="TextBox 1"/>
          <p:cNvSpPr/>
          <p:nvPr/>
        </p:nvSpPr>
        <p:spPr>
          <a:xfrm>
            <a:off x="548640" y="329040"/>
            <a:ext cx="8229240" cy="273960"/>
          </a:xfrm>
          <a:prstGeom prst="rect">
            <a:avLst/>
          </a:prstGeom>
          <a:noFill/>
          <a:ln w="0">
            <a:noFill/>
          </a:ln>
        </p:spPr>
        <p:style>
          <a:lnRef idx="0"/>
          <a:fillRef idx="0"/>
          <a:effectRef idx="0"/>
          <a:fontRef idx="minor"/>
        </p:style>
        <p:txBody>
          <a:bodyPr lIns="18360" tIns="9000" rIns="18360" bIns="9000" anchor="t">
            <a:spAutoFit/>
          </a:bodyPr>
          <a:p>
            <a:pPr defTabSz="457200">
              <a:lnSpc>
                <a:spcPct val="100000"/>
              </a:lnSpc>
            </a:pPr>
            <a:r>
              <a:rPr lang="en-US" sz="1150" b="1" u="none" strike="noStrike">
                <a:solidFill>
                  <a:srgbClr val="FF6B1A"/>
                </a:solidFill>
                <a:effectLst/>
                <a:uFillTx/>
                <a:latin typeface="Arial"/>
              </a:rPr>
              <a:t>ARQUETIPO 5 DE 6 · REFLECTION</a:t>
            </a:r>
            <a:endParaRPr lang="en-US" sz="1150" b="0" u="none" strike="noStrike">
              <a:solidFill>
                <a:srgbClr val="FFFFFF"/>
              </a:solidFill>
              <a:effectLst/>
              <a:uFillTx/>
              <a:latin typeface="Arial"/>
            </a:endParaRPr>
          </a:p>
        </p:txBody>
      </p:sp>
      <p:sp>
        <p:nvSpPr>
          <p:cNvPr id="580" name="TextBox 2"/>
          <p:cNvSpPr/>
          <p:nvPr/>
        </p:nvSpPr>
        <p:spPr>
          <a:xfrm>
            <a:off x="548640" y="603360"/>
            <a:ext cx="11094120" cy="639720"/>
          </a:xfrm>
          <a:prstGeom prst="rect">
            <a:avLst/>
          </a:prstGeom>
          <a:noFill/>
          <a:ln w="0">
            <a:noFill/>
          </a:ln>
        </p:spPr>
        <p:style>
          <a:lnRef idx="0"/>
          <a:fillRef idx="0"/>
          <a:effectRef idx="0"/>
          <a:fontRef idx="minor"/>
        </p:style>
        <p:txBody>
          <a:bodyPr lIns="18360" tIns="9000" rIns="18360" bIns="9000" anchor="ctr">
            <a:spAutoFit/>
          </a:bodyPr>
          <a:p>
            <a:pPr defTabSz="457200">
              <a:lnSpc>
                <a:spcPct val="100000"/>
              </a:lnSpc>
            </a:pPr>
            <a:r>
              <a:rPr lang="en-US" sz="3000" b="1" u="none" strike="noStrike">
                <a:solidFill>
                  <a:srgbClr val="F2F2F2"/>
                </a:solidFill>
                <a:effectLst/>
                <a:uFillTx/>
                <a:latin typeface="Arial"/>
              </a:rPr>
              <a:t>Reflection: un ejemplo recorrido</a:t>
            </a:r>
            <a:endParaRPr lang="en-US" sz="3000" b="0" u="none" strike="noStrike">
              <a:solidFill>
                <a:srgbClr val="FFFFFF"/>
              </a:solidFill>
              <a:effectLst/>
              <a:uFillTx/>
              <a:latin typeface="Arial"/>
            </a:endParaRPr>
          </a:p>
        </p:txBody>
      </p:sp>
      <p:sp>
        <p:nvSpPr>
          <p:cNvPr id="581" name="TextBox 3"/>
          <p:cNvSpPr/>
          <p:nvPr/>
        </p:nvSpPr>
        <p:spPr>
          <a:xfrm>
            <a:off x="548640" y="6492240"/>
            <a:ext cx="7314840" cy="228240"/>
          </a:xfrm>
          <a:prstGeom prst="rect">
            <a:avLst/>
          </a:prstGeom>
          <a:noFill/>
          <a:ln w="0">
            <a:noFill/>
          </a:ln>
        </p:spPr>
        <p:style>
          <a:lnRef idx="0"/>
          <a:fillRef idx="0"/>
          <a:effectRef idx="0"/>
          <a:fontRef idx="minor"/>
        </p:style>
        <p:txBody>
          <a:bodyPr lIns="18360" tIns="9000" rIns="18360" bIns="9000" anchor="t">
            <a:spAutoFit/>
          </a:bodyPr>
          <a:p>
            <a:pPr defTabSz="457200">
              <a:lnSpc>
                <a:spcPct val="100000"/>
              </a:lnSpc>
            </a:pPr>
            <a:r>
              <a:rPr lang="en-US" sz="900" b="0" u="none" strike="noStrike">
                <a:solidFill>
                  <a:srgbClr val="9A9A9A"/>
                </a:solidFill>
                <a:effectLst/>
                <a:uFillTx/>
                <a:latin typeface="Arial"/>
              </a:rPr>
              <a:t>Arquetipos de agentes · Módulo 5 · UTDT</a:t>
            </a:r>
            <a:endParaRPr lang="en-US" sz="900" b="0" u="none" strike="noStrike">
              <a:solidFill>
                <a:srgbClr val="FFFFFF"/>
              </a:solidFill>
              <a:effectLst/>
              <a:uFillTx/>
              <a:latin typeface="Arial"/>
            </a:endParaRPr>
          </a:p>
        </p:txBody>
      </p:sp>
      <p:sp>
        <p:nvSpPr>
          <p:cNvPr id="582" name="TextBox 4"/>
          <p:cNvSpPr/>
          <p:nvPr/>
        </p:nvSpPr>
        <p:spPr>
          <a:xfrm>
            <a:off x="10271520" y="6492240"/>
            <a:ext cx="1371240" cy="228240"/>
          </a:xfrm>
          <a:prstGeom prst="rect">
            <a:avLst/>
          </a:prstGeom>
          <a:noFill/>
          <a:ln w="0">
            <a:noFill/>
          </a:ln>
        </p:spPr>
        <p:style>
          <a:lnRef idx="0"/>
          <a:fillRef idx="0"/>
          <a:effectRef idx="0"/>
          <a:fontRef idx="minor"/>
        </p:style>
        <p:txBody>
          <a:bodyPr lIns="18360" tIns="9000" rIns="18360" bIns="9000" anchor="t">
            <a:spAutoFit/>
          </a:bodyPr>
          <a:p>
            <a:pPr algn="r" defTabSz="457200">
              <a:lnSpc>
                <a:spcPct val="100000"/>
              </a:lnSpc>
            </a:pPr>
            <a:r>
              <a:rPr lang="en-US" sz="900" b="0" u="none" strike="noStrike">
                <a:solidFill>
                  <a:srgbClr val="9A9A9A"/>
                </a:solidFill>
                <a:effectLst/>
                <a:uFillTx/>
                <a:latin typeface="Arial"/>
              </a:rPr>
              <a:t>27 / 35</a:t>
            </a:r>
            <a:endParaRPr lang="en-US" sz="900" b="0" u="none" strike="noStrike">
              <a:solidFill>
                <a:srgbClr val="FFFFFF"/>
              </a:solidFill>
              <a:effectLst/>
              <a:uFillTx/>
              <a:latin typeface="Arial"/>
            </a:endParaRPr>
          </a:p>
        </p:txBody>
      </p:sp>
      <p:sp>
        <p:nvSpPr>
          <p:cNvPr id="583" name="Rectangle 5"/>
          <p:cNvSpPr/>
          <p:nvPr/>
        </p:nvSpPr>
        <p:spPr>
          <a:xfrm>
            <a:off x="548640" y="1417320"/>
            <a:ext cx="5446440" cy="4388760"/>
          </a:xfrm>
          <a:prstGeom prst="rect">
            <a:avLst/>
          </a:prstGeom>
          <a:solidFill>
            <a:srgbClr val="0E0E0E"/>
          </a:solidFill>
          <a:ln>
            <a:solidFill>
              <a:srgbClr val="2A2A2A"/>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584" name="Rectangle 6"/>
          <p:cNvSpPr/>
          <p:nvPr/>
        </p:nvSpPr>
        <p:spPr>
          <a:xfrm>
            <a:off x="548640" y="1417320"/>
            <a:ext cx="5446440" cy="63720"/>
          </a:xfrm>
          <a:prstGeom prst="rect">
            <a:avLst/>
          </a:prstGeom>
          <a:solidFill>
            <a:srgbClr val="FF6B1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19080" rIns="90000" bIns="19080" anchor="ctr">
            <a:noAutofit/>
          </a:bodyPr>
          <a:p>
            <a:endParaRPr lang="en-US" sz="1800" b="0" u="none" strike="noStrike">
              <a:solidFill>
                <a:schemeClr val="lt1"/>
              </a:solidFill>
              <a:effectLst/>
              <a:uFillTx/>
              <a:latin typeface="Calibri"/>
            </a:endParaRPr>
          </a:p>
        </p:txBody>
      </p:sp>
      <p:sp>
        <p:nvSpPr>
          <p:cNvPr id="585" name="TextBox 7"/>
          <p:cNvSpPr/>
          <p:nvPr/>
        </p:nvSpPr>
        <p:spPr>
          <a:xfrm>
            <a:off x="713160" y="1563480"/>
            <a:ext cx="5117040" cy="4187520"/>
          </a:xfrm>
          <a:prstGeom prst="rect">
            <a:avLst/>
          </a:prstGeom>
          <a:noFill/>
          <a:ln w="0">
            <a:noFill/>
          </a:ln>
        </p:spPr>
        <p:style>
          <a:lnRef idx="0"/>
          <a:fillRef idx="0"/>
          <a:effectRef idx="0"/>
          <a:fontRef idx="minor"/>
        </p:style>
        <p:txBody>
          <a:bodyPr lIns="18360" tIns="0" rIns="18360" bIns="0" anchor="t">
            <a:spAutoFit/>
          </a:bodyPr>
          <a:p>
            <a:pPr defTabSz="457200">
              <a:lnSpc>
                <a:spcPct val="100000"/>
              </a:lnSpc>
              <a:spcAft>
                <a:spcPts val="799"/>
              </a:spcAft>
            </a:pPr>
            <a:r>
              <a:rPr lang="en-US" sz="1790" b="1" u="none" strike="noStrike">
                <a:solidFill>
                  <a:srgbClr val="FF6B1A"/>
                </a:solidFill>
                <a:effectLst/>
                <a:uFillTx/>
                <a:latin typeface="Arial"/>
              </a:rPr>
              <a:t>Ejemplo (ilustrativo): respuesta a un reclamo formal</a:t>
            </a:r>
            <a:endParaRPr lang="en-US" sz="1790" b="0" u="none" strike="noStrike">
              <a:solidFill>
                <a:srgbClr val="FFFFFF"/>
              </a:solidFill>
              <a:effectLst/>
              <a:uFillTx/>
              <a:latin typeface="Arial"/>
            </a:endParaRPr>
          </a:p>
          <a:p>
            <a:pPr defTabSz="457200">
              <a:lnSpc>
                <a:spcPct val="100000"/>
              </a:lnSpc>
              <a:spcAft>
                <a:spcPts val="879"/>
              </a:spcAft>
            </a:pPr>
            <a:r>
              <a:rPr lang="en-US" sz="1600" b="1" u="none" strike="noStrike">
                <a:solidFill>
                  <a:srgbClr val="FF6B1A"/>
                </a:solidFill>
                <a:effectLst/>
                <a:uFillTx/>
                <a:latin typeface="Arial"/>
              </a:rPr>
              <a:t>Generador: </a:t>
            </a:r>
            <a:r>
              <a:rPr lang="en-US" sz="1600" b="0" u="none" strike="noStrike">
                <a:solidFill>
                  <a:srgbClr val="D6D6D6"/>
                </a:solidFill>
                <a:effectLst/>
                <a:uFillTx/>
                <a:latin typeface="Arial"/>
              </a:rPr>
              <a:t>redacta la respuesta al reclamo.</a:t>
            </a:r>
            <a:endParaRPr lang="en-US" sz="1600" b="0" u="none" strike="noStrike">
              <a:solidFill>
                <a:srgbClr val="FFFFFF"/>
              </a:solidFill>
              <a:effectLst/>
              <a:uFillTx/>
              <a:latin typeface="Arial"/>
            </a:endParaRPr>
          </a:p>
          <a:p>
            <a:pPr defTabSz="457200">
              <a:lnSpc>
                <a:spcPct val="100000"/>
              </a:lnSpc>
              <a:spcAft>
                <a:spcPts val="879"/>
              </a:spcAft>
            </a:pPr>
            <a:r>
              <a:rPr lang="en-US" sz="1600" b="1" u="none" strike="noStrike">
                <a:solidFill>
                  <a:srgbClr val="FF6B1A"/>
                </a:solidFill>
                <a:effectLst/>
                <a:uFillTx/>
                <a:latin typeface="Arial"/>
              </a:rPr>
              <a:t>Crítico: </a:t>
            </a:r>
            <a:r>
              <a:rPr lang="en-US" sz="1600" b="0" u="none" strike="noStrike">
                <a:solidFill>
                  <a:srgbClr val="D6D6D6"/>
                </a:solidFill>
                <a:effectLst/>
                <a:uFillTx/>
                <a:latin typeface="Arial"/>
              </a:rPr>
              <a:t>revisa con rúbrica: datos correctos, no promete lo que no puede, cita la política aplicable, tono adecuado.</a:t>
            </a:r>
            <a:endParaRPr lang="en-US" sz="1600" b="0" u="none" strike="noStrike">
              <a:solidFill>
                <a:srgbClr val="FFFFFF"/>
              </a:solidFill>
              <a:effectLst/>
              <a:uFillTx/>
              <a:latin typeface="Arial"/>
            </a:endParaRPr>
          </a:p>
          <a:p>
            <a:pPr defTabSz="457200">
              <a:lnSpc>
                <a:spcPct val="100000"/>
              </a:lnSpc>
              <a:spcAft>
                <a:spcPts val="879"/>
              </a:spcAft>
            </a:pPr>
            <a:r>
              <a:rPr lang="en-US" sz="1600" b="1" u="none" strike="noStrike">
                <a:solidFill>
                  <a:srgbClr val="3DDC84"/>
                </a:solidFill>
                <a:effectLst/>
                <a:uFillTx/>
                <a:latin typeface="Arial"/>
              </a:rPr>
              <a:t>Señal externa: </a:t>
            </a:r>
            <a:r>
              <a:rPr lang="en-US" sz="1600" b="0" u="none" strike="noStrike">
                <a:solidFill>
                  <a:srgbClr val="D6D6D6"/>
                </a:solidFill>
                <a:effectLst/>
                <a:uFillTx/>
                <a:latin typeface="Arial"/>
              </a:rPr>
              <a:t>un validador confirma que el monto citado coincide con la cuenta.</a:t>
            </a:r>
            <a:endParaRPr lang="en-US" sz="1600" b="0" u="none" strike="noStrike">
              <a:solidFill>
                <a:srgbClr val="FFFFFF"/>
              </a:solidFill>
              <a:effectLst/>
              <a:uFillTx/>
              <a:latin typeface="Arial"/>
            </a:endParaRPr>
          </a:p>
          <a:p>
            <a:pPr defTabSz="457200">
              <a:lnSpc>
                <a:spcPct val="100000"/>
              </a:lnSpc>
              <a:spcAft>
                <a:spcPts val="879"/>
              </a:spcAft>
            </a:pPr>
            <a:r>
              <a:rPr lang="en-US" sz="1600" b="1" u="none" strike="noStrike">
                <a:solidFill>
                  <a:srgbClr val="F5C542"/>
                </a:solidFill>
                <a:effectLst/>
                <a:uFillTx/>
                <a:latin typeface="Arial"/>
              </a:rPr>
              <a:t>Veredicto: </a:t>
            </a:r>
            <a:r>
              <a:rPr lang="en-US" sz="1600" b="0" u="none" strike="noStrike">
                <a:solidFill>
                  <a:srgbClr val="D6D6D6"/>
                </a:solidFill>
                <a:effectLst/>
                <a:uFillTx/>
                <a:latin typeface="Arial"/>
              </a:rPr>
              <a:t>FAIL: «promete reembolso inmediato; la política dice sujeto a verificación».</a:t>
            </a:r>
            <a:endParaRPr lang="en-US" sz="1600" b="0" u="none" strike="noStrike">
              <a:solidFill>
                <a:srgbClr val="FFFFFF"/>
              </a:solidFill>
              <a:effectLst/>
              <a:uFillTx/>
              <a:latin typeface="Arial"/>
            </a:endParaRPr>
          </a:p>
          <a:p>
            <a:pPr defTabSz="457200">
              <a:lnSpc>
                <a:spcPct val="100000"/>
              </a:lnSpc>
              <a:spcAft>
                <a:spcPts val="879"/>
              </a:spcAft>
            </a:pPr>
            <a:r>
              <a:rPr lang="en-US" sz="1600" b="1" u="none" strike="noStrike">
                <a:solidFill>
                  <a:srgbClr val="FF6B1A"/>
                </a:solidFill>
                <a:effectLst/>
                <a:uFillTx/>
                <a:latin typeface="Arial"/>
              </a:rPr>
              <a:t>Generador: </a:t>
            </a:r>
            <a:r>
              <a:rPr lang="en-US" sz="1600" b="0" u="none" strike="noStrike">
                <a:solidFill>
                  <a:srgbClr val="D6D6D6"/>
                </a:solidFill>
                <a:effectLst/>
                <a:uFillTx/>
                <a:latin typeface="Arial"/>
              </a:rPr>
              <a:t>reescribe corrigiendo esa frase.</a:t>
            </a:r>
            <a:endParaRPr lang="en-US" sz="1600" b="0" u="none" strike="noStrike">
              <a:solidFill>
                <a:srgbClr val="FFFFFF"/>
              </a:solidFill>
              <a:effectLst/>
              <a:uFillTx/>
              <a:latin typeface="Arial"/>
            </a:endParaRPr>
          </a:p>
          <a:p>
            <a:pPr defTabSz="457200">
              <a:lnSpc>
                <a:spcPct val="100000"/>
              </a:lnSpc>
              <a:spcAft>
                <a:spcPts val="879"/>
              </a:spcAft>
            </a:pPr>
            <a:r>
              <a:rPr lang="en-US" sz="1600" b="1" u="none" strike="noStrike">
                <a:solidFill>
                  <a:srgbClr val="9A9A9A"/>
                </a:solidFill>
                <a:effectLst/>
                <a:uFillTx/>
                <a:latin typeface="Arial"/>
              </a:rPr>
              <a:t>Veredicto: </a:t>
            </a:r>
            <a:r>
              <a:rPr lang="en-US" sz="1600" b="0" u="none" strike="noStrike">
                <a:solidFill>
                  <a:srgbClr val="D6D6D6"/>
                </a:solidFill>
                <a:effectLst/>
                <a:uFillTx/>
                <a:latin typeface="Arial"/>
              </a:rPr>
              <a:t>PASS. Se entrega.</a:t>
            </a:r>
            <a:endParaRPr lang="en-US" sz="1600" b="0" u="none" strike="noStrike">
              <a:solidFill>
                <a:srgbClr val="FFFFFF"/>
              </a:solidFill>
              <a:effectLst/>
              <a:uFillTx/>
              <a:latin typeface="Arial"/>
            </a:endParaRPr>
          </a:p>
        </p:txBody>
      </p:sp>
      <p:sp>
        <p:nvSpPr>
          <p:cNvPr id="586" name="Rectangle 8"/>
          <p:cNvSpPr/>
          <p:nvPr/>
        </p:nvSpPr>
        <p:spPr>
          <a:xfrm>
            <a:off x="6196320" y="1417320"/>
            <a:ext cx="5446440" cy="4388760"/>
          </a:xfrm>
          <a:prstGeom prst="rect">
            <a:avLst/>
          </a:prstGeom>
          <a:solidFill>
            <a:srgbClr val="0E0E0E"/>
          </a:solidFill>
          <a:ln>
            <a:solidFill>
              <a:srgbClr val="2A2A2A"/>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587" name="Rectangle 9"/>
          <p:cNvSpPr/>
          <p:nvPr/>
        </p:nvSpPr>
        <p:spPr>
          <a:xfrm>
            <a:off x="6196320" y="1417320"/>
            <a:ext cx="5446440" cy="63720"/>
          </a:xfrm>
          <a:prstGeom prst="rect">
            <a:avLst/>
          </a:prstGeom>
          <a:solidFill>
            <a:srgbClr val="F5C542"/>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19080" rIns="90000" bIns="19080" anchor="ctr">
            <a:noAutofit/>
          </a:bodyPr>
          <a:p>
            <a:endParaRPr lang="en-US" sz="1800" b="0" u="none" strike="noStrike">
              <a:solidFill>
                <a:schemeClr val="lt1"/>
              </a:solidFill>
              <a:effectLst/>
              <a:uFillTx/>
              <a:latin typeface="Calibri"/>
            </a:endParaRPr>
          </a:p>
        </p:txBody>
      </p:sp>
      <p:sp>
        <p:nvSpPr>
          <p:cNvPr id="588" name="TextBox 10"/>
          <p:cNvSpPr/>
          <p:nvPr/>
        </p:nvSpPr>
        <p:spPr>
          <a:xfrm>
            <a:off x="6361200" y="1563480"/>
            <a:ext cx="5117040" cy="4187520"/>
          </a:xfrm>
          <a:prstGeom prst="rect">
            <a:avLst/>
          </a:prstGeom>
          <a:noFill/>
          <a:ln w="0">
            <a:noFill/>
          </a:ln>
        </p:spPr>
        <p:style>
          <a:lnRef idx="0"/>
          <a:fillRef idx="0"/>
          <a:effectRef idx="0"/>
          <a:fontRef idx="minor"/>
        </p:style>
        <p:txBody>
          <a:bodyPr lIns="18360" tIns="0" rIns="18360" bIns="0" anchor="t">
            <a:spAutoFit/>
          </a:bodyPr>
          <a:p>
            <a:pPr defTabSz="457200">
              <a:lnSpc>
                <a:spcPct val="100000"/>
              </a:lnSpc>
              <a:spcAft>
                <a:spcPts val="799"/>
              </a:spcAft>
            </a:pPr>
            <a:r>
              <a:rPr lang="en-US" sz="1790" b="1" u="none" strike="noStrike">
                <a:solidFill>
                  <a:srgbClr val="F5C542"/>
                </a:solidFill>
                <a:effectLst/>
                <a:uFillTx/>
                <a:latin typeface="Arial"/>
              </a:rPr>
              <a:t>Qué contexto ve cada paso</a:t>
            </a:r>
            <a:endParaRPr lang="en-US" sz="1790" b="0" u="none" strike="noStrike">
              <a:solidFill>
                <a:srgbClr val="FFFFFF"/>
              </a:solidFill>
              <a:effectLst/>
              <a:uFillTx/>
              <a:latin typeface="Arial"/>
            </a:endParaRPr>
          </a:p>
          <a:p>
            <a:pPr marL="171360" indent="-171360" defTabSz="457200">
              <a:lnSpc>
                <a:spcPct val="100000"/>
              </a:lnSpc>
              <a:spcAft>
                <a:spcPts val="879"/>
              </a:spcAft>
              <a:buClr>
                <a:srgbClr val="D6D6D6"/>
              </a:buClr>
              <a:buFont typeface="Symbol" charset="2"/>
              <a:buChar char=""/>
            </a:pPr>
            <a:r>
              <a:rPr lang="en-US" sz="1600" b="0" u="none" strike="noStrike">
                <a:solidFill>
                  <a:srgbClr val="D6D6D6"/>
                </a:solidFill>
                <a:effectLst/>
                <a:uFillTx/>
                <a:latin typeface="Arial"/>
              </a:rPr>
              <a:t>Ronda 1, generador: la tarea y los datos del caso.</a:t>
            </a:r>
            <a:endParaRPr lang="en-US" sz="1600" b="0" u="none" strike="noStrike">
              <a:solidFill>
                <a:srgbClr val="FFFFFF"/>
              </a:solidFill>
              <a:effectLst/>
              <a:uFillTx/>
              <a:latin typeface="Arial"/>
            </a:endParaRPr>
          </a:p>
          <a:p>
            <a:pPr marL="171360" indent="-171360" defTabSz="457200">
              <a:lnSpc>
                <a:spcPct val="100000"/>
              </a:lnSpc>
              <a:spcAft>
                <a:spcPts val="879"/>
              </a:spcAft>
              <a:buClr>
                <a:srgbClr val="D6D6D6"/>
              </a:buClr>
              <a:buFont typeface="Symbol" charset="2"/>
              <a:buChar char=""/>
            </a:pPr>
            <a:r>
              <a:rPr lang="en-US" sz="1600" b="0" u="none" strike="noStrike">
                <a:solidFill>
                  <a:srgbClr val="D6D6D6"/>
                </a:solidFill>
                <a:effectLst/>
                <a:uFillTx/>
                <a:latin typeface="Arial"/>
              </a:rPr>
              <a:t>Crítico: la tarea, el borrador y la rúbrica; no ve cómo razonó el generador.</a:t>
            </a:r>
            <a:endParaRPr lang="en-US" sz="1600" b="0" u="none" strike="noStrike">
              <a:solidFill>
                <a:srgbClr val="FFFFFF"/>
              </a:solidFill>
              <a:effectLst/>
              <a:uFillTx/>
              <a:latin typeface="Arial"/>
            </a:endParaRPr>
          </a:p>
          <a:p>
            <a:pPr marL="171360" indent="-171360" defTabSz="457200">
              <a:lnSpc>
                <a:spcPct val="100000"/>
              </a:lnSpc>
              <a:spcAft>
                <a:spcPts val="879"/>
              </a:spcAft>
              <a:buClr>
                <a:srgbClr val="D6D6D6"/>
              </a:buClr>
              <a:buFont typeface="Symbol" charset="2"/>
              <a:buChar char=""/>
            </a:pPr>
            <a:r>
              <a:rPr lang="en-US" sz="1600" b="0" u="none" strike="noStrike">
                <a:solidFill>
                  <a:srgbClr val="D6D6D6"/>
                </a:solidFill>
                <a:effectLst/>
                <a:uFillTx/>
                <a:latin typeface="Arial"/>
              </a:rPr>
              <a:t>Ronda 2, generador: la tarea, el borrador y la crítica concreta.</a:t>
            </a:r>
            <a:endParaRPr lang="en-US" sz="1600" b="0" u="none" strike="noStrike">
              <a:solidFill>
                <a:srgbClr val="FFFFFF"/>
              </a:solidFill>
              <a:effectLst/>
              <a:uFillTx/>
              <a:latin typeface="Arial"/>
            </a:endParaRPr>
          </a:p>
          <a:p>
            <a:pPr marL="171360" indent="-171360" defTabSz="457200">
              <a:lnSpc>
                <a:spcPct val="100000"/>
              </a:lnSpc>
              <a:spcAft>
                <a:spcPts val="879"/>
              </a:spcAft>
              <a:buClr>
                <a:srgbClr val="D6D6D6"/>
              </a:buClr>
              <a:buFont typeface="Symbol" charset="2"/>
              <a:buChar char=""/>
            </a:pPr>
            <a:r>
              <a:rPr lang="en-US" sz="1600" b="0" u="none" strike="noStrike">
                <a:solidFill>
                  <a:srgbClr val="D6D6D6"/>
                </a:solidFill>
                <a:effectLst/>
                <a:uFillTx/>
                <a:latin typeface="Arial"/>
              </a:rPr>
              <a:t>Lo que viaja entre rondas es la crítica, no todo el historial de borradores.</a:t>
            </a:r>
            <a:endParaRPr lang="en-US" sz="1600" b="0" u="none" strike="noStrike">
              <a:solidFill>
                <a:srgbClr val="FFFFFF"/>
              </a:solidFill>
              <a:effectLst/>
              <a:uFillTx/>
              <a:latin typeface="Arial"/>
            </a:endParaRPr>
          </a:p>
          <a:p>
            <a:pPr marL="171360" indent="-171360" defTabSz="457200">
              <a:lnSpc>
                <a:spcPct val="100000"/>
              </a:lnSpc>
              <a:spcAft>
                <a:spcPts val="879"/>
              </a:spcAft>
              <a:buClr>
                <a:srgbClr val="D6D6D6"/>
              </a:buClr>
              <a:buFont typeface="Symbol" charset="2"/>
              <a:buChar char=""/>
            </a:pPr>
            <a:r>
              <a:rPr lang="en-US" sz="1600" b="0" u="none" strike="noStrike">
                <a:solidFill>
                  <a:srgbClr val="D6D6D6"/>
                </a:solidFill>
                <a:effectLst/>
                <a:uFillTx/>
                <a:latin typeface="Arial"/>
              </a:rPr>
              <a:t>Un tope de rondas evita que el lazo continúe indefinidamente.</a:t>
            </a:r>
            <a:endParaRPr lang="en-US" sz="1600" b="0" u="none" strike="noStrike">
              <a:solidFill>
                <a:srgbClr val="FFFFFF"/>
              </a:solidFill>
              <a:effectLst/>
              <a:uFillTx/>
              <a:latin typeface="Arial"/>
            </a:endParaRPr>
          </a:p>
        </p:txBody>
      </p:sp>
      <p:sp>
        <p:nvSpPr>
          <p:cNvPr id="589" name="TextBox 11"/>
          <p:cNvSpPr/>
          <p:nvPr/>
        </p:nvSpPr>
        <p:spPr>
          <a:xfrm>
            <a:off x="548640" y="5943600"/>
            <a:ext cx="11094120" cy="456840"/>
          </a:xfrm>
          <a:prstGeom prst="rect">
            <a:avLst/>
          </a:prstGeom>
          <a:noFill/>
          <a:ln w="0">
            <a:noFill/>
          </a:ln>
        </p:spPr>
        <p:style>
          <a:lnRef idx="0"/>
          <a:fillRef idx="0"/>
          <a:effectRef idx="0"/>
          <a:fontRef idx="minor"/>
        </p:style>
        <p:txBody>
          <a:bodyPr lIns="18360" tIns="9000" rIns="18360" bIns="9000" anchor="ctr">
            <a:spAutoFit/>
          </a:bodyPr>
          <a:p>
            <a:pPr defTabSz="457200">
              <a:lnSpc>
                <a:spcPct val="100000"/>
              </a:lnSpc>
            </a:pPr>
            <a:r>
              <a:rPr lang="en-US" sz="1300" b="0" i="1" u="none" strike="noStrike">
                <a:solidFill>
                  <a:srgbClr val="9A9A9A"/>
                </a:solidFill>
                <a:effectLst/>
                <a:uFillTx/>
                <a:latin typeface="Arial"/>
              </a:rPr>
              <a:t>Una crítica concreta y anclada en evidencia es lo que hace útil cada ronda.</a:t>
            </a:r>
            <a:endParaRPr lang="en-US" sz="130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2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00000"/>
        </a:solidFill>
      </p:bgPr>
    </p:bg>
    <p:spTree>
      <p:nvGrpSpPr>
        <p:cNvPr id="1" name=""/>
        <p:cNvGrpSpPr/>
        <p:nvPr/>
      </p:nvGrpSpPr>
      <p:grpSpPr>
        <a:xfrm>
          <a:off x="0" y="0"/>
          <a:ext cx="0" cy="0"/>
          <a:chOff x="0" y="0"/>
          <a:chExt cx="0" cy="0"/>
        </a:xfrm>
      </p:grpSpPr>
      <p:sp>
        <p:nvSpPr>
          <p:cNvPr id="590" name="TextBox 1"/>
          <p:cNvSpPr/>
          <p:nvPr/>
        </p:nvSpPr>
        <p:spPr>
          <a:xfrm>
            <a:off x="548640" y="329040"/>
            <a:ext cx="8229240" cy="273960"/>
          </a:xfrm>
          <a:prstGeom prst="rect">
            <a:avLst/>
          </a:prstGeom>
          <a:noFill/>
          <a:ln w="0">
            <a:noFill/>
          </a:ln>
        </p:spPr>
        <p:style>
          <a:lnRef idx="0"/>
          <a:fillRef idx="0"/>
          <a:effectRef idx="0"/>
          <a:fontRef idx="minor"/>
        </p:style>
        <p:txBody>
          <a:bodyPr lIns="18360" tIns="9000" rIns="18360" bIns="9000" anchor="t">
            <a:spAutoFit/>
          </a:bodyPr>
          <a:p>
            <a:pPr defTabSz="457200">
              <a:lnSpc>
                <a:spcPct val="100000"/>
              </a:lnSpc>
            </a:pPr>
            <a:r>
              <a:rPr lang="en-US" sz="1150" b="1" u="none" strike="noStrike">
                <a:solidFill>
                  <a:srgbClr val="FF6B1A"/>
                </a:solidFill>
                <a:effectLst/>
                <a:uFillTx/>
                <a:latin typeface="Arial"/>
              </a:rPr>
              <a:t>ARQUETIPO 6 DE 6 · DEEP RESEARCH</a:t>
            </a:r>
            <a:endParaRPr lang="en-US" sz="1150" b="0" u="none" strike="noStrike">
              <a:solidFill>
                <a:srgbClr val="FFFFFF"/>
              </a:solidFill>
              <a:effectLst/>
              <a:uFillTx/>
              <a:latin typeface="Arial"/>
            </a:endParaRPr>
          </a:p>
        </p:txBody>
      </p:sp>
      <p:sp>
        <p:nvSpPr>
          <p:cNvPr id="591" name="TextBox 2"/>
          <p:cNvSpPr/>
          <p:nvPr/>
        </p:nvSpPr>
        <p:spPr>
          <a:xfrm>
            <a:off x="548640" y="603360"/>
            <a:ext cx="11094120" cy="639720"/>
          </a:xfrm>
          <a:prstGeom prst="rect">
            <a:avLst/>
          </a:prstGeom>
          <a:noFill/>
          <a:ln w="0">
            <a:noFill/>
          </a:ln>
        </p:spPr>
        <p:style>
          <a:lnRef idx="0"/>
          <a:fillRef idx="0"/>
          <a:effectRef idx="0"/>
          <a:fontRef idx="minor"/>
        </p:style>
        <p:txBody>
          <a:bodyPr lIns="18360" tIns="9000" rIns="18360" bIns="9000" anchor="ctr">
            <a:spAutoFit/>
          </a:bodyPr>
          <a:p>
            <a:pPr defTabSz="457200">
              <a:lnSpc>
                <a:spcPct val="100000"/>
              </a:lnSpc>
            </a:pPr>
            <a:r>
              <a:rPr lang="en-US" sz="2400" b="1" u="none" strike="noStrike">
                <a:solidFill>
                  <a:srgbClr val="F2F2F2"/>
                </a:solidFill>
                <a:effectLst/>
                <a:uFillTx/>
                <a:latin typeface="Arial"/>
              </a:rPr>
              <a:t>Deep Research: rondas de investigación hasta cubrir el tema</a:t>
            </a:r>
            <a:endParaRPr lang="en-US" sz="2400" b="0" u="none" strike="noStrike">
              <a:solidFill>
                <a:srgbClr val="FFFFFF"/>
              </a:solidFill>
              <a:effectLst/>
              <a:uFillTx/>
              <a:latin typeface="Arial"/>
            </a:endParaRPr>
          </a:p>
        </p:txBody>
      </p:sp>
      <p:sp>
        <p:nvSpPr>
          <p:cNvPr id="592" name="TextBox 3"/>
          <p:cNvSpPr/>
          <p:nvPr/>
        </p:nvSpPr>
        <p:spPr>
          <a:xfrm>
            <a:off x="548640" y="6492240"/>
            <a:ext cx="7314840" cy="228240"/>
          </a:xfrm>
          <a:prstGeom prst="rect">
            <a:avLst/>
          </a:prstGeom>
          <a:noFill/>
          <a:ln w="0">
            <a:noFill/>
          </a:ln>
        </p:spPr>
        <p:style>
          <a:lnRef idx="0"/>
          <a:fillRef idx="0"/>
          <a:effectRef idx="0"/>
          <a:fontRef idx="minor"/>
        </p:style>
        <p:txBody>
          <a:bodyPr lIns="18360" tIns="9000" rIns="18360" bIns="9000" anchor="t">
            <a:spAutoFit/>
          </a:bodyPr>
          <a:p>
            <a:pPr defTabSz="457200">
              <a:lnSpc>
                <a:spcPct val="100000"/>
              </a:lnSpc>
            </a:pPr>
            <a:r>
              <a:rPr lang="en-US" sz="900" b="0" u="none" strike="noStrike">
                <a:solidFill>
                  <a:srgbClr val="9A9A9A"/>
                </a:solidFill>
                <a:effectLst/>
                <a:uFillTx/>
                <a:latin typeface="Arial"/>
              </a:rPr>
              <a:t>Arquetipos de agentes · Módulo 5 · UTDT</a:t>
            </a:r>
            <a:endParaRPr lang="en-US" sz="900" b="0" u="none" strike="noStrike">
              <a:solidFill>
                <a:srgbClr val="FFFFFF"/>
              </a:solidFill>
              <a:effectLst/>
              <a:uFillTx/>
              <a:latin typeface="Arial"/>
            </a:endParaRPr>
          </a:p>
        </p:txBody>
      </p:sp>
      <p:sp>
        <p:nvSpPr>
          <p:cNvPr id="593" name="TextBox 4"/>
          <p:cNvSpPr/>
          <p:nvPr/>
        </p:nvSpPr>
        <p:spPr>
          <a:xfrm>
            <a:off x="10271520" y="6492240"/>
            <a:ext cx="1371240" cy="228240"/>
          </a:xfrm>
          <a:prstGeom prst="rect">
            <a:avLst/>
          </a:prstGeom>
          <a:noFill/>
          <a:ln w="0">
            <a:noFill/>
          </a:ln>
        </p:spPr>
        <p:style>
          <a:lnRef idx="0"/>
          <a:fillRef idx="0"/>
          <a:effectRef idx="0"/>
          <a:fontRef idx="minor"/>
        </p:style>
        <p:txBody>
          <a:bodyPr lIns="18360" tIns="9000" rIns="18360" bIns="9000" anchor="t">
            <a:spAutoFit/>
          </a:bodyPr>
          <a:p>
            <a:pPr algn="r" defTabSz="457200">
              <a:lnSpc>
                <a:spcPct val="100000"/>
              </a:lnSpc>
            </a:pPr>
            <a:r>
              <a:rPr lang="en-US" sz="900" b="0" u="none" strike="noStrike">
                <a:solidFill>
                  <a:srgbClr val="9A9A9A"/>
                </a:solidFill>
                <a:effectLst/>
                <a:uFillTx/>
                <a:latin typeface="Arial"/>
              </a:rPr>
              <a:t>28 / 35</a:t>
            </a:r>
            <a:endParaRPr lang="en-US" sz="900" b="0" u="none" strike="noStrike">
              <a:solidFill>
                <a:srgbClr val="FFFFFF"/>
              </a:solidFill>
              <a:effectLst/>
              <a:uFillTx/>
              <a:latin typeface="Arial"/>
            </a:endParaRPr>
          </a:p>
        </p:txBody>
      </p:sp>
      <p:cxnSp>
        <p:nvCxnSpPr>
          <p:cNvPr id="594" name="Connector 5"/>
          <p:cNvCxnSpPr/>
          <p:nvPr/>
        </p:nvCxnSpPr>
        <p:spPr>
          <a:xfrm>
            <a:off x="1597320" y="2161800"/>
            <a:ext cx="1145520" cy="360"/>
          </a:xfrm>
          <a:prstGeom prst="straightConnector1">
            <a:avLst/>
          </a:prstGeom>
          <a:ln w="20320">
            <a:solidFill>
              <a:srgbClr val="C8C8C8"/>
            </a:solidFill>
            <a:round/>
            <a:tailEnd len="med" type="triangle" w="med"/>
          </a:ln>
        </p:spPr>
      </p:cxnSp>
      <p:cxnSp>
        <p:nvCxnSpPr>
          <p:cNvPr id="595" name="Connector 6"/>
          <p:cNvCxnSpPr/>
          <p:nvPr/>
        </p:nvCxnSpPr>
        <p:spPr>
          <a:xfrm>
            <a:off x="4227840" y="2161800"/>
            <a:ext cx="782640" cy="360"/>
          </a:xfrm>
          <a:prstGeom prst="straightConnector1">
            <a:avLst/>
          </a:prstGeom>
          <a:ln w="20320">
            <a:solidFill>
              <a:srgbClr val="C8C8C8"/>
            </a:solidFill>
            <a:round/>
            <a:tailEnd len="med" type="triangle" w="med"/>
          </a:ln>
        </p:spPr>
      </p:cxnSp>
      <p:cxnSp>
        <p:nvCxnSpPr>
          <p:cNvPr id="596" name="Connector 7"/>
          <p:cNvCxnSpPr/>
          <p:nvPr/>
        </p:nvCxnSpPr>
        <p:spPr>
          <a:xfrm>
            <a:off x="6818040" y="2161800"/>
            <a:ext cx="540720" cy="360"/>
          </a:xfrm>
          <a:prstGeom prst="straightConnector1">
            <a:avLst/>
          </a:prstGeom>
          <a:ln w="20320">
            <a:solidFill>
              <a:srgbClr val="C8C8C8"/>
            </a:solidFill>
            <a:round/>
            <a:tailEnd len="med" type="triangle" w="med"/>
          </a:ln>
        </p:spPr>
      </p:cxnSp>
      <p:cxnSp>
        <p:nvCxnSpPr>
          <p:cNvPr id="597" name="Connector 8"/>
          <p:cNvCxnSpPr/>
          <p:nvPr/>
        </p:nvCxnSpPr>
        <p:spPr>
          <a:xfrm>
            <a:off x="8343000" y="2635200"/>
            <a:ext cx="360" cy="441000"/>
          </a:xfrm>
          <a:prstGeom prst="straightConnector1">
            <a:avLst/>
          </a:prstGeom>
          <a:ln w="20320">
            <a:solidFill>
              <a:srgbClr val="C8C8C8"/>
            </a:solidFill>
            <a:round/>
            <a:tailEnd len="med" type="triangle" w="med"/>
          </a:ln>
        </p:spPr>
      </p:cxnSp>
      <p:cxnSp>
        <p:nvCxnSpPr>
          <p:cNvPr id="598" name="Connector 9"/>
          <p:cNvCxnSpPr/>
          <p:nvPr/>
        </p:nvCxnSpPr>
        <p:spPr>
          <a:xfrm flipH="1" flipV="1">
            <a:off x="4226760" y="2356560"/>
            <a:ext cx="3294360" cy="865800"/>
          </a:xfrm>
          <a:prstGeom prst="straightConnector1">
            <a:avLst/>
          </a:prstGeom>
          <a:ln w="20320">
            <a:solidFill>
              <a:srgbClr val="C8C8C8"/>
            </a:solidFill>
            <a:prstDash val="dash"/>
            <a:round/>
            <a:tailEnd len="med" type="triangle" w="med"/>
          </a:ln>
        </p:spPr>
      </p:cxnSp>
      <p:sp>
        <p:nvSpPr>
          <p:cNvPr id="599" name="TextBox 10"/>
          <p:cNvSpPr/>
          <p:nvPr/>
        </p:nvSpPr>
        <p:spPr>
          <a:xfrm>
            <a:off x="5384520" y="2561760"/>
            <a:ext cx="978480" cy="455040"/>
          </a:xfrm>
          <a:prstGeom prst="rect">
            <a:avLst/>
          </a:prstGeom>
          <a:solidFill>
            <a:srgbClr val="000000"/>
          </a:solidFill>
          <a:ln w="0">
            <a:noFill/>
          </a:ln>
        </p:spPr>
        <p:style>
          <a:lnRef idx="0"/>
          <a:fillRef idx="0"/>
          <a:effectRef idx="0"/>
          <a:fontRef idx="minor"/>
        </p:style>
        <p:txBody>
          <a:bodyPr wrap="none" lIns="27360" tIns="9000" rIns="27360" bIns="9000" anchor="ctr">
            <a:spAutoFit/>
          </a:bodyPr>
          <a:p>
            <a:pPr algn="ctr" defTabSz="457200">
              <a:lnSpc>
                <a:spcPct val="100000"/>
              </a:lnSpc>
            </a:pPr>
            <a:r>
              <a:rPr lang="en-US" sz="1090" b="0" i="1" u="none" strike="noStrike">
                <a:solidFill>
                  <a:srgbClr val="D0D0D0"/>
                </a:solidFill>
                <a:effectLst/>
                <a:uFillTx/>
                <a:latin typeface="Arial"/>
              </a:rPr>
              <a:t>hay brechas:</a:t>
            </a:r>
            <a:endParaRPr lang="en-US" sz="1090" b="0" u="none" strike="noStrike">
              <a:solidFill>
                <a:srgbClr val="FFFFFF"/>
              </a:solidFill>
              <a:effectLst/>
              <a:uFillTx/>
              <a:latin typeface="Arial"/>
            </a:endParaRPr>
          </a:p>
          <a:p>
            <a:pPr algn="ctr" defTabSz="457200">
              <a:lnSpc>
                <a:spcPct val="100000"/>
              </a:lnSpc>
            </a:pPr>
            <a:r>
              <a:rPr lang="en-US" sz="1090" b="0" i="1" u="none" strike="noStrike">
                <a:solidFill>
                  <a:srgbClr val="D0D0D0"/>
                </a:solidFill>
                <a:effectLst/>
                <a:uFillTx/>
                <a:latin typeface="Arial"/>
              </a:rPr>
              <a:t>nueva ronda</a:t>
            </a:r>
            <a:endParaRPr lang="en-US" sz="1090" b="0" u="none" strike="noStrike">
              <a:solidFill>
                <a:srgbClr val="FFFFFF"/>
              </a:solidFill>
              <a:effectLst/>
              <a:uFillTx/>
              <a:latin typeface="Arial"/>
            </a:endParaRPr>
          </a:p>
        </p:txBody>
      </p:sp>
      <p:cxnSp>
        <p:nvCxnSpPr>
          <p:cNvPr id="600" name="Connector 11"/>
          <p:cNvCxnSpPr/>
          <p:nvPr/>
        </p:nvCxnSpPr>
        <p:spPr>
          <a:xfrm>
            <a:off x="8343000" y="3800160"/>
            <a:ext cx="360" cy="441000"/>
          </a:xfrm>
          <a:prstGeom prst="straightConnector1">
            <a:avLst/>
          </a:prstGeom>
          <a:ln w="20320">
            <a:solidFill>
              <a:srgbClr val="C8C8C8"/>
            </a:solidFill>
            <a:round/>
            <a:tailEnd len="med" type="triangle" w="med"/>
          </a:ln>
        </p:spPr>
      </p:cxnSp>
      <p:sp>
        <p:nvSpPr>
          <p:cNvPr id="601" name="TextBox 12"/>
          <p:cNvSpPr/>
          <p:nvPr/>
        </p:nvSpPr>
        <p:spPr>
          <a:xfrm>
            <a:off x="7922880" y="3792960"/>
            <a:ext cx="839880" cy="455040"/>
          </a:xfrm>
          <a:prstGeom prst="rect">
            <a:avLst/>
          </a:prstGeom>
          <a:solidFill>
            <a:srgbClr val="000000"/>
          </a:solidFill>
          <a:ln w="0">
            <a:noFill/>
          </a:ln>
        </p:spPr>
        <p:style>
          <a:lnRef idx="0"/>
          <a:fillRef idx="0"/>
          <a:effectRef idx="0"/>
          <a:fontRef idx="minor"/>
        </p:style>
        <p:txBody>
          <a:bodyPr wrap="none" lIns="27360" tIns="9000" rIns="27360" bIns="9000" anchor="ctr">
            <a:spAutoFit/>
          </a:bodyPr>
          <a:p>
            <a:pPr algn="ctr" defTabSz="457200">
              <a:lnSpc>
                <a:spcPct val="100000"/>
              </a:lnSpc>
            </a:pPr>
            <a:r>
              <a:rPr lang="en-US" sz="1090" b="0" i="1" u="none" strike="noStrike">
                <a:solidFill>
                  <a:srgbClr val="D0D0D0"/>
                </a:solidFill>
                <a:effectLst/>
                <a:uFillTx/>
                <a:latin typeface="Arial"/>
              </a:rPr>
              <a:t>cobertura</a:t>
            </a:r>
            <a:endParaRPr lang="en-US" sz="1090" b="0" u="none" strike="noStrike">
              <a:solidFill>
                <a:srgbClr val="FFFFFF"/>
              </a:solidFill>
              <a:effectLst/>
              <a:uFillTx/>
              <a:latin typeface="Arial"/>
            </a:endParaRPr>
          </a:p>
          <a:p>
            <a:pPr algn="ctr" defTabSz="457200">
              <a:lnSpc>
                <a:spcPct val="100000"/>
              </a:lnSpc>
            </a:pPr>
            <a:r>
              <a:rPr lang="en-US" sz="1090" b="0" i="1" u="none" strike="noStrike">
                <a:solidFill>
                  <a:srgbClr val="D0D0D0"/>
                </a:solidFill>
                <a:effectLst/>
                <a:uFillTx/>
                <a:latin typeface="Arial"/>
              </a:rPr>
              <a:t>suficiente</a:t>
            </a:r>
            <a:endParaRPr lang="en-US" sz="1090" b="0" u="none" strike="noStrike">
              <a:solidFill>
                <a:srgbClr val="FFFFFF"/>
              </a:solidFill>
              <a:effectLst/>
              <a:uFillTx/>
              <a:latin typeface="Arial"/>
            </a:endParaRPr>
          </a:p>
        </p:txBody>
      </p:sp>
      <p:cxnSp>
        <p:nvCxnSpPr>
          <p:cNvPr id="602" name="Connector 13"/>
          <p:cNvCxnSpPr/>
          <p:nvPr/>
        </p:nvCxnSpPr>
        <p:spPr>
          <a:xfrm flipH="1">
            <a:off x="9166320" y="3438000"/>
            <a:ext cx="701640" cy="360"/>
          </a:xfrm>
          <a:prstGeom prst="straightConnector1">
            <a:avLst/>
          </a:prstGeom>
          <a:ln w="20320">
            <a:solidFill>
              <a:srgbClr val="C8C8C8"/>
            </a:solidFill>
            <a:prstDash val="dash"/>
            <a:round/>
            <a:tailEnd len="med" type="triangle" w="med"/>
          </a:ln>
        </p:spPr>
      </p:cxnSp>
      <p:sp>
        <p:nvSpPr>
          <p:cNvPr id="603" name="TextBox 14"/>
          <p:cNvSpPr/>
          <p:nvPr/>
        </p:nvSpPr>
        <p:spPr>
          <a:xfrm>
            <a:off x="9166320" y="3210480"/>
            <a:ext cx="700920" cy="455040"/>
          </a:xfrm>
          <a:prstGeom prst="rect">
            <a:avLst/>
          </a:prstGeom>
          <a:solidFill>
            <a:srgbClr val="000000"/>
          </a:solidFill>
          <a:ln w="0">
            <a:noFill/>
          </a:ln>
        </p:spPr>
        <p:style>
          <a:lnRef idx="0"/>
          <a:fillRef idx="0"/>
          <a:effectRef idx="0"/>
          <a:fontRef idx="minor"/>
        </p:style>
        <p:txBody>
          <a:bodyPr wrap="none" lIns="27360" tIns="9000" rIns="27360" bIns="9000" anchor="ctr">
            <a:spAutoFit/>
          </a:bodyPr>
          <a:p>
            <a:pPr algn="ctr" defTabSz="457200">
              <a:lnSpc>
                <a:spcPct val="100000"/>
              </a:lnSpc>
            </a:pPr>
            <a:r>
              <a:rPr lang="en-US" sz="1090" b="0" i="1" u="none" strike="noStrike">
                <a:solidFill>
                  <a:srgbClr val="D0D0D0"/>
                </a:solidFill>
                <a:effectLst/>
                <a:uFillTx/>
                <a:latin typeface="Arial"/>
              </a:rPr>
              <a:t>corta si</a:t>
            </a:r>
            <a:endParaRPr lang="en-US" sz="1090" b="0" u="none" strike="noStrike">
              <a:solidFill>
                <a:srgbClr val="FFFFFF"/>
              </a:solidFill>
              <a:effectLst/>
              <a:uFillTx/>
              <a:latin typeface="Arial"/>
            </a:endParaRPr>
          </a:p>
          <a:p>
            <a:pPr algn="ctr" defTabSz="457200">
              <a:lnSpc>
                <a:spcPct val="100000"/>
              </a:lnSpc>
            </a:pPr>
            <a:r>
              <a:rPr lang="en-US" sz="1090" b="0" i="1" u="none" strike="noStrike">
                <a:solidFill>
                  <a:srgbClr val="D0D0D0"/>
                </a:solidFill>
                <a:effectLst/>
                <a:uFillTx/>
                <a:latin typeface="Arial"/>
              </a:rPr>
              <a:t>se agota</a:t>
            </a:r>
            <a:endParaRPr lang="en-US" sz="1090" b="0" u="none" strike="noStrike">
              <a:solidFill>
                <a:srgbClr val="FFFFFF"/>
              </a:solidFill>
              <a:effectLst/>
              <a:uFillTx/>
              <a:latin typeface="Arial"/>
            </a:endParaRPr>
          </a:p>
        </p:txBody>
      </p:sp>
      <p:cxnSp>
        <p:nvCxnSpPr>
          <p:cNvPr id="604" name="Connector 15"/>
          <p:cNvCxnSpPr/>
          <p:nvPr/>
        </p:nvCxnSpPr>
        <p:spPr>
          <a:xfrm flipH="1">
            <a:off x="6858360" y="4714200"/>
            <a:ext cx="621360" cy="360"/>
          </a:xfrm>
          <a:prstGeom prst="straightConnector1">
            <a:avLst/>
          </a:prstGeom>
          <a:ln w="20320">
            <a:solidFill>
              <a:srgbClr val="C8C8C8"/>
            </a:solidFill>
            <a:round/>
            <a:tailEnd len="med" type="triangle" w="med"/>
          </a:ln>
        </p:spPr>
      </p:cxnSp>
      <p:sp>
        <p:nvSpPr>
          <p:cNvPr id="605" name="Rounded Rectangle 16"/>
          <p:cNvSpPr/>
          <p:nvPr/>
        </p:nvSpPr>
        <p:spPr>
          <a:xfrm>
            <a:off x="548640" y="1832760"/>
            <a:ext cx="1015560" cy="658440"/>
          </a:xfrm>
          <a:prstGeom prst="roundRect">
            <a:avLst>
              <a:gd name="adj" fmla="val 18000"/>
            </a:avLst>
          </a:prstGeom>
          <a:solidFill>
            <a:srgbClr val="181818"/>
          </a:solidFill>
          <a:ln w="25400">
            <a:solidFill>
              <a:srgbClr val="9A9A9A"/>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wrap="none" lIns="45720" tIns="27360" rIns="45720" bIns="27360" anchor="ctr">
            <a:noAutofit/>
          </a:bodyPr>
          <a:p>
            <a:pPr algn="ctr" defTabSz="457200">
              <a:lnSpc>
                <a:spcPct val="100000"/>
              </a:lnSpc>
            </a:pPr>
            <a:r>
              <a:rPr lang="en-US" sz="1260" b="0" u="none" strike="noStrike">
                <a:solidFill>
                  <a:srgbClr val="F2F2F2"/>
                </a:solidFill>
                <a:effectLst/>
                <a:uFillTx/>
                <a:latin typeface="Arial"/>
              </a:rPr>
              <a:t>Pregunta</a:t>
            </a:r>
            <a:endParaRPr lang="en-US" sz="1260" b="0" u="none" strike="noStrike">
              <a:solidFill>
                <a:srgbClr val="FFFFFF"/>
              </a:solidFill>
              <a:effectLst/>
              <a:uFillTx/>
              <a:latin typeface="Arial"/>
            </a:endParaRPr>
          </a:p>
          <a:p>
            <a:pPr algn="ctr" defTabSz="457200">
              <a:lnSpc>
                <a:spcPct val="100000"/>
              </a:lnSpc>
            </a:pPr>
            <a:r>
              <a:rPr lang="en-US" sz="1260" b="0" u="none" strike="noStrike">
                <a:solidFill>
                  <a:srgbClr val="F2F2F2"/>
                </a:solidFill>
                <a:effectLst/>
                <a:uFillTx/>
                <a:latin typeface="Arial"/>
              </a:rPr>
              <a:t>abierta</a:t>
            </a:r>
            <a:endParaRPr lang="en-US" sz="1260" b="0" u="none" strike="noStrike">
              <a:solidFill>
                <a:srgbClr val="FFFFFF"/>
              </a:solidFill>
              <a:effectLst/>
              <a:uFillTx/>
              <a:latin typeface="Arial"/>
            </a:endParaRPr>
          </a:p>
        </p:txBody>
      </p:sp>
      <p:sp>
        <p:nvSpPr>
          <p:cNvPr id="606" name="Rounded Rectangle 17"/>
          <p:cNvSpPr/>
          <p:nvPr/>
        </p:nvSpPr>
        <p:spPr>
          <a:xfrm>
            <a:off x="2775600" y="1721520"/>
            <a:ext cx="1419120" cy="880560"/>
          </a:xfrm>
          <a:prstGeom prst="roundRect">
            <a:avLst>
              <a:gd name="adj" fmla="val 18000"/>
            </a:avLst>
          </a:prstGeom>
          <a:solidFill>
            <a:srgbClr val="2A1608"/>
          </a:solidFill>
          <a:ln w="25400">
            <a:solidFill>
              <a:srgbClr val="FF6B1A"/>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wrap="none" lIns="45720" tIns="27360" rIns="45720" bIns="27360" anchor="ctr">
            <a:noAutofit/>
          </a:bodyPr>
          <a:p>
            <a:pPr algn="ctr" defTabSz="457200">
              <a:lnSpc>
                <a:spcPct val="100000"/>
              </a:lnSpc>
            </a:pPr>
            <a:r>
              <a:rPr lang="en-US" sz="1260" b="1" u="none" strike="noStrike">
                <a:solidFill>
                  <a:srgbClr val="F2F2F2"/>
                </a:solidFill>
                <a:effectLst/>
                <a:uFillTx/>
                <a:latin typeface="Arial"/>
              </a:rPr>
              <a:t>Plan de</a:t>
            </a:r>
            <a:endParaRPr lang="en-US" sz="1260" b="0" u="none" strike="noStrike">
              <a:solidFill>
                <a:srgbClr val="FFFFFF"/>
              </a:solidFill>
              <a:effectLst/>
              <a:uFillTx/>
              <a:latin typeface="Arial"/>
            </a:endParaRPr>
          </a:p>
          <a:p>
            <a:pPr algn="ctr" defTabSz="457200">
              <a:lnSpc>
                <a:spcPct val="100000"/>
              </a:lnSpc>
            </a:pPr>
            <a:r>
              <a:rPr lang="en-US" sz="1260" b="0" u="none" strike="noStrike">
                <a:solidFill>
                  <a:srgbClr val="F2F2F2"/>
                </a:solidFill>
                <a:effectLst/>
                <a:uFillTx/>
                <a:latin typeface="Arial"/>
              </a:rPr>
              <a:t>investigación</a:t>
            </a:r>
            <a:endParaRPr lang="en-US" sz="1260" b="0" u="none" strike="noStrike">
              <a:solidFill>
                <a:srgbClr val="FFFFFF"/>
              </a:solidFill>
              <a:effectLst/>
              <a:uFillTx/>
              <a:latin typeface="Arial"/>
            </a:endParaRPr>
          </a:p>
          <a:p>
            <a:pPr algn="ctr" defTabSz="457200">
              <a:lnSpc>
                <a:spcPct val="100000"/>
              </a:lnSpc>
            </a:pPr>
            <a:r>
              <a:rPr lang="en-US" sz="1260" b="0" u="none" strike="noStrike">
                <a:solidFill>
                  <a:srgbClr val="F2F2F2"/>
                </a:solidFill>
                <a:effectLst/>
                <a:uFillTx/>
                <a:latin typeface="Arial"/>
              </a:rPr>
              <a:t>(LLM)</a:t>
            </a:r>
            <a:endParaRPr lang="en-US" sz="1260" b="0" u="none" strike="noStrike">
              <a:solidFill>
                <a:srgbClr val="FFFFFF"/>
              </a:solidFill>
              <a:effectLst/>
              <a:uFillTx/>
              <a:latin typeface="Arial"/>
            </a:endParaRPr>
          </a:p>
        </p:txBody>
      </p:sp>
      <p:sp>
        <p:nvSpPr>
          <p:cNvPr id="607" name="Rounded Rectangle 18"/>
          <p:cNvSpPr/>
          <p:nvPr/>
        </p:nvSpPr>
        <p:spPr>
          <a:xfrm>
            <a:off x="5043240" y="1721520"/>
            <a:ext cx="1741680" cy="880560"/>
          </a:xfrm>
          <a:prstGeom prst="roundRect">
            <a:avLst>
              <a:gd name="adj" fmla="val 18000"/>
            </a:avLst>
          </a:prstGeom>
          <a:solidFill>
            <a:srgbClr val="0F2416"/>
          </a:solidFill>
          <a:ln w="25400">
            <a:solidFill>
              <a:srgbClr val="3DDC84"/>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wrap="none" lIns="45720" tIns="27360" rIns="45720" bIns="27360" anchor="ctr">
            <a:noAutofit/>
          </a:bodyPr>
          <a:p>
            <a:pPr algn="ctr" defTabSz="457200">
              <a:lnSpc>
                <a:spcPct val="100000"/>
              </a:lnSpc>
            </a:pPr>
            <a:r>
              <a:rPr lang="en-US" sz="1260" b="1" u="none" strike="noStrike">
                <a:solidFill>
                  <a:srgbClr val="F2F2F2"/>
                </a:solidFill>
                <a:effectLst/>
                <a:uFillTx/>
                <a:latin typeface="Arial"/>
              </a:rPr>
              <a:t>Investigadores</a:t>
            </a:r>
            <a:endParaRPr lang="en-US" sz="1260" b="0" u="none" strike="noStrike">
              <a:solidFill>
                <a:srgbClr val="FFFFFF"/>
              </a:solidFill>
              <a:effectLst/>
              <a:uFillTx/>
              <a:latin typeface="Arial"/>
            </a:endParaRPr>
          </a:p>
          <a:p>
            <a:pPr algn="ctr" defTabSz="457200">
              <a:lnSpc>
                <a:spcPct val="100000"/>
              </a:lnSpc>
            </a:pPr>
            <a:r>
              <a:rPr lang="en-US" sz="1260" b="0" u="none" strike="noStrike">
                <a:solidFill>
                  <a:srgbClr val="F2F2F2"/>
                </a:solidFill>
                <a:effectLst/>
                <a:uFillTx/>
                <a:latin typeface="Arial"/>
              </a:rPr>
              <a:t>en paralelo</a:t>
            </a:r>
            <a:endParaRPr lang="en-US" sz="1260" b="0" u="none" strike="noStrike">
              <a:solidFill>
                <a:srgbClr val="FFFFFF"/>
              </a:solidFill>
              <a:effectLst/>
              <a:uFillTx/>
              <a:latin typeface="Arial"/>
            </a:endParaRPr>
          </a:p>
          <a:p>
            <a:pPr algn="ctr" defTabSz="457200">
              <a:lnSpc>
                <a:spcPct val="100000"/>
              </a:lnSpc>
            </a:pPr>
            <a:r>
              <a:rPr lang="en-US" sz="1260" b="0" u="none" strike="noStrike">
                <a:solidFill>
                  <a:srgbClr val="F2F2F2"/>
                </a:solidFill>
                <a:effectLst/>
                <a:uFillTx/>
                <a:latin typeface="Arial"/>
              </a:rPr>
              <a:t>(contexto propio)</a:t>
            </a:r>
            <a:endParaRPr lang="en-US" sz="1260" b="0" u="none" strike="noStrike">
              <a:solidFill>
                <a:srgbClr val="FFFFFF"/>
              </a:solidFill>
              <a:effectLst/>
              <a:uFillTx/>
              <a:latin typeface="Arial"/>
            </a:endParaRPr>
          </a:p>
        </p:txBody>
      </p:sp>
      <p:sp>
        <p:nvSpPr>
          <p:cNvPr id="608" name="Rounded Rectangle 19"/>
          <p:cNvSpPr/>
          <p:nvPr/>
        </p:nvSpPr>
        <p:spPr>
          <a:xfrm>
            <a:off x="7391520" y="1721520"/>
            <a:ext cx="1903320" cy="880560"/>
          </a:xfrm>
          <a:prstGeom prst="roundRect">
            <a:avLst>
              <a:gd name="adj" fmla="val 18000"/>
            </a:avLst>
          </a:prstGeom>
          <a:solidFill>
            <a:srgbClr val="2A2408"/>
          </a:solidFill>
          <a:ln w="25400">
            <a:solidFill>
              <a:srgbClr val="F5C542"/>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wrap="none" lIns="45720" tIns="27360" rIns="45720" bIns="27360" anchor="ctr">
            <a:noAutofit/>
          </a:bodyPr>
          <a:p>
            <a:pPr algn="ctr" defTabSz="457200">
              <a:lnSpc>
                <a:spcPct val="100000"/>
              </a:lnSpc>
            </a:pPr>
            <a:r>
              <a:rPr lang="en-US" sz="1260" b="1" u="none" strike="noStrike">
                <a:solidFill>
                  <a:srgbClr val="F2F2F2"/>
                </a:solidFill>
                <a:effectLst/>
                <a:uFillTx/>
                <a:latin typeface="Arial"/>
              </a:rPr>
              <a:t>Bloc de notas</a:t>
            </a:r>
            <a:endParaRPr lang="en-US" sz="1260" b="0" u="none" strike="noStrike">
              <a:solidFill>
                <a:srgbClr val="FFFFFF"/>
              </a:solidFill>
              <a:effectLst/>
              <a:uFillTx/>
              <a:latin typeface="Arial"/>
            </a:endParaRPr>
          </a:p>
          <a:p>
            <a:pPr algn="ctr" defTabSz="457200">
              <a:lnSpc>
                <a:spcPct val="100000"/>
              </a:lnSpc>
            </a:pPr>
            <a:r>
              <a:rPr lang="en-US" sz="1260" b="0" u="none" strike="noStrike">
                <a:solidFill>
                  <a:srgbClr val="F2F2F2"/>
                </a:solidFill>
                <a:effectLst/>
                <a:uFillTx/>
                <a:latin typeface="Arial"/>
              </a:rPr>
              <a:t>compartido</a:t>
            </a:r>
            <a:endParaRPr lang="en-US" sz="1260" b="0" u="none" strike="noStrike">
              <a:solidFill>
                <a:srgbClr val="FFFFFF"/>
              </a:solidFill>
              <a:effectLst/>
              <a:uFillTx/>
              <a:latin typeface="Arial"/>
            </a:endParaRPr>
          </a:p>
          <a:p>
            <a:pPr algn="ctr" defTabSz="457200">
              <a:lnSpc>
                <a:spcPct val="100000"/>
              </a:lnSpc>
            </a:pPr>
            <a:r>
              <a:rPr lang="en-US" sz="1260" b="0" u="none" strike="noStrike">
                <a:solidFill>
                  <a:srgbClr val="F2F2F2"/>
                </a:solidFill>
                <a:effectLst/>
                <a:uFillTx/>
                <a:latin typeface="Arial"/>
              </a:rPr>
              <a:t>hallazgos + fuentes</a:t>
            </a:r>
            <a:endParaRPr lang="en-US" sz="1260" b="0" u="none" strike="noStrike">
              <a:solidFill>
                <a:srgbClr val="FFFFFF"/>
              </a:solidFill>
              <a:effectLst/>
              <a:uFillTx/>
              <a:latin typeface="Arial"/>
            </a:endParaRPr>
          </a:p>
        </p:txBody>
      </p:sp>
      <p:sp>
        <p:nvSpPr>
          <p:cNvPr id="609" name="Rounded Rectangle 20"/>
          <p:cNvSpPr/>
          <p:nvPr/>
        </p:nvSpPr>
        <p:spPr>
          <a:xfrm>
            <a:off x="7552800" y="3108960"/>
            <a:ext cx="1580400" cy="658440"/>
          </a:xfrm>
          <a:prstGeom prst="roundRect">
            <a:avLst>
              <a:gd name="adj" fmla="val 18000"/>
            </a:avLst>
          </a:prstGeom>
          <a:solidFill>
            <a:srgbClr val="2A1608"/>
          </a:solidFill>
          <a:ln w="25400">
            <a:solidFill>
              <a:srgbClr val="FF6B1A"/>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wrap="none" lIns="45720" tIns="27360" rIns="45720" bIns="27360" anchor="ctr">
            <a:noAutofit/>
          </a:bodyPr>
          <a:p>
            <a:pPr algn="ctr" defTabSz="457200">
              <a:lnSpc>
                <a:spcPct val="100000"/>
              </a:lnSpc>
            </a:pPr>
            <a:r>
              <a:rPr lang="en-US" sz="1260" b="1" u="none" strike="noStrike">
                <a:solidFill>
                  <a:srgbClr val="F2F2F2"/>
                </a:solidFill>
                <a:effectLst/>
                <a:uFillTx/>
                <a:latin typeface="Arial"/>
              </a:rPr>
              <a:t>Evaluar brechas</a:t>
            </a:r>
            <a:endParaRPr lang="en-US" sz="1260" b="0" u="none" strike="noStrike">
              <a:solidFill>
                <a:srgbClr val="FFFFFF"/>
              </a:solidFill>
              <a:effectLst/>
              <a:uFillTx/>
              <a:latin typeface="Arial"/>
            </a:endParaRPr>
          </a:p>
          <a:p>
            <a:pPr algn="ctr" defTabSz="457200">
              <a:lnSpc>
                <a:spcPct val="100000"/>
              </a:lnSpc>
            </a:pPr>
            <a:r>
              <a:rPr lang="en-US" sz="1260" b="0" u="none" strike="noStrike">
                <a:solidFill>
                  <a:srgbClr val="F2F2F2"/>
                </a:solidFill>
                <a:effectLst/>
                <a:uFillTx/>
                <a:latin typeface="Arial"/>
              </a:rPr>
              <a:t>(LLM)</a:t>
            </a:r>
            <a:endParaRPr lang="en-US" sz="1260" b="0" u="none" strike="noStrike">
              <a:solidFill>
                <a:srgbClr val="FFFFFF"/>
              </a:solidFill>
              <a:effectLst/>
              <a:uFillTx/>
              <a:latin typeface="Arial"/>
            </a:endParaRPr>
          </a:p>
        </p:txBody>
      </p:sp>
      <p:sp>
        <p:nvSpPr>
          <p:cNvPr id="610" name="Rounded Rectangle 21"/>
          <p:cNvSpPr/>
          <p:nvPr/>
        </p:nvSpPr>
        <p:spPr>
          <a:xfrm>
            <a:off x="9900720" y="2997720"/>
            <a:ext cx="1741680" cy="880560"/>
          </a:xfrm>
          <a:prstGeom prst="roundRect">
            <a:avLst>
              <a:gd name="adj" fmla="val 18000"/>
            </a:avLst>
          </a:prstGeom>
          <a:solidFill>
            <a:srgbClr val="0F1B2A"/>
          </a:solidFill>
          <a:ln w="25400">
            <a:solidFill>
              <a:srgbClr val="4DA3FF"/>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wrap="none" lIns="45720" tIns="27360" rIns="45720" bIns="27360" anchor="ctr">
            <a:noAutofit/>
          </a:bodyPr>
          <a:p>
            <a:pPr algn="ctr" defTabSz="457200">
              <a:lnSpc>
                <a:spcPct val="100000"/>
              </a:lnSpc>
            </a:pPr>
            <a:r>
              <a:rPr lang="en-US" sz="1260" b="1" u="none" strike="noStrike">
                <a:solidFill>
                  <a:srgbClr val="F2F2F2"/>
                </a:solidFill>
                <a:effectLst/>
                <a:uFillTx/>
                <a:latin typeface="Arial"/>
              </a:rPr>
              <a:t>Presupuesto</a:t>
            </a:r>
            <a:endParaRPr lang="en-US" sz="1260" b="0" u="none" strike="noStrike">
              <a:solidFill>
                <a:srgbClr val="FFFFFF"/>
              </a:solidFill>
              <a:effectLst/>
              <a:uFillTx/>
              <a:latin typeface="Arial"/>
            </a:endParaRPr>
          </a:p>
          <a:p>
            <a:pPr algn="ctr" defTabSz="457200">
              <a:lnSpc>
                <a:spcPct val="100000"/>
              </a:lnSpc>
            </a:pPr>
            <a:r>
              <a:rPr lang="en-US" sz="1260" b="0" u="none" strike="noStrike">
                <a:solidFill>
                  <a:srgbClr val="F2F2F2"/>
                </a:solidFill>
                <a:effectLst/>
                <a:uFillTx/>
                <a:latin typeface="Arial"/>
              </a:rPr>
              <a:t>rondas · tokens ·</a:t>
            </a:r>
            <a:endParaRPr lang="en-US" sz="1260" b="0" u="none" strike="noStrike">
              <a:solidFill>
                <a:srgbClr val="FFFFFF"/>
              </a:solidFill>
              <a:effectLst/>
              <a:uFillTx/>
              <a:latin typeface="Arial"/>
            </a:endParaRPr>
          </a:p>
          <a:p>
            <a:pPr algn="ctr" defTabSz="457200">
              <a:lnSpc>
                <a:spcPct val="100000"/>
              </a:lnSpc>
            </a:pPr>
            <a:r>
              <a:rPr lang="en-US" sz="1260" b="0" u="none" strike="noStrike">
                <a:solidFill>
                  <a:srgbClr val="F2F2F2"/>
                </a:solidFill>
                <a:effectLst/>
                <a:uFillTx/>
                <a:latin typeface="Arial"/>
              </a:rPr>
              <a:t>tiempo</a:t>
            </a:r>
            <a:endParaRPr lang="en-US" sz="1260" b="0" u="none" strike="noStrike">
              <a:solidFill>
                <a:srgbClr val="FFFFFF"/>
              </a:solidFill>
              <a:effectLst/>
              <a:uFillTx/>
              <a:latin typeface="Arial"/>
            </a:endParaRPr>
          </a:p>
        </p:txBody>
      </p:sp>
      <p:sp>
        <p:nvSpPr>
          <p:cNvPr id="611" name="Rounded Rectangle 22"/>
          <p:cNvSpPr/>
          <p:nvPr/>
        </p:nvSpPr>
        <p:spPr>
          <a:xfrm>
            <a:off x="7512480" y="4273920"/>
            <a:ext cx="1661040" cy="880560"/>
          </a:xfrm>
          <a:prstGeom prst="roundRect">
            <a:avLst>
              <a:gd name="adj" fmla="val 18000"/>
            </a:avLst>
          </a:prstGeom>
          <a:solidFill>
            <a:srgbClr val="2A1608"/>
          </a:solidFill>
          <a:ln w="25400">
            <a:solidFill>
              <a:srgbClr val="FF6B1A"/>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wrap="none" lIns="45720" tIns="27360" rIns="45720" bIns="27360" anchor="ctr">
            <a:noAutofit/>
          </a:bodyPr>
          <a:p>
            <a:pPr algn="ctr" defTabSz="457200">
              <a:lnSpc>
                <a:spcPct val="100000"/>
              </a:lnSpc>
            </a:pPr>
            <a:r>
              <a:rPr lang="en-US" sz="1260" b="1" u="none" strike="noStrike">
                <a:solidFill>
                  <a:srgbClr val="F2F2F2"/>
                </a:solidFill>
                <a:effectLst/>
                <a:uFillTx/>
                <a:latin typeface="Arial"/>
              </a:rPr>
              <a:t>Redactar informe</a:t>
            </a:r>
            <a:endParaRPr lang="en-US" sz="1260" b="0" u="none" strike="noStrike">
              <a:solidFill>
                <a:srgbClr val="FFFFFF"/>
              </a:solidFill>
              <a:effectLst/>
              <a:uFillTx/>
              <a:latin typeface="Arial"/>
            </a:endParaRPr>
          </a:p>
          <a:p>
            <a:pPr algn="ctr" defTabSz="457200">
              <a:lnSpc>
                <a:spcPct val="100000"/>
              </a:lnSpc>
            </a:pPr>
            <a:r>
              <a:rPr lang="en-US" sz="1260" b="0" u="none" strike="noStrike">
                <a:solidFill>
                  <a:srgbClr val="F2F2F2"/>
                </a:solidFill>
                <a:effectLst/>
                <a:uFillTx/>
                <a:latin typeface="Arial"/>
              </a:rPr>
              <a:t>(LLM, desde</a:t>
            </a:r>
            <a:endParaRPr lang="en-US" sz="1260" b="0" u="none" strike="noStrike">
              <a:solidFill>
                <a:srgbClr val="FFFFFF"/>
              </a:solidFill>
              <a:effectLst/>
              <a:uFillTx/>
              <a:latin typeface="Arial"/>
            </a:endParaRPr>
          </a:p>
          <a:p>
            <a:pPr algn="ctr" defTabSz="457200">
              <a:lnSpc>
                <a:spcPct val="100000"/>
              </a:lnSpc>
            </a:pPr>
            <a:r>
              <a:rPr lang="en-US" sz="1260" b="0" u="none" strike="noStrike">
                <a:solidFill>
                  <a:srgbClr val="F2F2F2"/>
                </a:solidFill>
                <a:effectLst/>
                <a:uFillTx/>
                <a:latin typeface="Arial"/>
              </a:rPr>
              <a:t>las notas)</a:t>
            </a:r>
            <a:endParaRPr lang="en-US" sz="1260" b="0" u="none" strike="noStrike">
              <a:solidFill>
                <a:srgbClr val="FFFFFF"/>
              </a:solidFill>
              <a:effectLst/>
              <a:uFillTx/>
              <a:latin typeface="Arial"/>
            </a:endParaRPr>
          </a:p>
        </p:txBody>
      </p:sp>
      <p:sp>
        <p:nvSpPr>
          <p:cNvPr id="612" name="Rounded Rectangle 23"/>
          <p:cNvSpPr/>
          <p:nvPr/>
        </p:nvSpPr>
        <p:spPr>
          <a:xfrm>
            <a:off x="5002920" y="4384800"/>
            <a:ext cx="1822320" cy="658440"/>
          </a:xfrm>
          <a:prstGeom prst="roundRect">
            <a:avLst>
              <a:gd name="adj" fmla="val 18000"/>
            </a:avLst>
          </a:prstGeom>
          <a:solidFill>
            <a:srgbClr val="181818"/>
          </a:solidFill>
          <a:ln w="25400">
            <a:solidFill>
              <a:srgbClr val="9A9A9A"/>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wrap="none" lIns="45720" tIns="27360" rIns="45720" bIns="27360" anchor="ctr">
            <a:noAutofit/>
          </a:bodyPr>
          <a:p>
            <a:pPr algn="ctr" defTabSz="457200">
              <a:lnSpc>
                <a:spcPct val="100000"/>
              </a:lnSpc>
            </a:pPr>
            <a:r>
              <a:rPr lang="en-US" sz="1260" b="0" u="none" strike="noStrike">
                <a:solidFill>
                  <a:srgbClr val="F2F2F2"/>
                </a:solidFill>
                <a:effectLst/>
                <a:uFillTx/>
                <a:latin typeface="Arial"/>
              </a:rPr>
              <a:t>Informe con citas</a:t>
            </a:r>
            <a:endParaRPr lang="en-US" sz="1260" b="0" u="none" strike="noStrike">
              <a:solidFill>
                <a:srgbClr val="FFFFFF"/>
              </a:solidFill>
              <a:effectLst/>
              <a:uFillTx/>
              <a:latin typeface="Arial"/>
            </a:endParaRPr>
          </a:p>
          <a:p>
            <a:pPr algn="ctr" defTabSz="457200">
              <a:lnSpc>
                <a:spcPct val="100000"/>
              </a:lnSpc>
            </a:pPr>
            <a:r>
              <a:rPr lang="en-US" sz="1260" b="0" u="none" strike="noStrike">
                <a:solidFill>
                  <a:srgbClr val="F2F2F2"/>
                </a:solidFill>
                <a:effectLst/>
                <a:uFillTx/>
                <a:latin typeface="Arial"/>
              </a:rPr>
              <a:t>+ brechas abiertas</a:t>
            </a:r>
            <a:endParaRPr lang="en-US" sz="1260" b="0" u="none" strike="noStrike">
              <a:solidFill>
                <a:srgbClr val="FFFFFF"/>
              </a:solidFill>
              <a:effectLst/>
              <a:uFillTx/>
              <a:latin typeface="Arial"/>
            </a:endParaRPr>
          </a:p>
        </p:txBody>
      </p:sp>
      <p:sp>
        <p:nvSpPr>
          <p:cNvPr id="613" name="TextBox 24"/>
          <p:cNvSpPr/>
          <p:nvPr/>
        </p:nvSpPr>
        <p:spPr>
          <a:xfrm>
            <a:off x="548640" y="5577840"/>
            <a:ext cx="11094120" cy="456840"/>
          </a:xfrm>
          <a:prstGeom prst="rect">
            <a:avLst/>
          </a:prstGeom>
          <a:noFill/>
          <a:ln w="0">
            <a:noFill/>
          </a:ln>
        </p:spPr>
        <p:style>
          <a:lnRef idx="0"/>
          <a:fillRef idx="0"/>
          <a:effectRef idx="0"/>
          <a:fontRef idx="minor"/>
        </p:style>
        <p:txBody>
          <a:bodyPr lIns="18360" tIns="9000" rIns="18360" bIns="9000" anchor="ctr">
            <a:spAutoFit/>
          </a:bodyPr>
          <a:p>
            <a:pPr defTabSz="457200">
              <a:lnSpc>
                <a:spcPct val="100000"/>
              </a:lnSpc>
            </a:pPr>
            <a:r>
              <a:rPr lang="en-US" sz="1400" b="0" i="1" u="none" strike="noStrike">
                <a:solidFill>
                  <a:srgbClr val="D6D6D6"/>
                </a:solidFill>
                <a:effectLst/>
                <a:uFillTx/>
                <a:latin typeface="Arial"/>
              </a:rPr>
              <a:t>Un director planifica, investigadores trabajan en paralelo con contexto propio, y las notas se acumulan.</a:t>
            </a:r>
            <a:endParaRPr lang="en-US" sz="1400" b="0" u="none" strike="noStrike">
              <a:solidFill>
                <a:srgbClr val="FFFFFF"/>
              </a:solidFill>
              <a:effectLst/>
              <a:uFillTx/>
              <a:latin typeface="Arial"/>
            </a:endParaRPr>
          </a:p>
        </p:txBody>
      </p:sp>
      <p:sp>
        <p:nvSpPr>
          <p:cNvPr id="614" name="Rounded Rectangle 25"/>
          <p:cNvSpPr/>
          <p:nvPr/>
        </p:nvSpPr>
        <p:spPr>
          <a:xfrm>
            <a:off x="548640" y="6172200"/>
            <a:ext cx="164160" cy="164160"/>
          </a:xfrm>
          <a:prstGeom prst="roundRect">
            <a:avLst>
              <a:gd name="adj" fmla="val 25000"/>
            </a:avLst>
          </a:prstGeom>
          <a:solidFill>
            <a:srgbClr val="2A1608"/>
          </a:solidFill>
          <a:ln w="19050">
            <a:solidFill>
              <a:srgbClr val="FF6B1A"/>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615" name="TextBox 26"/>
          <p:cNvSpPr/>
          <p:nvPr/>
        </p:nvSpPr>
        <p:spPr>
          <a:xfrm>
            <a:off x="777240" y="6144840"/>
            <a:ext cx="1014840" cy="228240"/>
          </a:xfrm>
          <a:prstGeom prst="rect">
            <a:avLst/>
          </a:prstGeom>
          <a:noFill/>
          <a:ln w="0">
            <a:noFill/>
          </a:ln>
        </p:spPr>
        <p:style>
          <a:lnRef idx="0"/>
          <a:fillRef idx="0"/>
          <a:effectRef idx="0"/>
          <a:fontRef idx="minor"/>
        </p:style>
        <p:txBody>
          <a:bodyPr lIns="18360" tIns="9000" rIns="18360" bIns="9000" anchor="t">
            <a:spAutoFit/>
          </a:bodyPr>
          <a:p>
            <a:pPr defTabSz="457200">
              <a:lnSpc>
                <a:spcPct val="100000"/>
              </a:lnSpc>
            </a:pPr>
            <a:r>
              <a:rPr lang="en-US" sz="1050" b="0" u="none" strike="noStrike">
                <a:solidFill>
                  <a:srgbClr val="D6D6D6"/>
                </a:solidFill>
                <a:effectLst/>
                <a:uFillTx/>
                <a:latin typeface="Arial"/>
              </a:rPr>
              <a:t>Decide el LLM</a:t>
            </a:r>
            <a:endParaRPr lang="en-US" sz="1050" b="0" u="none" strike="noStrike">
              <a:solidFill>
                <a:srgbClr val="FFFFFF"/>
              </a:solidFill>
              <a:effectLst/>
              <a:uFillTx/>
              <a:latin typeface="Arial"/>
            </a:endParaRPr>
          </a:p>
        </p:txBody>
      </p:sp>
      <p:sp>
        <p:nvSpPr>
          <p:cNvPr id="616" name="Rounded Rectangle 27"/>
          <p:cNvSpPr/>
          <p:nvPr/>
        </p:nvSpPr>
        <p:spPr>
          <a:xfrm>
            <a:off x="2048400" y="6172200"/>
            <a:ext cx="164160" cy="164160"/>
          </a:xfrm>
          <a:prstGeom prst="roundRect">
            <a:avLst>
              <a:gd name="adj" fmla="val 25000"/>
            </a:avLst>
          </a:prstGeom>
          <a:solidFill>
            <a:srgbClr val="0F1B2A"/>
          </a:solidFill>
          <a:ln w="19050">
            <a:solidFill>
              <a:srgbClr val="4DA3FF"/>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617" name="TextBox 28"/>
          <p:cNvSpPr/>
          <p:nvPr/>
        </p:nvSpPr>
        <p:spPr>
          <a:xfrm>
            <a:off x="2277000" y="6144840"/>
            <a:ext cx="1227960" cy="228240"/>
          </a:xfrm>
          <a:prstGeom prst="rect">
            <a:avLst/>
          </a:prstGeom>
          <a:noFill/>
          <a:ln w="0">
            <a:noFill/>
          </a:ln>
        </p:spPr>
        <p:style>
          <a:lnRef idx="0"/>
          <a:fillRef idx="0"/>
          <a:effectRef idx="0"/>
          <a:fontRef idx="minor"/>
        </p:style>
        <p:txBody>
          <a:bodyPr lIns="18360" tIns="9000" rIns="18360" bIns="9000" anchor="t">
            <a:spAutoFit/>
          </a:bodyPr>
          <a:p>
            <a:pPr defTabSz="457200">
              <a:lnSpc>
                <a:spcPct val="100000"/>
              </a:lnSpc>
            </a:pPr>
            <a:r>
              <a:rPr lang="en-US" sz="1050" b="0" u="none" strike="noStrike">
                <a:solidFill>
                  <a:srgbClr val="D6D6D6"/>
                </a:solidFill>
                <a:effectLst/>
                <a:uFillTx/>
                <a:latin typeface="Arial"/>
              </a:rPr>
              <a:t>Decide el código</a:t>
            </a:r>
            <a:endParaRPr lang="en-US" sz="1050" b="0" u="none" strike="noStrike">
              <a:solidFill>
                <a:srgbClr val="FFFFFF"/>
              </a:solidFill>
              <a:effectLst/>
              <a:uFillTx/>
              <a:latin typeface="Arial"/>
            </a:endParaRPr>
          </a:p>
        </p:txBody>
      </p:sp>
      <p:sp>
        <p:nvSpPr>
          <p:cNvPr id="618" name="Rounded Rectangle 29"/>
          <p:cNvSpPr/>
          <p:nvPr/>
        </p:nvSpPr>
        <p:spPr>
          <a:xfrm>
            <a:off x="3761280" y="6172200"/>
            <a:ext cx="164160" cy="164160"/>
          </a:xfrm>
          <a:prstGeom prst="roundRect">
            <a:avLst>
              <a:gd name="adj" fmla="val 25000"/>
            </a:avLst>
          </a:prstGeom>
          <a:solidFill>
            <a:srgbClr val="0F2416"/>
          </a:solidFill>
          <a:ln w="19050">
            <a:solidFill>
              <a:srgbClr val="3DDC84"/>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619" name="TextBox 30"/>
          <p:cNvSpPr/>
          <p:nvPr/>
        </p:nvSpPr>
        <p:spPr>
          <a:xfrm>
            <a:off x="3989880" y="6144840"/>
            <a:ext cx="2009520" cy="228240"/>
          </a:xfrm>
          <a:prstGeom prst="rect">
            <a:avLst/>
          </a:prstGeom>
          <a:noFill/>
          <a:ln w="0">
            <a:noFill/>
          </a:ln>
        </p:spPr>
        <p:style>
          <a:lnRef idx="0"/>
          <a:fillRef idx="0"/>
          <a:effectRef idx="0"/>
          <a:fontRef idx="minor"/>
        </p:style>
        <p:txBody>
          <a:bodyPr lIns="18360" tIns="9000" rIns="18360" bIns="9000" anchor="t">
            <a:spAutoFit/>
          </a:bodyPr>
          <a:p>
            <a:pPr defTabSz="457200">
              <a:lnSpc>
                <a:spcPct val="100000"/>
              </a:lnSpc>
            </a:pPr>
            <a:r>
              <a:rPr lang="en-US" sz="1050" b="0" u="none" strike="noStrike">
                <a:solidFill>
                  <a:srgbClr val="D6D6D6"/>
                </a:solidFill>
                <a:effectLst/>
                <a:uFillTx/>
                <a:latin typeface="Arial"/>
              </a:rPr>
              <a:t>Herramienta / mundo externo</a:t>
            </a:r>
            <a:endParaRPr lang="en-US" sz="1050" b="0" u="none" strike="noStrike">
              <a:solidFill>
                <a:srgbClr val="FFFFFF"/>
              </a:solidFill>
              <a:effectLst/>
              <a:uFillTx/>
              <a:latin typeface="Arial"/>
            </a:endParaRPr>
          </a:p>
        </p:txBody>
      </p:sp>
      <p:sp>
        <p:nvSpPr>
          <p:cNvPr id="620" name="Rounded Rectangle 31"/>
          <p:cNvSpPr/>
          <p:nvPr/>
        </p:nvSpPr>
        <p:spPr>
          <a:xfrm>
            <a:off x="6255720" y="6172200"/>
            <a:ext cx="164160" cy="164160"/>
          </a:xfrm>
          <a:prstGeom prst="roundRect">
            <a:avLst>
              <a:gd name="adj" fmla="val 25000"/>
            </a:avLst>
          </a:prstGeom>
          <a:solidFill>
            <a:srgbClr val="2A2408"/>
          </a:solidFill>
          <a:ln w="19050">
            <a:solidFill>
              <a:srgbClr val="F5C542"/>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621" name="TextBox 32"/>
          <p:cNvSpPr/>
          <p:nvPr/>
        </p:nvSpPr>
        <p:spPr>
          <a:xfrm>
            <a:off x="6484320" y="6144840"/>
            <a:ext cx="2293560" cy="228240"/>
          </a:xfrm>
          <a:prstGeom prst="rect">
            <a:avLst/>
          </a:prstGeom>
          <a:noFill/>
          <a:ln w="0">
            <a:noFill/>
          </a:ln>
        </p:spPr>
        <p:style>
          <a:lnRef idx="0"/>
          <a:fillRef idx="0"/>
          <a:effectRef idx="0"/>
          <a:fontRef idx="minor"/>
        </p:style>
        <p:txBody>
          <a:bodyPr lIns="18360" tIns="9000" rIns="18360" bIns="9000" anchor="t">
            <a:spAutoFit/>
          </a:bodyPr>
          <a:p>
            <a:pPr defTabSz="457200">
              <a:lnSpc>
                <a:spcPct val="100000"/>
              </a:lnSpc>
            </a:pPr>
            <a:r>
              <a:rPr lang="en-US" sz="1050" b="0" u="none" strike="noStrike">
                <a:solidFill>
                  <a:srgbClr val="D6D6D6"/>
                </a:solidFill>
                <a:effectLst/>
                <a:uFillTx/>
                <a:latin typeface="Arial"/>
              </a:rPr>
              <a:t>Artefacto o contexto compartido</a:t>
            </a:r>
            <a:endParaRPr lang="en-US" sz="1050" b="0" u="none" strike="noStrike">
              <a:solidFill>
                <a:srgbClr val="FFFFFF"/>
              </a:solidFill>
              <a:effectLst/>
              <a:uFillTx/>
              <a:latin typeface="Arial"/>
            </a:endParaRPr>
          </a:p>
        </p:txBody>
      </p:sp>
      <p:sp>
        <p:nvSpPr>
          <p:cNvPr id="622" name="Rounded Rectangle 33"/>
          <p:cNvSpPr/>
          <p:nvPr/>
        </p:nvSpPr>
        <p:spPr>
          <a:xfrm>
            <a:off x="9034200" y="6172200"/>
            <a:ext cx="164160" cy="164160"/>
          </a:xfrm>
          <a:prstGeom prst="roundRect">
            <a:avLst>
              <a:gd name="adj" fmla="val 25000"/>
            </a:avLst>
          </a:prstGeom>
          <a:solidFill>
            <a:srgbClr val="181818"/>
          </a:solidFill>
          <a:ln w="19050">
            <a:solidFill>
              <a:srgbClr val="9A9A9A"/>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623" name="TextBox 34"/>
          <p:cNvSpPr/>
          <p:nvPr/>
        </p:nvSpPr>
        <p:spPr>
          <a:xfrm>
            <a:off x="9262800" y="6144840"/>
            <a:ext cx="1227960" cy="228240"/>
          </a:xfrm>
          <a:prstGeom prst="rect">
            <a:avLst/>
          </a:prstGeom>
          <a:noFill/>
          <a:ln w="0">
            <a:noFill/>
          </a:ln>
        </p:spPr>
        <p:style>
          <a:lnRef idx="0"/>
          <a:fillRef idx="0"/>
          <a:effectRef idx="0"/>
          <a:fontRef idx="minor"/>
        </p:style>
        <p:txBody>
          <a:bodyPr lIns="18360" tIns="9000" rIns="18360" bIns="9000" anchor="t">
            <a:spAutoFit/>
          </a:bodyPr>
          <a:p>
            <a:pPr defTabSz="457200">
              <a:lnSpc>
                <a:spcPct val="100000"/>
              </a:lnSpc>
            </a:pPr>
            <a:r>
              <a:rPr lang="en-US" sz="1050" b="0" u="none" strike="noStrike">
                <a:solidFill>
                  <a:srgbClr val="D6D6D6"/>
                </a:solidFill>
                <a:effectLst/>
                <a:uFillTx/>
                <a:latin typeface="Arial"/>
              </a:rPr>
              <a:t>Entrada / salida</a:t>
            </a:r>
            <a:endParaRPr lang="en-US" sz="105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2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00000"/>
        </a:solidFill>
      </p:bgPr>
    </p:bg>
    <p:spTree>
      <p:nvGrpSpPr>
        <p:cNvPr id="1" name=""/>
        <p:cNvGrpSpPr/>
        <p:nvPr/>
      </p:nvGrpSpPr>
      <p:grpSpPr>
        <a:xfrm>
          <a:off x="0" y="0"/>
          <a:ext cx="0" cy="0"/>
          <a:chOff x="0" y="0"/>
          <a:chExt cx="0" cy="0"/>
        </a:xfrm>
      </p:grpSpPr>
      <p:sp>
        <p:nvSpPr>
          <p:cNvPr id="624" name="TextBox 1"/>
          <p:cNvSpPr/>
          <p:nvPr/>
        </p:nvSpPr>
        <p:spPr>
          <a:xfrm>
            <a:off x="548640" y="329040"/>
            <a:ext cx="8229240" cy="273960"/>
          </a:xfrm>
          <a:prstGeom prst="rect">
            <a:avLst/>
          </a:prstGeom>
          <a:noFill/>
          <a:ln w="0">
            <a:noFill/>
          </a:ln>
        </p:spPr>
        <p:style>
          <a:lnRef idx="0"/>
          <a:fillRef idx="0"/>
          <a:effectRef idx="0"/>
          <a:fontRef idx="minor"/>
        </p:style>
        <p:txBody>
          <a:bodyPr lIns="18360" tIns="9000" rIns="18360" bIns="9000" anchor="t">
            <a:spAutoFit/>
          </a:bodyPr>
          <a:p>
            <a:pPr defTabSz="457200">
              <a:lnSpc>
                <a:spcPct val="100000"/>
              </a:lnSpc>
            </a:pPr>
            <a:r>
              <a:rPr lang="en-US" sz="1150" b="1" u="none" strike="noStrike">
                <a:solidFill>
                  <a:srgbClr val="FF6B1A"/>
                </a:solidFill>
                <a:effectLst/>
                <a:uFillTx/>
                <a:latin typeface="Arial"/>
              </a:rPr>
              <a:t>ARQUETIPO 6 DE 6 · DEEP RESEARCH</a:t>
            </a:r>
            <a:endParaRPr lang="en-US" sz="1150" b="0" u="none" strike="noStrike">
              <a:solidFill>
                <a:srgbClr val="FFFFFF"/>
              </a:solidFill>
              <a:effectLst/>
              <a:uFillTx/>
              <a:latin typeface="Arial"/>
            </a:endParaRPr>
          </a:p>
        </p:txBody>
      </p:sp>
      <p:sp>
        <p:nvSpPr>
          <p:cNvPr id="625" name="TextBox 2"/>
          <p:cNvSpPr/>
          <p:nvPr/>
        </p:nvSpPr>
        <p:spPr>
          <a:xfrm>
            <a:off x="548640" y="603360"/>
            <a:ext cx="11094120" cy="639720"/>
          </a:xfrm>
          <a:prstGeom prst="rect">
            <a:avLst/>
          </a:prstGeom>
          <a:noFill/>
          <a:ln w="0">
            <a:noFill/>
          </a:ln>
        </p:spPr>
        <p:style>
          <a:lnRef idx="0"/>
          <a:fillRef idx="0"/>
          <a:effectRef idx="0"/>
          <a:fontRef idx="minor"/>
        </p:style>
        <p:txBody>
          <a:bodyPr lIns="18360" tIns="9000" rIns="18360" bIns="9000" anchor="ctr">
            <a:spAutoFit/>
          </a:bodyPr>
          <a:p>
            <a:pPr defTabSz="457200">
              <a:lnSpc>
                <a:spcPct val="100000"/>
              </a:lnSpc>
            </a:pPr>
            <a:r>
              <a:rPr lang="en-US" sz="2600" b="1" u="none" strike="noStrike">
                <a:solidFill>
                  <a:srgbClr val="F2F2F2"/>
                </a:solidFill>
                <a:effectLst/>
                <a:uFillTx/>
                <a:latin typeface="Arial"/>
              </a:rPr>
              <a:t>Deep Research: las tres decisiones de orquestación</a:t>
            </a:r>
            <a:endParaRPr lang="en-US" sz="2600" b="0" u="none" strike="noStrike">
              <a:solidFill>
                <a:srgbClr val="FFFFFF"/>
              </a:solidFill>
              <a:effectLst/>
              <a:uFillTx/>
              <a:latin typeface="Arial"/>
            </a:endParaRPr>
          </a:p>
        </p:txBody>
      </p:sp>
      <p:sp>
        <p:nvSpPr>
          <p:cNvPr id="626" name="TextBox 3"/>
          <p:cNvSpPr/>
          <p:nvPr/>
        </p:nvSpPr>
        <p:spPr>
          <a:xfrm>
            <a:off x="548640" y="6492240"/>
            <a:ext cx="7314840" cy="228240"/>
          </a:xfrm>
          <a:prstGeom prst="rect">
            <a:avLst/>
          </a:prstGeom>
          <a:noFill/>
          <a:ln w="0">
            <a:noFill/>
          </a:ln>
        </p:spPr>
        <p:style>
          <a:lnRef idx="0"/>
          <a:fillRef idx="0"/>
          <a:effectRef idx="0"/>
          <a:fontRef idx="minor"/>
        </p:style>
        <p:txBody>
          <a:bodyPr lIns="18360" tIns="9000" rIns="18360" bIns="9000" anchor="t">
            <a:spAutoFit/>
          </a:bodyPr>
          <a:p>
            <a:pPr defTabSz="457200">
              <a:lnSpc>
                <a:spcPct val="100000"/>
              </a:lnSpc>
            </a:pPr>
            <a:r>
              <a:rPr lang="en-US" sz="900" b="0" u="none" strike="noStrike">
                <a:solidFill>
                  <a:srgbClr val="9A9A9A"/>
                </a:solidFill>
                <a:effectLst/>
                <a:uFillTx/>
                <a:latin typeface="Arial"/>
              </a:rPr>
              <a:t>Arquetipos de agentes · Módulo 5 · UTDT</a:t>
            </a:r>
            <a:endParaRPr lang="en-US" sz="900" b="0" u="none" strike="noStrike">
              <a:solidFill>
                <a:srgbClr val="FFFFFF"/>
              </a:solidFill>
              <a:effectLst/>
              <a:uFillTx/>
              <a:latin typeface="Arial"/>
            </a:endParaRPr>
          </a:p>
        </p:txBody>
      </p:sp>
      <p:sp>
        <p:nvSpPr>
          <p:cNvPr id="627" name="TextBox 4"/>
          <p:cNvSpPr/>
          <p:nvPr/>
        </p:nvSpPr>
        <p:spPr>
          <a:xfrm>
            <a:off x="10271520" y="6492240"/>
            <a:ext cx="1371240" cy="228240"/>
          </a:xfrm>
          <a:prstGeom prst="rect">
            <a:avLst/>
          </a:prstGeom>
          <a:noFill/>
          <a:ln w="0">
            <a:noFill/>
          </a:ln>
        </p:spPr>
        <p:style>
          <a:lnRef idx="0"/>
          <a:fillRef idx="0"/>
          <a:effectRef idx="0"/>
          <a:fontRef idx="minor"/>
        </p:style>
        <p:txBody>
          <a:bodyPr lIns="18360" tIns="9000" rIns="18360" bIns="9000" anchor="t">
            <a:spAutoFit/>
          </a:bodyPr>
          <a:p>
            <a:pPr algn="r" defTabSz="457200">
              <a:lnSpc>
                <a:spcPct val="100000"/>
              </a:lnSpc>
            </a:pPr>
            <a:r>
              <a:rPr lang="en-US" sz="900" b="0" u="none" strike="noStrike">
                <a:solidFill>
                  <a:srgbClr val="9A9A9A"/>
                </a:solidFill>
                <a:effectLst/>
                <a:uFillTx/>
                <a:latin typeface="Arial"/>
              </a:rPr>
              <a:t>29 / 35</a:t>
            </a:r>
            <a:endParaRPr lang="en-US" sz="900" b="0" u="none" strike="noStrike">
              <a:solidFill>
                <a:srgbClr val="FFFFFF"/>
              </a:solidFill>
              <a:effectLst/>
              <a:uFillTx/>
              <a:latin typeface="Arial"/>
            </a:endParaRPr>
          </a:p>
        </p:txBody>
      </p:sp>
      <p:sp>
        <p:nvSpPr>
          <p:cNvPr id="628" name="Rectangle 5"/>
          <p:cNvSpPr/>
          <p:nvPr/>
        </p:nvSpPr>
        <p:spPr>
          <a:xfrm>
            <a:off x="548640" y="1417320"/>
            <a:ext cx="3563640" cy="4388760"/>
          </a:xfrm>
          <a:prstGeom prst="rect">
            <a:avLst/>
          </a:prstGeom>
          <a:solidFill>
            <a:srgbClr val="0E0E0E"/>
          </a:solidFill>
          <a:ln>
            <a:solidFill>
              <a:srgbClr val="2A2A2A"/>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629" name="Rectangle 6"/>
          <p:cNvSpPr/>
          <p:nvPr/>
        </p:nvSpPr>
        <p:spPr>
          <a:xfrm>
            <a:off x="548640" y="1417320"/>
            <a:ext cx="3563640" cy="63720"/>
          </a:xfrm>
          <a:prstGeom prst="rect">
            <a:avLst/>
          </a:prstGeom>
          <a:solidFill>
            <a:srgbClr val="FF6B1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19080" rIns="90000" bIns="19080" anchor="ctr">
            <a:noAutofit/>
          </a:bodyPr>
          <a:p>
            <a:endParaRPr lang="en-US" sz="1800" b="0" u="none" strike="noStrike">
              <a:solidFill>
                <a:schemeClr val="lt1"/>
              </a:solidFill>
              <a:effectLst/>
              <a:uFillTx/>
              <a:latin typeface="Calibri"/>
            </a:endParaRPr>
          </a:p>
        </p:txBody>
      </p:sp>
      <p:sp>
        <p:nvSpPr>
          <p:cNvPr id="630" name="TextBox 7"/>
          <p:cNvSpPr/>
          <p:nvPr/>
        </p:nvSpPr>
        <p:spPr>
          <a:xfrm>
            <a:off x="713160" y="1563480"/>
            <a:ext cx="3234600" cy="4187520"/>
          </a:xfrm>
          <a:prstGeom prst="rect">
            <a:avLst/>
          </a:prstGeom>
          <a:noFill/>
          <a:ln w="0">
            <a:noFill/>
          </a:ln>
        </p:spPr>
        <p:style>
          <a:lnRef idx="0"/>
          <a:fillRef idx="0"/>
          <a:effectRef idx="0"/>
          <a:fontRef idx="minor"/>
        </p:style>
        <p:txBody>
          <a:bodyPr lIns="18360" tIns="0" rIns="18360" bIns="0" anchor="t">
            <a:spAutoFit/>
          </a:bodyPr>
          <a:p>
            <a:pPr defTabSz="457200">
              <a:lnSpc>
                <a:spcPct val="100000"/>
              </a:lnSpc>
              <a:spcAft>
                <a:spcPts val="799"/>
              </a:spcAft>
            </a:pPr>
            <a:r>
              <a:rPr lang="en-US" sz="1790" b="1" u="none" strike="noStrike">
                <a:solidFill>
                  <a:srgbClr val="FF6B1A"/>
                </a:solidFill>
                <a:effectLst/>
                <a:uFillTx/>
                <a:latin typeface="Arial"/>
              </a:rPr>
              <a:t>Qué se ejecuta después</a:t>
            </a:r>
            <a:endParaRPr lang="en-US" sz="1790" b="0" u="none" strike="noStrike">
              <a:solidFill>
                <a:srgbClr val="FFFFFF"/>
              </a:solidFill>
              <a:effectLst/>
              <a:uFillTx/>
              <a:latin typeface="Arial"/>
            </a:endParaRPr>
          </a:p>
          <a:p>
            <a:pPr marL="171360" indent="-171360" defTabSz="457200">
              <a:lnSpc>
                <a:spcPct val="100000"/>
              </a:lnSpc>
              <a:spcAft>
                <a:spcPts val="879"/>
              </a:spcAft>
              <a:buClr>
                <a:srgbClr val="D6D6D6"/>
              </a:buClr>
              <a:buFont typeface="Symbol" charset="2"/>
              <a:buChar char=""/>
            </a:pPr>
            <a:r>
              <a:rPr lang="en-US" sz="1600" b="0" u="none" strike="noStrike">
                <a:solidFill>
                  <a:srgbClr val="D6D6D6"/>
                </a:solidFill>
                <a:effectLst/>
                <a:uFillTx/>
                <a:latin typeface="Arial"/>
              </a:rPr>
              <a:t>Un LLM director decide qué investigar y cuándo hay suficiente; el número de rondas no se conoce.</a:t>
            </a:r>
            <a:endParaRPr lang="en-US" sz="1600" b="0" u="none" strike="noStrike">
              <a:solidFill>
                <a:srgbClr val="FFFFFF"/>
              </a:solidFill>
              <a:effectLst/>
              <a:uFillTx/>
              <a:latin typeface="Arial"/>
            </a:endParaRPr>
          </a:p>
          <a:p>
            <a:pPr marL="171360" indent="-171360" defTabSz="457200">
              <a:lnSpc>
                <a:spcPct val="100000"/>
              </a:lnSpc>
              <a:spcAft>
                <a:spcPts val="879"/>
              </a:spcAft>
              <a:buClr>
                <a:srgbClr val="D6D6D6"/>
              </a:buClr>
              <a:buFont typeface="Symbol" charset="2"/>
              <a:buChar char=""/>
            </a:pPr>
            <a:r>
              <a:rPr lang="en-US" sz="1600" b="0" u="none" strike="noStrike">
                <a:solidFill>
                  <a:srgbClr val="D6D6D6"/>
                </a:solidFill>
                <a:effectLst/>
                <a:uFillTx/>
                <a:latin typeface="Arial"/>
              </a:rPr>
              <a:t>Dentro de cada ronda, las sub-consultas corren en paralelo; cada investigador puede ser un ReAct.</a:t>
            </a:r>
            <a:endParaRPr lang="en-US" sz="1600" b="0" u="none" strike="noStrike">
              <a:solidFill>
                <a:srgbClr val="FFFFFF"/>
              </a:solidFill>
              <a:effectLst/>
              <a:uFillTx/>
              <a:latin typeface="Arial"/>
            </a:endParaRPr>
          </a:p>
          <a:p>
            <a:pPr marL="171360" indent="-171360" defTabSz="457200">
              <a:lnSpc>
                <a:spcPct val="100000"/>
              </a:lnSpc>
              <a:spcAft>
                <a:spcPts val="879"/>
              </a:spcAft>
              <a:buClr>
                <a:srgbClr val="D6D6D6"/>
              </a:buClr>
              <a:buFont typeface="Symbol" charset="2"/>
              <a:buChar char=""/>
            </a:pPr>
            <a:r>
              <a:rPr lang="en-US" sz="1600" b="0" u="none" strike="noStrike">
                <a:solidFill>
                  <a:srgbClr val="D6D6D6"/>
                </a:solidFill>
                <a:effectLst/>
                <a:uFillTx/>
                <a:latin typeface="Arial"/>
              </a:rPr>
              <a:t>El código impone los presupuestos y coordina el paralelismo.</a:t>
            </a:r>
            <a:endParaRPr lang="en-US" sz="1600" b="0" u="none" strike="noStrike">
              <a:solidFill>
                <a:srgbClr val="FFFFFF"/>
              </a:solidFill>
              <a:effectLst/>
              <a:uFillTx/>
              <a:latin typeface="Arial"/>
            </a:endParaRPr>
          </a:p>
        </p:txBody>
      </p:sp>
      <p:sp>
        <p:nvSpPr>
          <p:cNvPr id="631" name="Rectangle 8"/>
          <p:cNvSpPr/>
          <p:nvPr/>
        </p:nvSpPr>
        <p:spPr>
          <a:xfrm>
            <a:off x="4313880" y="1417320"/>
            <a:ext cx="3563640" cy="4388760"/>
          </a:xfrm>
          <a:prstGeom prst="rect">
            <a:avLst/>
          </a:prstGeom>
          <a:solidFill>
            <a:srgbClr val="0E0E0E"/>
          </a:solidFill>
          <a:ln>
            <a:solidFill>
              <a:srgbClr val="2A2A2A"/>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632" name="Rectangle 9"/>
          <p:cNvSpPr/>
          <p:nvPr/>
        </p:nvSpPr>
        <p:spPr>
          <a:xfrm>
            <a:off x="4313880" y="1417320"/>
            <a:ext cx="3563640" cy="63720"/>
          </a:xfrm>
          <a:prstGeom prst="rect">
            <a:avLst/>
          </a:prstGeom>
          <a:solidFill>
            <a:srgbClr val="F5C542"/>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19080" rIns="90000" bIns="19080" anchor="ctr">
            <a:noAutofit/>
          </a:bodyPr>
          <a:p>
            <a:endParaRPr lang="en-US" sz="1800" b="0" u="none" strike="noStrike">
              <a:solidFill>
                <a:schemeClr val="lt1"/>
              </a:solidFill>
              <a:effectLst/>
              <a:uFillTx/>
              <a:latin typeface="Calibri"/>
            </a:endParaRPr>
          </a:p>
        </p:txBody>
      </p:sp>
      <p:sp>
        <p:nvSpPr>
          <p:cNvPr id="633" name="TextBox 10"/>
          <p:cNvSpPr/>
          <p:nvPr/>
        </p:nvSpPr>
        <p:spPr>
          <a:xfrm>
            <a:off x="4478400" y="1563480"/>
            <a:ext cx="3234600" cy="4187520"/>
          </a:xfrm>
          <a:prstGeom prst="rect">
            <a:avLst/>
          </a:prstGeom>
          <a:noFill/>
          <a:ln w="0">
            <a:noFill/>
          </a:ln>
        </p:spPr>
        <p:style>
          <a:lnRef idx="0"/>
          <a:fillRef idx="0"/>
          <a:effectRef idx="0"/>
          <a:fontRef idx="minor"/>
        </p:style>
        <p:txBody>
          <a:bodyPr lIns="18360" tIns="0" rIns="18360" bIns="0" anchor="t">
            <a:spAutoFit/>
          </a:bodyPr>
          <a:p>
            <a:pPr defTabSz="457200">
              <a:lnSpc>
                <a:spcPct val="100000"/>
              </a:lnSpc>
              <a:spcAft>
                <a:spcPts val="799"/>
              </a:spcAft>
            </a:pPr>
            <a:r>
              <a:rPr lang="en-US" sz="1790" b="1" u="none" strike="noStrike">
                <a:solidFill>
                  <a:srgbClr val="F5C542"/>
                </a:solidFill>
                <a:effectLst/>
                <a:uFillTx/>
                <a:latin typeface="Arial"/>
              </a:rPr>
              <a:t>Con qué contexto</a:t>
            </a:r>
            <a:endParaRPr lang="en-US" sz="1790" b="0" u="none" strike="noStrike">
              <a:solidFill>
                <a:srgbClr val="FFFFFF"/>
              </a:solidFill>
              <a:effectLst/>
              <a:uFillTx/>
              <a:latin typeface="Arial"/>
            </a:endParaRPr>
          </a:p>
          <a:p>
            <a:pPr marL="171360" indent="-171360" defTabSz="457200">
              <a:lnSpc>
                <a:spcPct val="100000"/>
              </a:lnSpc>
              <a:spcAft>
                <a:spcPts val="879"/>
              </a:spcAft>
              <a:buClr>
                <a:srgbClr val="D6D6D6"/>
              </a:buClr>
              <a:buFont typeface="Symbol" charset="2"/>
              <a:buChar char=""/>
            </a:pPr>
            <a:r>
              <a:rPr lang="en-US" sz="1600" b="0" u="none" strike="noStrike">
                <a:solidFill>
                  <a:srgbClr val="D6D6D6"/>
                </a:solidFill>
                <a:effectLst/>
                <a:uFillTx/>
                <a:latin typeface="Arial"/>
              </a:rPr>
              <a:t>Es el arquetipo donde la gestión de contexto es el problema central.</a:t>
            </a:r>
            <a:endParaRPr lang="en-US" sz="1600" b="0" u="none" strike="noStrike">
              <a:solidFill>
                <a:srgbClr val="FFFFFF"/>
              </a:solidFill>
              <a:effectLst/>
              <a:uFillTx/>
              <a:latin typeface="Arial"/>
            </a:endParaRPr>
          </a:p>
          <a:p>
            <a:pPr marL="171360" indent="-171360" defTabSz="457200">
              <a:lnSpc>
                <a:spcPct val="100000"/>
              </a:lnSpc>
              <a:spcAft>
                <a:spcPts val="879"/>
              </a:spcAft>
              <a:buClr>
                <a:srgbClr val="D6D6D6"/>
              </a:buClr>
              <a:buFont typeface="Symbol" charset="2"/>
              <a:buChar char=""/>
            </a:pPr>
            <a:r>
              <a:rPr lang="en-US" sz="1600" b="0" u="none" strike="noStrike">
                <a:solidFill>
                  <a:srgbClr val="D6D6D6"/>
                </a:solidFill>
                <a:effectLst/>
                <a:uFillTx/>
                <a:latin typeface="Arial"/>
              </a:rPr>
              <a:t>Cada investigador trabaja aislado y devuelve hallazgos condensados con sus fuentes.</a:t>
            </a:r>
            <a:endParaRPr lang="en-US" sz="1600" b="0" u="none" strike="noStrike">
              <a:solidFill>
                <a:srgbClr val="FFFFFF"/>
              </a:solidFill>
              <a:effectLst/>
              <a:uFillTx/>
              <a:latin typeface="Arial"/>
            </a:endParaRPr>
          </a:p>
          <a:p>
            <a:pPr marL="171360" indent="-171360" defTabSz="457200">
              <a:lnSpc>
                <a:spcPct val="100000"/>
              </a:lnSpc>
              <a:spcAft>
                <a:spcPts val="879"/>
              </a:spcAft>
              <a:buClr>
                <a:srgbClr val="D6D6D6"/>
              </a:buClr>
              <a:buFont typeface="Symbol" charset="2"/>
              <a:buChar char=""/>
            </a:pPr>
            <a:r>
              <a:rPr lang="en-US" sz="1600" b="0" u="none" strike="noStrike">
                <a:solidFill>
                  <a:srgbClr val="D6D6D6"/>
                </a:solidFill>
                <a:effectLst/>
                <a:uFillTx/>
                <a:latin typeface="Arial"/>
              </a:rPr>
              <a:t>El director conserva un bloc de notas, no la conversación completa; se comprime entre rondas. El informe se escribe desde las notas.</a:t>
            </a:r>
            <a:endParaRPr lang="en-US" sz="1600" b="0" u="none" strike="noStrike">
              <a:solidFill>
                <a:srgbClr val="FFFFFF"/>
              </a:solidFill>
              <a:effectLst/>
              <a:uFillTx/>
              <a:latin typeface="Arial"/>
            </a:endParaRPr>
          </a:p>
        </p:txBody>
      </p:sp>
      <p:sp>
        <p:nvSpPr>
          <p:cNvPr id="634" name="Rectangle 11"/>
          <p:cNvSpPr/>
          <p:nvPr/>
        </p:nvSpPr>
        <p:spPr>
          <a:xfrm>
            <a:off x="8079120" y="1417320"/>
            <a:ext cx="3563640" cy="4388760"/>
          </a:xfrm>
          <a:prstGeom prst="rect">
            <a:avLst/>
          </a:prstGeom>
          <a:solidFill>
            <a:srgbClr val="0E0E0E"/>
          </a:solidFill>
          <a:ln>
            <a:solidFill>
              <a:srgbClr val="2A2A2A"/>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635" name="Rectangle 12"/>
          <p:cNvSpPr/>
          <p:nvPr/>
        </p:nvSpPr>
        <p:spPr>
          <a:xfrm>
            <a:off x="8079120" y="1417320"/>
            <a:ext cx="3563640" cy="63720"/>
          </a:xfrm>
          <a:prstGeom prst="rect">
            <a:avLst/>
          </a:prstGeom>
          <a:solidFill>
            <a:srgbClr val="4DA3FF"/>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19080" rIns="90000" bIns="19080" anchor="ctr">
            <a:noAutofit/>
          </a:bodyPr>
          <a:p>
            <a:endParaRPr lang="en-US" sz="1800" b="0" u="none" strike="noStrike">
              <a:solidFill>
                <a:schemeClr val="lt1"/>
              </a:solidFill>
              <a:effectLst/>
              <a:uFillTx/>
              <a:latin typeface="Calibri"/>
            </a:endParaRPr>
          </a:p>
        </p:txBody>
      </p:sp>
      <p:sp>
        <p:nvSpPr>
          <p:cNvPr id="636" name="TextBox 13"/>
          <p:cNvSpPr/>
          <p:nvPr/>
        </p:nvSpPr>
        <p:spPr>
          <a:xfrm>
            <a:off x="8243640" y="1563480"/>
            <a:ext cx="3234600" cy="4187520"/>
          </a:xfrm>
          <a:prstGeom prst="rect">
            <a:avLst/>
          </a:prstGeom>
          <a:noFill/>
          <a:ln w="0">
            <a:noFill/>
          </a:ln>
        </p:spPr>
        <p:style>
          <a:lnRef idx="0"/>
          <a:fillRef idx="0"/>
          <a:effectRef idx="0"/>
          <a:fontRef idx="minor"/>
        </p:style>
        <p:txBody>
          <a:bodyPr lIns="18360" tIns="0" rIns="18360" bIns="0" anchor="t">
            <a:spAutoFit/>
          </a:bodyPr>
          <a:p>
            <a:pPr defTabSz="457200">
              <a:lnSpc>
                <a:spcPct val="100000"/>
              </a:lnSpc>
              <a:spcAft>
                <a:spcPts val="799"/>
              </a:spcAft>
            </a:pPr>
            <a:r>
              <a:rPr lang="en-US" sz="1790" b="1" u="none" strike="noStrike">
                <a:solidFill>
                  <a:srgbClr val="4DA3FF"/>
                </a:solidFill>
                <a:effectLst/>
                <a:uFillTx/>
                <a:latin typeface="Arial"/>
              </a:rPr>
              <a:t>Cuándo se detiene</a:t>
            </a:r>
            <a:endParaRPr lang="en-US" sz="1790" b="0" u="none" strike="noStrike">
              <a:solidFill>
                <a:srgbClr val="FFFFFF"/>
              </a:solidFill>
              <a:effectLst/>
              <a:uFillTx/>
              <a:latin typeface="Arial"/>
            </a:endParaRPr>
          </a:p>
          <a:p>
            <a:pPr marL="171360" indent="-171360" defTabSz="457200">
              <a:lnSpc>
                <a:spcPct val="100000"/>
              </a:lnSpc>
              <a:spcAft>
                <a:spcPts val="879"/>
              </a:spcAft>
              <a:buClr>
                <a:srgbClr val="D6D6D6"/>
              </a:buClr>
              <a:buFont typeface="Symbol" charset="2"/>
              <a:buChar char=""/>
            </a:pPr>
            <a:r>
              <a:rPr lang="en-US" sz="1600" b="0" u="none" strike="noStrike">
                <a:solidFill>
                  <a:srgbClr val="D6D6D6"/>
                </a:solidFill>
                <a:effectLst/>
                <a:uFillTx/>
                <a:latin typeface="Arial"/>
              </a:rPr>
              <a:t>Cuando el evaluador considera cubiertas las brechas.</a:t>
            </a:r>
            <a:endParaRPr lang="en-US" sz="1600" b="0" u="none" strike="noStrike">
              <a:solidFill>
                <a:srgbClr val="FFFFFF"/>
              </a:solidFill>
              <a:effectLst/>
              <a:uFillTx/>
              <a:latin typeface="Arial"/>
            </a:endParaRPr>
          </a:p>
          <a:p>
            <a:pPr marL="171360" indent="-171360" defTabSz="457200">
              <a:lnSpc>
                <a:spcPct val="100000"/>
              </a:lnSpc>
              <a:spcAft>
                <a:spcPts val="879"/>
              </a:spcAft>
              <a:buClr>
                <a:srgbClr val="D6D6D6"/>
              </a:buClr>
              <a:buFont typeface="Symbol" charset="2"/>
              <a:buChar char=""/>
            </a:pPr>
            <a:r>
              <a:rPr lang="en-US" sz="1600" b="0" u="none" strike="noStrike">
                <a:solidFill>
                  <a:srgbClr val="D6D6D6"/>
                </a:solidFill>
                <a:effectLst/>
                <a:uFillTx/>
                <a:latin typeface="Arial"/>
              </a:rPr>
              <a:t>O cuando el presupuesto se agota: esta segunda condición es la que garantiza el fin.</a:t>
            </a:r>
            <a:endParaRPr lang="en-US" sz="1600" b="0" u="none" strike="noStrike">
              <a:solidFill>
                <a:srgbClr val="FFFFFF"/>
              </a:solidFill>
              <a:effectLst/>
              <a:uFillTx/>
              <a:latin typeface="Arial"/>
            </a:endParaRPr>
          </a:p>
          <a:p>
            <a:pPr marL="171360" indent="-171360" defTabSz="457200">
              <a:lnSpc>
                <a:spcPct val="100000"/>
              </a:lnSpc>
              <a:spcAft>
                <a:spcPts val="879"/>
              </a:spcAft>
              <a:buClr>
                <a:srgbClr val="D6D6D6"/>
              </a:buClr>
              <a:buFont typeface="Symbol" charset="2"/>
              <a:buChar char=""/>
            </a:pPr>
            <a:r>
              <a:rPr lang="en-US" sz="1600" b="0" u="none" strike="noStrike">
                <a:solidFill>
                  <a:srgbClr val="D6D6D6"/>
                </a:solidFill>
                <a:effectLst/>
                <a:uFillTx/>
                <a:latin typeface="Arial"/>
              </a:rPr>
              <a:t>Se entrega lo mejor logrado más la lista de brechas que quedaron abiertas.</a:t>
            </a:r>
            <a:endParaRPr lang="en-US" sz="1600" b="0" u="none" strike="noStrike">
              <a:solidFill>
                <a:srgbClr val="FFFFFF"/>
              </a:solidFill>
              <a:effectLst/>
              <a:uFillTx/>
              <a:latin typeface="Arial"/>
            </a:endParaRPr>
          </a:p>
        </p:txBody>
      </p:sp>
      <p:sp>
        <p:nvSpPr>
          <p:cNvPr id="637" name="TextBox 14"/>
          <p:cNvSpPr/>
          <p:nvPr/>
        </p:nvSpPr>
        <p:spPr>
          <a:xfrm>
            <a:off x="548640" y="5943600"/>
            <a:ext cx="11094120" cy="456840"/>
          </a:xfrm>
          <a:prstGeom prst="rect">
            <a:avLst/>
          </a:prstGeom>
          <a:noFill/>
          <a:ln w="0">
            <a:noFill/>
          </a:ln>
        </p:spPr>
        <p:style>
          <a:lnRef idx="0"/>
          <a:fillRef idx="0"/>
          <a:effectRef idx="0"/>
          <a:fontRef idx="minor"/>
        </p:style>
        <p:txBody>
          <a:bodyPr lIns="18360" tIns="9000" rIns="18360" bIns="9000" anchor="ctr">
            <a:spAutoFit/>
          </a:bodyPr>
          <a:p>
            <a:pPr defTabSz="457200">
              <a:lnSpc>
                <a:spcPct val="100000"/>
              </a:lnSpc>
            </a:pPr>
            <a:r>
              <a:rPr lang="en-US" sz="1300" b="0" i="1" u="none" strike="noStrike">
                <a:solidFill>
                  <a:srgbClr val="9A9A9A"/>
                </a:solidFill>
                <a:effectLst/>
                <a:uFillTx/>
                <a:latin typeface="Arial"/>
              </a:rPr>
              <a:t>Es una composición: planificación + descomposición + búsqueda ReAct + reflexión sobre lo que falta.</a:t>
            </a:r>
            <a:endParaRPr lang="en-US" sz="130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3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00000"/>
        </a:solidFill>
      </p:bgPr>
    </p:bg>
    <p:spTree>
      <p:nvGrpSpPr>
        <p:cNvPr id="1" name=""/>
        <p:cNvGrpSpPr/>
        <p:nvPr/>
      </p:nvGrpSpPr>
      <p:grpSpPr>
        <a:xfrm>
          <a:off x="0" y="0"/>
          <a:ext cx="0" cy="0"/>
          <a:chOff x="0" y="0"/>
          <a:chExt cx="0" cy="0"/>
        </a:xfrm>
      </p:grpSpPr>
      <p:sp>
        <p:nvSpPr>
          <p:cNvPr id="638" name="TextBox 1"/>
          <p:cNvSpPr/>
          <p:nvPr/>
        </p:nvSpPr>
        <p:spPr>
          <a:xfrm>
            <a:off x="548640" y="329040"/>
            <a:ext cx="8229240" cy="273960"/>
          </a:xfrm>
          <a:prstGeom prst="rect">
            <a:avLst/>
          </a:prstGeom>
          <a:noFill/>
          <a:ln w="0">
            <a:noFill/>
          </a:ln>
        </p:spPr>
        <p:style>
          <a:lnRef idx="0"/>
          <a:fillRef idx="0"/>
          <a:effectRef idx="0"/>
          <a:fontRef idx="minor"/>
        </p:style>
        <p:txBody>
          <a:bodyPr lIns="18360" tIns="9000" rIns="18360" bIns="9000" anchor="t">
            <a:spAutoFit/>
          </a:bodyPr>
          <a:p>
            <a:pPr defTabSz="457200">
              <a:lnSpc>
                <a:spcPct val="100000"/>
              </a:lnSpc>
            </a:pPr>
            <a:r>
              <a:rPr lang="en-US" sz="1150" b="1" u="none" strike="noStrike">
                <a:solidFill>
                  <a:srgbClr val="FF6B1A"/>
                </a:solidFill>
                <a:effectLst/>
                <a:uFillTx/>
                <a:latin typeface="Arial"/>
              </a:rPr>
              <a:t>ARQUETIPO 6 DE 6 · DEEP RESEARCH</a:t>
            </a:r>
            <a:endParaRPr lang="en-US" sz="1150" b="0" u="none" strike="noStrike">
              <a:solidFill>
                <a:srgbClr val="FFFFFF"/>
              </a:solidFill>
              <a:effectLst/>
              <a:uFillTx/>
              <a:latin typeface="Arial"/>
            </a:endParaRPr>
          </a:p>
        </p:txBody>
      </p:sp>
      <p:sp>
        <p:nvSpPr>
          <p:cNvPr id="639" name="TextBox 2"/>
          <p:cNvSpPr/>
          <p:nvPr/>
        </p:nvSpPr>
        <p:spPr>
          <a:xfrm>
            <a:off x="548640" y="603360"/>
            <a:ext cx="11094120" cy="639720"/>
          </a:xfrm>
          <a:prstGeom prst="rect">
            <a:avLst/>
          </a:prstGeom>
          <a:noFill/>
          <a:ln w="0">
            <a:noFill/>
          </a:ln>
        </p:spPr>
        <p:style>
          <a:lnRef idx="0"/>
          <a:fillRef idx="0"/>
          <a:effectRef idx="0"/>
          <a:fontRef idx="minor"/>
        </p:style>
        <p:txBody>
          <a:bodyPr lIns="18360" tIns="9000" rIns="18360" bIns="9000" anchor="ctr">
            <a:spAutoFit/>
          </a:bodyPr>
          <a:p>
            <a:pPr defTabSz="457200">
              <a:lnSpc>
                <a:spcPct val="100000"/>
              </a:lnSpc>
            </a:pPr>
            <a:r>
              <a:rPr lang="en-US" sz="2600" b="1" u="none" strike="noStrike">
                <a:solidFill>
                  <a:srgbClr val="F2F2F2"/>
                </a:solidFill>
                <a:effectLst/>
                <a:uFillTx/>
                <a:latin typeface="Arial"/>
              </a:rPr>
              <a:t>Deep Research: fallas típicas y criterio de uso</a:t>
            </a:r>
            <a:endParaRPr lang="en-US" sz="2600" b="0" u="none" strike="noStrike">
              <a:solidFill>
                <a:srgbClr val="FFFFFF"/>
              </a:solidFill>
              <a:effectLst/>
              <a:uFillTx/>
              <a:latin typeface="Arial"/>
            </a:endParaRPr>
          </a:p>
        </p:txBody>
      </p:sp>
      <p:sp>
        <p:nvSpPr>
          <p:cNvPr id="640" name="TextBox 3"/>
          <p:cNvSpPr/>
          <p:nvPr/>
        </p:nvSpPr>
        <p:spPr>
          <a:xfrm>
            <a:off x="548640" y="6492240"/>
            <a:ext cx="7314840" cy="228240"/>
          </a:xfrm>
          <a:prstGeom prst="rect">
            <a:avLst/>
          </a:prstGeom>
          <a:noFill/>
          <a:ln w="0">
            <a:noFill/>
          </a:ln>
        </p:spPr>
        <p:style>
          <a:lnRef idx="0"/>
          <a:fillRef idx="0"/>
          <a:effectRef idx="0"/>
          <a:fontRef idx="minor"/>
        </p:style>
        <p:txBody>
          <a:bodyPr lIns="18360" tIns="9000" rIns="18360" bIns="9000" anchor="t">
            <a:spAutoFit/>
          </a:bodyPr>
          <a:p>
            <a:pPr defTabSz="457200">
              <a:lnSpc>
                <a:spcPct val="100000"/>
              </a:lnSpc>
            </a:pPr>
            <a:r>
              <a:rPr lang="en-US" sz="900" b="0" u="none" strike="noStrike">
                <a:solidFill>
                  <a:srgbClr val="9A9A9A"/>
                </a:solidFill>
                <a:effectLst/>
                <a:uFillTx/>
                <a:latin typeface="Arial"/>
              </a:rPr>
              <a:t>Arquetipos de agentes · Módulo 5 · UTDT</a:t>
            </a:r>
            <a:endParaRPr lang="en-US" sz="900" b="0" u="none" strike="noStrike">
              <a:solidFill>
                <a:srgbClr val="FFFFFF"/>
              </a:solidFill>
              <a:effectLst/>
              <a:uFillTx/>
              <a:latin typeface="Arial"/>
            </a:endParaRPr>
          </a:p>
        </p:txBody>
      </p:sp>
      <p:sp>
        <p:nvSpPr>
          <p:cNvPr id="641" name="TextBox 4"/>
          <p:cNvSpPr/>
          <p:nvPr/>
        </p:nvSpPr>
        <p:spPr>
          <a:xfrm>
            <a:off x="10271520" y="6492240"/>
            <a:ext cx="1371240" cy="228240"/>
          </a:xfrm>
          <a:prstGeom prst="rect">
            <a:avLst/>
          </a:prstGeom>
          <a:noFill/>
          <a:ln w="0">
            <a:noFill/>
          </a:ln>
        </p:spPr>
        <p:style>
          <a:lnRef idx="0"/>
          <a:fillRef idx="0"/>
          <a:effectRef idx="0"/>
          <a:fontRef idx="minor"/>
        </p:style>
        <p:txBody>
          <a:bodyPr lIns="18360" tIns="9000" rIns="18360" bIns="9000" anchor="t">
            <a:spAutoFit/>
          </a:bodyPr>
          <a:p>
            <a:pPr algn="r" defTabSz="457200">
              <a:lnSpc>
                <a:spcPct val="100000"/>
              </a:lnSpc>
            </a:pPr>
            <a:r>
              <a:rPr lang="en-US" sz="900" b="0" u="none" strike="noStrike">
                <a:solidFill>
                  <a:srgbClr val="9A9A9A"/>
                </a:solidFill>
                <a:effectLst/>
                <a:uFillTx/>
                <a:latin typeface="Arial"/>
              </a:rPr>
              <a:t>30 / 35</a:t>
            </a:r>
            <a:endParaRPr lang="en-US" sz="900" b="0" u="none" strike="noStrike">
              <a:solidFill>
                <a:srgbClr val="FFFFFF"/>
              </a:solidFill>
              <a:effectLst/>
              <a:uFillTx/>
              <a:latin typeface="Arial"/>
            </a:endParaRPr>
          </a:p>
        </p:txBody>
      </p:sp>
      <p:sp>
        <p:nvSpPr>
          <p:cNvPr id="642" name="Rectangle 5"/>
          <p:cNvSpPr/>
          <p:nvPr/>
        </p:nvSpPr>
        <p:spPr>
          <a:xfrm>
            <a:off x="548640" y="1417320"/>
            <a:ext cx="5446440" cy="4388760"/>
          </a:xfrm>
          <a:prstGeom prst="rect">
            <a:avLst/>
          </a:prstGeom>
          <a:solidFill>
            <a:srgbClr val="0E0E0E"/>
          </a:solidFill>
          <a:ln>
            <a:solidFill>
              <a:srgbClr val="2A2A2A"/>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643" name="Rectangle 6"/>
          <p:cNvSpPr/>
          <p:nvPr/>
        </p:nvSpPr>
        <p:spPr>
          <a:xfrm>
            <a:off x="548640" y="1417320"/>
            <a:ext cx="5446440" cy="63720"/>
          </a:xfrm>
          <a:prstGeom prst="rect">
            <a:avLst/>
          </a:prstGeom>
          <a:solidFill>
            <a:srgbClr val="FF6B1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19080" rIns="90000" bIns="19080" anchor="ctr">
            <a:noAutofit/>
          </a:bodyPr>
          <a:p>
            <a:endParaRPr lang="en-US" sz="1800" b="0" u="none" strike="noStrike">
              <a:solidFill>
                <a:schemeClr val="lt1"/>
              </a:solidFill>
              <a:effectLst/>
              <a:uFillTx/>
              <a:latin typeface="Calibri"/>
            </a:endParaRPr>
          </a:p>
        </p:txBody>
      </p:sp>
      <p:sp>
        <p:nvSpPr>
          <p:cNvPr id="644" name="TextBox 7"/>
          <p:cNvSpPr/>
          <p:nvPr/>
        </p:nvSpPr>
        <p:spPr>
          <a:xfrm>
            <a:off x="713160" y="1563480"/>
            <a:ext cx="5117040" cy="4187520"/>
          </a:xfrm>
          <a:prstGeom prst="rect">
            <a:avLst/>
          </a:prstGeom>
          <a:noFill/>
          <a:ln w="0">
            <a:noFill/>
          </a:ln>
        </p:spPr>
        <p:style>
          <a:lnRef idx="0"/>
          <a:fillRef idx="0"/>
          <a:effectRef idx="0"/>
          <a:fontRef idx="minor"/>
        </p:style>
        <p:txBody>
          <a:bodyPr lIns="18360" tIns="0" rIns="18360" bIns="0" anchor="t">
            <a:spAutoFit/>
          </a:bodyPr>
          <a:p>
            <a:pPr defTabSz="457200">
              <a:lnSpc>
                <a:spcPct val="100000"/>
              </a:lnSpc>
              <a:spcAft>
                <a:spcPts val="799"/>
              </a:spcAft>
            </a:pPr>
            <a:r>
              <a:rPr lang="en-US" sz="1790" b="1" u="none" strike="noStrike">
                <a:solidFill>
                  <a:srgbClr val="FF6B1A"/>
                </a:solidFill>
                <a:effectLst/>
                <a:uFillTx/>
                <a:latin typeface="Arial"/>
              </a:rPr>
              <a:t>Fallas típicas</a:t>
            </a:r>
            <a:endParaRPr lang="en-US" sz="1790" b="0" u="none" strike="noStrike">
              <a:solidFill>
                <a:srgbClr val="FFFFFF"/>
              </a:solidFill>
              <a:effectLst/>
              <a:uFillTx/>
              <a:latin typeface="Arial"/>
            </a:endParaRPr>
          </a:p>
          <a:p>
            <a:pPr marL="171360" indent="-171360" defTabSz="457200">
              <a:lnSpc>
                <a:spcPct val="100000"/>
              </a:lnSpc>
              <a:spcAft>
                <a:spcPts val="879"/>
              </a:spcAft>
              <a:buClr>
                <a:srgbClr val="D6D6D6"/>
              </a:buClr>
              <a:buFont typeface="Symbol" charset="2"/>
              <a:buChar char=""/>
            </a:pPr>
            <a:r>
              <a:rPr lang="en-US" sz="1600" b="0" u="none" strike="noStrike">
                <a:solidFill>
                  <a:srgbClr val="D6D6D6"/>
                </a:solidFill>
                <a:effectLst/>
                <a:uFillTx/>
                <a:latin typeface="Arial"/>
              </a:rPr>
              <a:t>Costo y latencia muy altos, y poco control fino sobre ambos.</a:t>
            </a:r>
            <a:endParaRPr lang="en-US" sz="1600" b="0" u="none" strike="noStrike">
              <a:solidFill>
                <a:srgbClr val="FFFFFF"/>
              </a:solidFill>
              <a:effectLst/>
              <a:uFillTx/>
              <a:latin typeface="Arial"/>
            </a:endParaRPr>
          </a:p>
          <a:p>
            <a:pPr marL="171360" indent="-171360" defTabSz="457200">
              <a:lnSpc>
                <a:spcPct val="100000"/>
              </a:lnSpc>
              <a:spcAft>
                <a:spcPts val="879"/>
              </a:spcAft>
              <a:buClr>
                <a:srgbClr val="D6D6D6"/>
              </a:buClr>
              <a:buFont typeface="Symbol" charset="2"/>
              <a:buChar char=""/>
            </a:pPr>
            <a:r>
              <a:rPr lang="en-US" sz="1600" b="0" u="none" strike="noStrike">
                <a:solidFill>
                  <a:srgbClr val="D6D6D6"/>
                </a:solidFill>
                <a:effectLst/>
                <a:uFillTx/>
                <a:latin typeface="Arial"/>
              </a:rPr>
              <a:t>No determinista: dos corridas con la misma pregunta pueden diferir.</a:t>
            </a:r>
            <a:endParaRPr lang="en-US" sz="1600" b="0" u="none" strike="noStrike">
              <a:solidFill>
                <a:srgbClr val="FFFFFF"/>
              </a:solidFill>
              <a:effectLst/>
              <a:uFillTx/>
              <a:latin typeface="Arial"/>
            </a:endParaRPr>
          </a:p>
          <a:p>
            <a:pPr marL="171360" indent="-171360" defTabSz="457200">
              <a:lnSpc>
                <a:spcPct val="100000"/>
              </a:lnSpc>
              <a:spcAft>
                <a:spcPts val="879"/>
              </a:spcAft>
              <a:buClr>
                <a:srgbClr val="D6D6D6"/>
              </a:buClr>
              <a:buFont typeface="Symbol" charset="2"/>
              <a:buChar char=""/>
            </a:pPr>
            <a:r>
              <a:rPr lang="en-US" sz="1600" b="0" u="none" strike="noStrike">
                <a:solidFill>
                  <a:srgbClr val="D6D6D6"/>
                </a:solidFill>
                <a:effectLst/>
                <a:uFillTx/>
                <a:latin typeface="Arial"/>
              </a:rPr>
              <a:t>Cobertura ilusoria: el evaluador se conforma antes de tiempo.</a:t>
            </a:r>
            <a:endParaRPr lang="en-US" sz="1600" b="0" u="none" strike="noStrike">
              <a:solidFill>
                <a:srgbClr val="FFFFFF"/>
              </a:solidFill>
              <a:effectLst/>
              <a:uFillTx/>
              <a:latin typeface="Arial"/>
            </a:endParaRPr>
          </a:p>
          <a:p>
            <a:pPr marL="171360" indent="-171360" defTabSz="457200">
              <a:lnSpc>
                <a:spcPct val="100000"/>
              </a:lnSpc>
              <a:spcAft>
                <a:spcPts val="879"/>
              </a:spcAft>
              <a:buClr>
                <a:srgbClr val="D6D6D6"/>
              </a:buClr>
              <a:buFont typeface="Symbol" charset="2"/>
              <a:buChar char=""/>
            </a:pPr>
            <a:r>
              <a:rPr lang="en-US" sz="1600" b="0" u="none" strike="noStrike">
                <a:solidFill>
                  <a:srgbClr val="D6D6D6"/>
                </a:solidFill>
                <a:effectLst/>
                <a:uFillTx/>
                <a:latin typeface="Arial"/>
              </a:rPr>
              <a:t>Fuentes de baja calidad o contradictorias que se mezclan sin señalarlo.</a:t>
            </a:r>
            <a:endParaRPr lang="en-US" sz="1600" b="0" u="none" strike="noStrike">
              <a:solidFill>
                <a:srgbClr val="FFFFFF"/>
              </a:solidFill>
              <a:effectLst/>
              <a:uFillTx/>
              <a:latin typeface="Arial"/>
            </a:endParaRPr>
          </a:p>
          <a:p>
            <a:pPr marL="171360" indent="-171360" defTabSz="457200">
              <a:lnSpc>
                <a:spcPct val="100000"/>
              </a:lnSpc>
              <a:spcAft>
                <a:spcPts val="879"/>
              </a:spcAft>
              <a:buClr>
                <a:srgbClr val="D6D6D6"/>
              </a:buClr>
              <a:buFont typeface="Symbol" charset="2"/>
              <a:buChar char=""/>
            </a:pPr>
            <a:r>
              <a:rPr lang="en-US" sz="1600" b="0" u="none" strike="noStrike">
                <a:solidFill>
                  <a:srgbClr val="D6D6D6"/>
                </a:solidFill>
                <a:effectLst/>
                <a:uFillTx/>
                <a:latin typeface="Arial"/>
              </a:rPr>
              <a:t>Citas que no respaldan lo afirmado; o una compresión que pierde el dato clave.</a:t>
            </a:r>
            <a:endParaRPr lang="en-US" sz="1600" b="0" u="none" strike="noStrike">
              <a:solidFill>
                <a:srgbClr val="FFFFFF"/>
              </a:solidFill>
              <a:effectLst/>
              <a:uFillTx/>
              <a:latin typeface="Arial"/>
            </a:endParaRPr>
          </a:p>
        </p:txBody>
      </p:sp>
      <p:sp>
        <p:nvSpPr>
          <p:cNvPr id="645" name="Rectangle 8"/>
          <p:cNvSpPr/>
          <p:nvPr/>
        </p:nvSpPr>
        <p:spPr>
          <a:xfrm>
            <a:off x="6196320" y="1417320"/>
            <a:ext cx="5446440" cy="4388760"/>
          </a:xfrm>
          <a:prstGeom prst="rect">
            <a:avLst/>
          </a:prstGeom>
          <a:solidFill>
            <a:srgbClr val="0E0E0E"/>
          </a:solidFill>
          <a:ln>
            <a:solidFill>
              <a:srgbClr val="2A2A2A"/>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646" name="Rectangle 9"/>
          <p:cNvSpPr/>
          <p:nvPr/>
        </p:nvSpPr>
        <p:spPr>
          <a:xfrm>
            <a:off x="6196320" y="1417320"/>
            <a:ext cx="5446440" cy="63720"/>
          </a:xfrm>
          <a:prstGeom prst="rect">
            <a:avLst/>
          </a:prstGeom>
          <a:solidFill>
            <a:srgbClr val="9A9A9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19080" rIns="90000" bIns="19080" anchor="ctr">
            <a:noAutofit/>
          </a:bodyPr>
          <a:p>
            <a:endParaRPr lang="en-US" sz="1800" b="0" u="none" strike="noStrike">
              <a:solidFill>
                <a:schemeClr val="lt1"/>
              </a:solidFill>
              <a:effectLst/>
              <a:uFillTx/>
              <a:latin typeface="Calibri"/>
            </a:endParaRPr>
          </a:p>
        </p:txBody>
      </p:sp>
      <p:sp>
        <p:nvSpPr>
          <p:cNvPr id="647" name="TextBox 10"/>
          <p:cNvSpPr/>
          <p:nvPr/>
        </p:nvSpPr>
        <p:spPr>
          <a:xfrm>
            <a:off x="6361200" y="1563480"/>
            <a:ext cx="5117040" cy="4187520"/>
          </a:xfrm>
          <a:prstGeom prst="rect">
            <a:avLst/>
          </a:prstGeom>
          <a:noFill/>
          <a:ln w="0">
            <a:noFill/>
          </a:ln>
        </p:spPr>
        <p:style>
          <a:lnRef idx="0"/>
          <a:fillRef idx="0"/>
          <a:effectRef idx="0"/>
          <a:fontRef idx="minor"/>
        </p:style>
        <p:txBody>
          <a:bodyPr lIns="18360" tIns="0" rIns="18360" bIns="0" anchor="t">
            <a:spAutoFit/>
          </a:bodyPr>
          <a:p>
            <a:pPr defTabSz="457200">
              <a:lnSpc>
                <a:spcPct val="100000"/>
              </a:lnSpc>
              <a:spcAft>
                <a:spcPts val="799"/>
              </a:spcAft>
            </a:pPr>
            <a:r>
              <a:rPr lang="en-US" sz="1790" b="1" u="none" strike="noStrike">
                <a:solidFill>
                  <a:srgbClr val="9A9A9A"/>
                </a:solidFill>
                <a:effectLst/>
                <a:uFillTx/>
                <a:latin typeface="Arial"/>
              </a:rPr>
              <a:t>Cuándo elegirlo, cuándo no</a:t>
            </a:r>
            <a:endParaRPr lang="en-US" sz="1790" b="0" u="none" strike="noStrike">
              <a:solidFill>
                <a:srgbClr val="FFFFFF"/>
              </a:solidFill>
              <a:effectLst/>
              <a:uFillTx/>
              <a:latin typeface="Arial"/>
            </a:endParaRPr>
          </a:p>
          <a:p>
            <a:pPr marL="171360" indent="-171360" defTabSz="457200">
              <a:lnSpc>
                <a:spcPct val="100000"/>
              </a:lnSpc>
              <a:spcAft>
                <a:spcPts val="879"/>
              </a:spcAft>
              <a:buClr>
                <a:srgbClr val="D6D6D6"/>
              </a:buClr>
              <a:buFont typeface="Symbol" charset="2"/>
              <a:buChar char=""/>
            </a:pPr>
            <a:r>
              <a:rPr lang="en-US" sz="1600" b="0" u="none" strike="noStrike">
                <a:solidFill>
                  <a:srgbClr val="D6D6D6"/>
                </a:solidFill>
                <a:effectLst/>
                <a:uFillTx/>
                <a:latin typeface="Arial"/>
              </a:rPr>
              <a:t>Elegirlo: la pregunta es abierta, sin límites claros, y el informe lo lee una persona.</a:t>
            </a:r>
            <a:endParaRPr lang="en-US" sz="1600" b="0" u="none" strike="noStrike">
              <a:solidFill>
                <a:srgbClr val="FFFFFF"/>
              </a:solidFill>
              <a:effectLst/>
              <a:uFillTx/>
              <a:latin typeface="Arial"/>
            </a:endParaRPr>
          </a:p>
          <a:p>
            <a:pPr marL="171360" indent="-171360" defTabSz="457200">
              <a:lnSpc>
                <a:spcPct val="100000"/>
              </a:lnSpc>
              <a:spcAft>
                <a:spcPts val="879"/>
              </a:spcAft>
              <a:buClr>
                <a:srgbClr val="D6D6D6"/>
              </a:buClr>
              <a:buFont typeface="Symbol" charset="2"/>
              <a:buChar char=""/>
            </a:pPr>
            <a:r>
              <a:rPr lang="en-US" sz="1600" b="0" u="none" strike="noStrike">
                <a:solidFill>
                  <a:srgbClr val="D6D6D6"/>
                </a:solidFill>
                <a:effectLst/>
                <a:uFillTx/>
                <a:latin typeface="Arial"/>
              </a:rPr>
              <a:t>Elegirlo: el valor de la respuesta justifica el costo (due diligence, revisiones de literatura).</a:t>
            </a:r>
            <a:endParaRPr lang="en-US" sz="1600" b="0" u="none" strike="noStrike">
              <a:solidFill>
                <a:srgbClr val="FFFFFF"/>
              </a:solidFill>
              <a:effectLst/>
              <a:uFillTx/>
              <a:latin typeface="Arial"/>
            </a:endParaRPr>
          </a:p>
          <a:p>
            <a:pPr marL="171360" indent="-171360" defTabSz="457200">
              <a:lnSpc>
                <a:spcPct val="100000"/>
              </a:lnSpc>
              <a:spcAft>
                <a:spcPts val="879"/>
              </a:spcAft>
              <a:buClr>
                <a:srgbClr val="D6D6D6"/>
              </a:buClr>
              <a:buFont typeface="Symbol" charset="2"/>
              <a:buChar char=""/>
            </a:pPr>
            <a:r>
              <a:rPr lang="en-US" sz="1600" b="0" u="none" strike="noStrike">
                <a:solidFill>
                  <a:srgbClr val="D6D6D6"/>
                </a:solidFill>
                <a:effectLst/>
                <a:uFillTx/>
                <a:latin typeface="Arial"/>
              </a:rPr>
              <a:t>Descartarlo: la pregunta tiene respuesta acotada; ahí basta Query Decomposition.</a:t>
            </a:r>
            <a:endParaRPr lang="en-US" sz="1600" b="0" u="none" strike="noStrike">
              <a:solidFill>
                <a:srgbClr val="FFFFFF"/>
              </a:solidFill>
              <a:effectLst/>
              <a:uFillTx/>
              <a:latin typeface="Arial"/>
            </a:endParaRPr>
          </a:p>
          <a:p>
            <a:pPr marL="171360" indent="-171360" defTabSz="457200">
              <a:lnSpc>
                <a:spcPct val="100000"/>
              </a:lnSpc>
              <a:spcAft>
                <a:spcPts val="879"/>
              </a:spcAft>
              <a:buClr>
                <a:srgbClr val="D6D6D6"/>
              </a:buClr>
              <a:buFont typeface="Symbol" charset="2"/>
              <a:buChar char=""/>
            </a:pPr>
            <a:r>
              <a:rPr lang="en-US" sz="1600" b="0" u="none" strike="noStrike">
                <a:solidFill>
                  <a:srgbClr val="D6D6D6"/>
                </a:solidFill>
                <a:effectLst/>
                <a:uFillTx/>
                <a:latin typeface="Arial"/>
              </a:rPr>
              <a:t>Descartarlo: se necesita un resultado reproducible o una latencia baja.</a:t>
            </a:r>
            <a:endParaRPr lang="en-US" sz="1600" b="0" u="none" strike="noStrike">
              <a:solidFill>
                <a:srgbClr val="FFFFFF"/>
              </a:solidFill>
              <a:effectLst/>
              <a:uFillTx/>
              <a:latin typeface="Arial"/>
            </a:endParaRPr>
          </a:p>
        </p:txBody>
      </p:sp>
      <p:sp>
        <p:nvSpPr>
          <p:cNvPr id="648" name="TextBox 11"/>
          <p:cNvSpPr/>
          <p:nvPr/>
        </p:nvSpPr>
        <p:spPr>
          <a:xfrm>
            <a:off x="548640" y="5943600"/>
            <a:ext cx="11094120" cy="456840"/>
          </a:xfrm>
          <a:prstGeom prst="rect">
            <a:avLst/>
          </a:prstGeom>
          <a:noFill/>
          <a:ln w="0">
            <a:noFill/>
          </a:ln>
        </p:spPr>
        <p:style>
          <a:lnRef idx="0"/>
          <a:fillRef idx="0"/>
          <a:effectRef idx="0"/>
          <a:fontRef idx="minor"/>
        </p:style>
        <p:txBody>
          <a:bodyPr lIns="18360" tIns="9000" rIns="18360" bIns="9000" anchor="ctr">
            <a:spAutoFit/>
          </a:bodyPr>
          <a:p>
            <a:pPr defTabSz="457200">
              <a:lnSpc>
                <a:spcPct val="100000"/>
              </a:lnSpc>
            </a:pPr>
            <a:r>
              <a:rPr lang="en-US" sz="1300" b="0" i="1" u="none" strike="noStrike">
                <a:solidFill>
                  <a:srgbClr val="9A9A9A"/>
                </a:solidFill>
                <a:effectLst/>
                <a:uFillTx/>
                <a:latin typeface="Arial"/>
              </a:rPr>
              <a:t>Es el arquetipo que más se usa de más: antes de elegirlo, conviene comprobar que uno más simple no alcanza.</a:t>
            </a:r>
            <a:endParaRPr lang="en-US" sz="130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3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00000"/>
        </a:solidFill>
      </p:bgPr>
    </p:bg>
    <p:spTree>
      <p:nvGrpSpPr>
        <p:cNvPr id="1" name=""/>
        <p:cNvGrpSpPr/>
        <p:nvPr/>
      </p:nvGrpSpPr>
      <p:grpSpPr>
        <a:xfrm>
          <a:off x="0" y="0"/>
          <a:ext cx="0" cy="0"/>
          <a:chOff x="0" y="0"/>
          <a:chExt cx="0" cy="0"/>
        </a:xfrm>
      </p:grpSpPr>
      <p:sp>
        <p:nvSpPr>
          <p:cNvPr id="649" name="TextBox 1"/>
          <p:cNvSpPr/>
          <p:nvPr/>
        </p:nvSpPr>
        <p:spPr>
          <a:xfrm>
            <a:off x="548640" y="329040"/>
            <a:ext cx="8229240" cy="273960"/>
          </a:xfrm>
          <a:prstGeom prst="rect">
            <a:avLst/>
          </a:prstGeom>
          <a:noFill/>
          <a:ln w="0">
            <a:noFill/>
          </a:ln>
        </p:spPr>
        <p:style>
          <a:lnRef idx="0"/>
          <a:fillRef idx="0"/>
          <a:effectRef idx="0"/>
          <a:fontRef idx="minor"/>
        </p:style>
        <p:txBody>
          <a:bodyPr lIns="18360" tIns="9000" rIns="18360" bIns="9000" anchor="t">
            <a:spAutoFit/>
          </a:bodyPr>
          <a:p>
            <a:pPr defTabSz="457200">
              <a:lnSpc>
                <a:spcPct val="100000"/>
              </a:lnSpc>
            </a:pPr>
            <a:r>
              <a:rPr lang="en-US" sz="1150" b="1" u="none" strike="noStrike">
                <a:solidFill>
                  <a:srgbClr val="FF6B1A"/>
                </a:solidFill>
                <a:effectLst/>
                <a:uFillTx/>
                <a:latin typeface="Arial"/>
              </a:rPr>
              <a:t>ARQUETIPO 6 DE 6 · DEEP RESEARCH</a:t>
            </a:r>
            <a:endParaRPr lang="en-US" sz="1150" b="0" u="none" strike="noStrike">
              <a:solidFill>
                <a:srgbClr val="FFFFFF"/>
              </a:solidFill>
              <a:effectLst/>
              <a:uFillTx/>
              <a:latin typeface="Arial"/>
            </a:endParaRPr>
          </a:p>
        </p:txBody>
      </p:sp>
      <p:sp>
        <p:nvSpPr>
          <p:cNvPr id="650" name="TextBox 2"/>
          <p:cNvSpPr/>
          <p:nvPr/>
        </p:nvSpPr>
        <p:spPr>
          <a:xfrm>
            <a:off x="548640" y="603360"/>
            <a:ext cx="11094120" cy="639720"/>
          </a:xfrm>
          <a:prstGeom prst="rect">
            <a:avLst/>
          </a:prstGeom>
          <a:noFill/>
          <a:ln w="0">
            <a:noFill/>
          </a:ln>
        </p:spPr>
        <p:style>
          <a:lnRef idx="0"/>
          <a:fillRef idx="0"/>
          <a:effectRef idx="0"/>
          <a:fontRef idx="minor"/>
        </p:style>
        <p:txBody>
          <a:bodyPr lIns="18360" tIns="9000" rIns="18360" bIns="9000" anchor="ctr">
            <a:spAutoFit/>
          </a:bodyPr>
          <a:p>
            <a:pPr defTabSz="457200">
              <a:lnSpc>
                <a:spcPct val="100000"/>
              </a:lnSpc>
            </a:pPr>
            <a:r>
              <a:rPr lang="en-US" sz="3000" b="1" u="none" strike="noStrike">
                <a:solidFill>
                  <a:srgbClr val="F2F2F2"/>
                </a:solidFill>
                <a:effectLst/>
                <a:uFillTx/>
                <a:latin typeface="Arial"/>
              </a:rPr>
              <a:t>Deep Research: un ejemplo recorrido</a:t>
            </a:r>
            <a:endParaRPr lang="en-US" sz="3000" b="0" u="none" strike="noStrike">
              <a:solidFill>
                <a:srgbClr val="FFFFFF"/>
              </a:solidFill>
              <a:effectLst/>
              <a:uFillTx/>
              <a:latin typeface="Arial"/>
            </a:endParaRPr>
          </a:p>
        </p:txBody>
      </p:sp>
      <p:sp>
        <p:nvSpPr>
          <p:cNvPr id="651" name="TextBox 3"/>
          <p:cNvSpPr/>
          <p:nvPr/>
        </p:nvSpPr>
        <p:spPr>
          <a:xfrm>
            <a:off x="548640" y="6492240"/>
            <a:ext cx="7314840" cy="228240"/>
          </a:xfrm>
          <a:prstGeom prst="rect">
            <a:avLst/>
          </a:prstGeom>
          <a:noFill/>
          <a:ln w="0">
            <a:noFill/>
          </a:ln>
        </p:spPr>
        <p:style>
          <a:lnRef idx="0"/>
          <a:fillRef idx="0"/>
          <a:effectRef idx="0"/>
          <a:fontRef idx="minor"/>
        </p:style>
        <p:txBody>
          <a:bodyPr lIns="18360" tIns="9000" rIns="18360" bIns="9000" anchor="t">
            <a:spAutoFit/>
          </a:bodyPr>
          <a:p>
            <a:pPr defTabSz="457200">
              <a:lnSpc>
                <a:spcPct val="100000"/>
              </a:lnSpc>
            </a:pPr>
            <a:r>
              <a:rPr lang="en-US" sz="900" b="0" u="none" strike="noStrike">
                <a:solidFill>
                  <a:srgbClr val="9A9A9A"/>
                </a:solidFill>
                <a:effectLst/>
                <a:uFillTx/>
                <a:latin typeface="Arial"/>
              </a:rPr>
              <a:t>Arquetipos de agentes · Módulo 5 · UTDT</a:t>
            </a:r>
            <a:endParaRPr lang="en-US" sz="900" b="0" u="none" strike="noStrike">
              <a:solidFill>
                <a:srgbClr val="FFFFFF"/>
              </a:solidFill>
              <a:effectLst/>
              <a:uFillTx/>
              <a:latin typeface="Arial"/>
            </a:endParaRPr>
          </a:p>
        </p:txBody>
      </p:sp>
      <p:sp>
        <p:nvSpPr>
          <p:cNvPr id="652" name="TextBox 4"/>
          <p:cNvSpPr/>
          <p:nvPr/>
        </p:nvSpPr>
        <p:spPr>
          <a:xfrm>
            <a:off x="10271520" y="6492240"/>
            <a:ext cx="1371240" cy="228240"/>
          </a:xfrm>
          <a:prstGeom prst="rect">
            <a:avLst/>
          </a:prstGeom>
          <a:noFill/>
          <a:ln w="0">
            <a:noFill/>
          </a:ln>
        </p:spPr>
        <p:style>
          <a:lnRef idx="0"/>
          <a:fillRef idx="0"/>
          <a:effectRef idx="0"/>
          <a:fontRef idx="minor"/>
        </p:style>
        <p:txBody>
          <a:bodyPr lIns="18360" tIns="9000" rIns="18360" bIns="9000" anchor="t">
            <a:spAutoFit/>
          </a:bodyPr>
          <a:p>
            <a:pPr algn="r" defTabSz="457200">
              <a:lnSpc>
                <a:spcPct val="100000"/>
              </a:lnSpc>
            </a:pPr>
            <a:r>
              <a:rPr lang="en-US" sz="900" b="0" u="none" strike="noStrike">
                <a:solidFill>
                  <a:srgbClr val="9A9A9A"/>
                </a:solidFill>
                <a:effectLst/>
                <a:uFillTx/>
                <a:latin typeface="Arial"/>
              </a:rPr>
              <a:t>31 / 35</a:t>
            </a:r>
            <a:endParaRPr lang="en-US" sz="900" b="0" u="none" strike="noStrike">
              <a:solidFill>
                <a:srgbClr val="FFFFFF"/>
              </a:solidFill>
              <a:effectLst/>
              <a:uFillTx/>
              <a:latin typeface="Arial"/>
            </a:endParaRPr>
          </a:p>
        </p:txBody>
      </p:sp>
      <p:sp>
        <p:nvSpPr>
          <p:cNvPr id="653" name="Rectangle 5"/>
          <p:cNvSpPr/>
          <p:nvPr/>
        </p:nvSpPr>
        <p:spPr>
          <a:xfrm>
            <a:off x="548640" y="1417320"/>
            <a:ext cx="5446440" cy="4388760"/>
          </a:xfrm>
          <a:prstGeom prst="rect">
            <a:avLst/>
          </a:prstGeom>
          <a:solidFill>
            <a:srgbClr val="0E0E0E"/>
          </a:solidFill>
          <a:ln>
            <a:solidFill>
              <a:srgbClr val="2A2A2A"/>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654" name="Rectangle 6"/>
          <p:cNvSpPr/>
          <p:nvPr/>
        </p:nvSpPr>
        <p:spPr>
          <a:xfrm>
            <a:off x="548640" y="1417320"/>
            <a:ext cx="5446440" cy="63720"/>
          </a:xfrm>
          <a:prstGeom prst="rect">
            <a:avLst/>
          </a:prstGeom>
          <a:solidFill>
            <a:srgbClr val="FF6B1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19080" rIns="90000" bIns="19080" anchor="ctr">
            <a:noAutofit/>
          </a:bodyPr>
          <a:p>
            <a:endParaRPr lang="en-US" sz="1800" b="0" u="none" strike="noStrike">
              <a:solidFill>
                <a:schemeClr val="lt1"/>
              </a:solidFill>
              <a:effectLst/>
              <a:uFillTx/>
              <a:latin typeface="Calibri"/>
            </a:endParaRPr>
          </a:p>
        </p:txBody>
      </p:sp>
      <p:sp>
        <p:nvSpPr>
          <p:cNvPr id="655" name="TextBox 7"/>
          <p:cNvSpPr/>
          <p:nvPr/>
        </p:nvSpPr>
        <p:spPr>
          <a:xfrm>
            <a:off x="713160" y="1563480"/>
            <a:ext cx="5117040" cy="4187520"/>
          </a:xfrm>
          <a:prstGeom prst="rect">
            <a:avLst/>
          </a:prstGeom>
          <a:noFill/>
          <a:ln w="0">
            <a:noFill/>
          </a:ln>
        </p:spPr>
        <p:style>
          <a:lnRef idx="0"/>
          <a:fillRef idx="0"/>
          <a:effectRef idx="0"/>
          <a:fontRef idx="minor"/>
        </p:style>
        <p:txBody>
          <a:bodyPr lIns="18360" tIns="0" rIns="18360" bIns="0" anchor="t">
            <a:spAutoFit/>
          </a:bodyPr>
          <a:p>
            <a:pPr defTabSz="457200">
              <a:lnSpc>
                <a:spcPct val="100000"/>
              </a:lnSpc>
              <a:spcAft>
                <a:spcPts val="700"/>
              </a:spcAft>
            </a:pPr>
            <a:r>
              <a:rPr lang="en-US" sz="1570" b="1" u="none" strike="noStrike">
                <a:solidFill>
                  <a:srgbClr val="FF6B1A"/>
                </a:solidFill>
                <a:effectLst/>
                <a:uFillTx/>
                <a:latin typeface="Arial"/>
              </a:rPr>
              <a:t>Ejemplo (ilustrativo): debida diligencia de un proveedor</a:t>
            </a:r>
            <a:endParaRPr lang="en-US" sz="1570" b="0" u="none" strike="noStrike">
              <a:solidFill>
                <a:srgbClr val="FFFFFF"/>
              </a:solidFill>
              <a:effectLst/>
              <a:uFillTx/>
              <a:latin typeface="Arial"/>
            </a:endParaRPr>
          </a:p>
          <a:p>
            <a:pPr defTabSz="457200">
              <a:lnSpc>
                <a:spcPct val="100000"/>
              </a:lnSpc>
              <a:spcAft>
                <a:spcPts val="771"/>
              </a:spcAft>
            </a:pPr>
            <a:r>
              <a:rPr lang="en-US" sz="1400" b="1" u="none" strike="noStrike">
                <a:solidFill>
                  <a:srgbClr val="FF6B1A"/>
                </a:solidFill>
                <a:effectLst/>
                <a:uFillTx/>
                <a:latin typeface="Arial"/>
              </a:rPr>
              <a:t>Plan: </a:t>
            </a:r>
            <a:r>
              <a:rPr lang="en-US" sz="1400" b="0" u="none" strike="noStrike">
                <a:solidFill>
                  <a:srgbClr val="D6D6D6"/>
                </a:solidFill>
                <a:effectLst/>
                <a:uFillTx/>
                <a:latin typeface="Arial"/>
              </a:rPr>
              <a:t>identidad societaria, litigios, reputación, situación financiera, riesgos regulatorios.</a:t>
            </a:r>
            <a:endParaRPr lang="en-US" sz="1400" b="0" u="none" strike="noStrike">
              <a:solidFill>
                <a:srgbClr val="FFFFFF"/>
              </a:solidFill>
              <a:effectLst/>
              <a:uFillTx/>
              <a:latin typeface="Arial"/>
            </a:endParaRPr>
          </a:p>
          <a:p>
            <a:pPr defTabSz="457200">
              <a:lnSpc>
                <a:spcPct val="100000"/>
              </a:lnSpc>
              <a:spcAft>
                <a:spcPts val="771"/>
              </a:spcAft>
            </a:pPr>
            <a:r>
              <a:rPr lang="en-US" sz="1400" b="1" u="none" strike="noStrike">
                <a:solidFill>
                  <a:srgbClr val="3DDC84"/>
                </a:solidFill>
                <a:effectLst/>
                <a:uFillTx/>
                <a:latin typeface="Arial"/>
              </a:rPr>
              <a:t>Ronda 1: </a:t>
            </a:r>
            <a:r>
              <a:rPr lang="en-US" sz="1400" b="0" u="none" strike="noStrike">
                <a:solidFill>
                  <a:srgbClr val="D6D6D6"/>
                </a:solidFill>
                <a:effectLst/>
                <a:uFillTx/>
                <a:latin typeface="Arial"/>
              </a:rPr>
              <a:t>cinco investigadores en paralelo, uno por tema, cada uno con su contexto.</a:t>
            </a:r>
            <a:endParaRPr lang="en-US" sz="1400" b="0" u="none" strike="noStrike">
              <a:solidFill>
                <a:srgbClr val="FFFFFF"/>
              </a:solidFill>
              <a:effectLst/>
              <a:uFillTx/>
              <a:latin typeface="Arial"/>
            </a:endParaRPr>
          </a:p>
          <a:p>
            <a:pPr defTabSz="457200">
              <a:lnSpc>
                <a:spcPct val="100000"/>
              </a:lnSpc>
              <a:spcAft>
                <a:spcPts val="771"/>
              </a:spcAft>
            </a:pPr>
            <a:r>
              <a:rPr lang="en-US" sz="1400" b="1" u="none" strike="noStrike">
                <a:solidFill>
                  <a:srgbClr val="F5C542"/>
                </a:solidFill>
                <a:effectLst/>
                <a:uFillTx/>
                <a:latin typeface="Arial"/>
              </a:rPr>
              <a:t>Notas: </a:t>
            </a:r>
            <a:r>
              <a:rPr lang="en-US" sz="1400" b="0" u="none" strike="noStrike">
                <a:solidFill>
                  <a:srgbClr val="D6D6D6"/>
                </a:solidFill>
                <a:effectLst/>
                <a:uFillTx/>
                <a:latin typeface="Arial"/>
              </a:rPr>
              <a:t>los hallazgos se anotan con su fuente.</a:t>
            </a:r>
            <a:endParaRPr lang="en-US" sz="1400" b="0" u="none" strike="noStrike">
              <a:solidFill>
                <a:srgbClr val="FFFFFF"/>
              </a:solidFill>
              <a:effectLst/>
              <a:uFillTx/>
              <a:latin typeface="Arial"/>
            </a:endParaRPr>
          </a:p>
          <a:p>
            <a:pPr defTabSz="457200">
              <a:lnSpc>
                <a:spcPct val="100000"/>
              </a:lnSpc>
              <a:spcAft>
                <a:spcPts val="771"/>
              </a:spcAft>
            </a:pPr>
            <a:r>
              <a:rPr lang="en-US" sz="1400" b="1" u="none" strike="noStrike">
                <a:solidFill>
                  <a:srgbClr val="FF6B1A"/>
                </a:solidFill>
                <a:effectLst/>
                <a:uFillTx/>
                <a:latin typeface="Arial"/>
              </a:rPr>
              <a:t>Evaluador: </a:t>
            </a:r>
            <a:r>
              <a:rPr lang="en-US" sz="1400" b="0" u="none" strike="noStrike">
                <a:solidFill>
                  <a:srgbClr val="D6D6D6"/>
                </a:solidFill>
                <a:effectLst/>
                <a:uFillTx/>
                <a:latin typeface="Arial"/>
              </a:rPr>
              <a:t>faltan datos sobre litigios en un país: nueva ronda.</a:t>
            </a:r>
            <a:endParaRPr lang="en-US" sz="1400" b="0" u="none" strike="noStrike">
              <a:solidFill>
                <a:srgbClr val="FFFFFF"/>
              </a:solidFill>
              <a:effectLst/>
              <a:uFillTx/>
              <a:latin typeface="Arial"/>
            </a:endParaRPr>
          </a:p>
          <a:p>
            <a:pPr defTabSz="457200">
              <a:lnSpc>
                <a:spcPct val="100000"/>
              </a:lnSpc>
              <a:spcAft>
                <a:spcPts val="771"/>
              </a:spcAft>
            </a:pPr>
            <a:r>
              <a:rPr lang="en-US" sz="1400" b="1" u="none" strike="noStrike">
                <a:solidFill>
                  <a:srgbClr val="3DDC84"/>
                </a:solidFill>
                <a:effectLst/>
                <a:uFillTx/>
                <a:latin typeface="Arial"/>
              </a:rPr>
              <a:t>Ronda 2: </a:t>
            </a:r>
            <a:r>
              <a:rPr lang="en-US" sz="1400" b="0" u="none" strike="noStrike">
                <a:solidFill>
                  <a:srgbClr val="D6D6D6"/>
                </a:solidFill>
                <a:effectLst/>
                <a:uFillTx/>
                <a:latin typeface="Arial"/>
              </a:rPr>
              <a:t>dos investigadores buscan solo lo que falta.</a:t>
            </a:r>
            <a:endParaRPr lang="en-US" sz="1400" b="0" u="none" strike="noStrike">
              <a:solidFill>
                <a:srgbClr val="FFFFFF"/>
              </a:solidFill>
              <a:effectLst/>
              <a:uFillTx/>
              <a:latin typeface="Arial"/>
            </a:endParaRPr>
          </a:p>
          <a:p>
            <a:pPr defTabSz="457200">
              <a:lnSpc>
                <a:spcPct val="100000"/>
              </a:lnSpc>
              <a:spcAft>
                <a:spcPts val="771"/>
              </a:spcAft>
            </a:pPr>
            <a:r>
              <a:rPr lang="en-US" sz="1400" b="1" u="none" strike="noStrike">
                <a:solidFill>
                  <a:srgbClr val="FF6B1A"/>
                </a:solidFill>
                <a:effectLst/>
                <a:uFillTx/>
                <a:latin typeface="Arial"/>
              </a:rPr>
              <a:t>Evaluador: </a:t>
            </a:r>
            <a:r>
              <a:rPr lang="en-US" sz="1400" b="0" u="none" strike="noStrike">
                <a:solidFill>
                  <a:srgbClr val="D6D6D6"/>
                </a:solidFill>
                <a:effectLst/>
                <a:uFillTx/>
                <a:latin typeface="Arial"/>
              </a:rPr>
              <a:t>cobertura suficiente, salvo una brecha declarada.</a:t>
            </a:r>
            <a:endParaRPr lang="en-US" sz="1400" b="0" u="none" strike="noStrike">
              <a:solidFill>
                <a:srgbClr val="FFFFFF"/>
              </a:solidFill>
              <a:effectLst/>
              <a:uFillTx/>
              <a:latin typeface="Arial"/>
            </a:endParaRPr>
          </a:p>
          <a:p>
            <a:pPr defTabSz="457200">
              <a:lnSpc>
                <a:spcPct val="100000"/>
              </a:lnSpc>
              <a:spcAft>
                <a:spcPts val="771"/>
              </a:spcAft>
            </a:pPr>
            <a:r>
              <a:rPr lang="en-US" sz="1400" b="1" u="none" strike="noStrike">
                <a:solidFill>
                  <a:srgbClr val="9A9A9A"/>
                </a:solidFill>
                <a:effectLst/>
                <a:uFillTx/>
                <a:latin typeface="Arial"/>
              </a:rPr>
              <a:t>Informe: </a:t>
            </a:r>
            <a:r>
              <a:rPr lang="en-US" sz="1400" b="0" u="none" strike="noStrike">
                <a:solidFill>
                  <a:srgbClr val="D6D6D6"/>
                </a:solidFill>
                <a:effectLst/>
                <a:uFillTx/>
                <a:latin typeface="Arial"/>
              </a:rPr>
              <a:t>redactado desde las notas, con citas y la brecha abierta.</a:t>
            </a:r>
            <a:endParaRPr lang="en-US" sz="1400" b="0" u="none" strike="noStrike">
              <a:solidFill>
                <a:srgbClr val="FFFFFF"/>
              </a:solidFill>
              <a:effectLst/>
              <a:uFillTx/>
              <a:latin typeface="Arial"/>
            </a:endParaRPr>
          </a:p>
        </p:txBody>
      </p:sp>
      <p:sp>
        <p:nvSpPr>
          <p:cNvPr id="656" name="Rectangle 8"/>
          <p:cNvSpPr/>
          <p:nvPr/>
        </p:nvSpPr>
        <p:spPr>
          <a:xfrm>
            <a:off x="6196320" y="1417320"/>
            <a:ext cx="5446440" cy="4388760"/>
          </a:xfrm>
          <a:prstGeom prst="rect">
            <a:avLst/>
          </a:prstGeom>
          <a:solidFill>
            <a:srgbClr val="0E0E0E"/>
          </a:solidFill>
          <a:ln>
            <a:solidFill>
              <a:srgbClr val="2A2A2A"/>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657" name="Rectangle 9"/>
          <p:cNvSpPr/>
          <p:nvPr/>
        </p:nvSpPr>
        <p:spPr>
          <a:xfrm>
            <a:off x="6196320" y="1417320"/>
            <a:ext cx="5446440" cy="63720"/>
          </a:xfrm>
          <a:prstGeom prst="rect">
            <a:avLst/>
          </a:prstGeom>
          <a:solidFill>
            <a:srgbClr val="F5C542"/>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19080" rIns="90000" bIns="19080" anchor="ctr">
            <a:noAutofit/>
          </a:bodyPr>
          <a:p>
            <a:endParaRPr lang="en-US" sz="1800" b="0" u="none" strike="noStrike">
              <a:solidFill>
                <a:schemeClr val="lt1"/>
              </a:solidFill>
              <a:effectLst/>
              <a:uFillTx/>
              <a:latin typeface="Calibri"/>
            </a:endParaRPr>
          </a:p>
        </p:txBody>
      </p:sp>
      <p:sp>
        <p:nvSpPr>
          <p:cNvPr id="658" name="TextBox 10"/>
          <p:cNvSpPr/>
          <p:nvPr/>
        </p:nvSpPr>
        <p:spPr>
          <a:xfrm>
            <a:off x="6361200" y="1563480"/>
            <a:ext cx="5117040" cy="4187520"/>
          </a:xfrm>
          <a:prstGeom prst="rect">
            <a:avLst/>
          </a:prstGeom>
          <a:noFill/>
          <a:ln w="0">
            <a:noFill/>
          </a:ln>
        </p:spPr>
        <p:style>
          <a:lnRef idx="0"/>
          <a:fillRef idx="0"/>
          <a:effectRef idx="0"/>
          <a:fontRef idx="minor"/>
        </p:style>
        <p:txBody>
          <a:bodyPr lIns="18360" tIns="0" rIns="18360" bIns="0" anchor="t">
            <a:spAutoFit/>
          </a:bodyPr>
          <a:p>
            <a:pPr defTabSz="457200">
              <a:lnSpc>
                <a:spcPct val="100000"/>
              </a:lnSpc>
              <a:spcAft>
                <a:spcPts val="799"/>
              </a:spcAft>
            </a:pPr>
            <a:r>
              <a:rPr lang="en-US" sz="1790" b="1" u="none" strike="noStrike">
                <a:solidFill>
                  <a:srgbClr val="F5C542"/>
                </a:solidFill>
                <a:effectLst/>
                <a:uFillTx/>
                <a:latin typeface="Arial"/>
              </a:rPr>
              <a:t>Qué contexto ve cada paso</a:t>
            </a:r>
            <a:endParaRPr lang="en-US" sz="1790" b="0" u="none" strike="noStrike">
              <a:solidFill>
                <a:srgbClr val="FFFFFF"/>
              </a:solidFill>
              <a:effectLst/>
              <a:uFillTx/>
              <a:latin typeface="Arial"/>
            </a:endParaRPr>
          </a:p>
          <a:p>
            <a:pPr marL="171360" indent="-171360" defTabSz="457200">
              <a:lnSpc>
                <a:spcPct val="100000"/>
              </a:lnSpc>
              <a:spcAft>
                <a:spcPts val="879"/>
              </a:spcAft>
              <a:buClr>
                <a:srgbClr val="D6D6D6"/>
              </a:buClr>
              <a:buFont typeface="Symbol" charset="2"/>
              <a:buChar char=""/>
            </a:pPr>
            <a:r>
              <a:rPr lang="en-US" sz="1600" b="0" u="none" strike="noStrike">
                <a:solidFill>
                  <a:srgbClr val="D6D6D6"/>
                </a:solidFill>
                <a:effectLst/>
                <a:uFillTx/>
                <a:latin typeface="Arial"/>
              </a:rPr>
              <a:t>Plan: la pregunta y, a lo sumo, criterios del solicitante.</a:t>
            </a:r>
            <a:endParaRPr lang="en-US" sz="1600" b="0" u="none" strike="noStrike">
              <a:solidFill>
                <a:srgbClr val="FFFFFF"/>
              </a:solidFill>
              <a:effectLst/>
              <a:uFillTx/>
              <a:latin typeface="Arial"/>
            </a:endParaRPr>
          </a:p>
          <a:p>
            <a:pPr marL="171360" indent="-171360" defTabSz="457200">
              <a:lnSpc>
                <a:spcPct val="100000"/>
              </a:lnSpc>
              <a:spcAft>
                <a:spcPts val="879"/>
              </a:spcAft>
              <a:buClr>
                <a:srgbClr val="D6D6D6"/>
              </a:buClr>
              <a:buFont typeface="Symbol" charset="2"/>
              <a:buChar char=""/>
            </a:pPr>
            <a:r>
              <a:rPr lang="en-US" sz="1600" b="0" u="none" strike="noStrike">
                <a:solidFill>
                  <a:srgbClr val="D6D6D6"/>
                </a:solidFill>
                <a:effectLst/>
                <a:uFillTx/>
                <a:latin typeface="Arial"/>
              </a:rPr>
              <a:t>Cada investigador: solo su tema; no ve lo que encuentran los demás.</a:t>
            </a:r>
            <a:endParaRPr lang="en-US" sz="1600" b="0" u="none" strike="noStrike">
              <a:solidFill>
                <a:srgbClr val="FFFFFF"/>
              </a:solidFill>
              <a:effectLst/>
              <a:uFillTx/>
              <a:latin typeface="Arial"/>
            </a:endParaRPr>
          </a:p>
          <a:p>
            <a:pPr marL="171360" indent="-171360" defTabSz="457200">
              <a:lnSpc>
                <a:spcPct val="100000"/>
              </a:lnSpc>
              <a:spcAft>
                <a:spcPts val="879"/>
              </a:spcAft>
              <a:buClr>
                <a:srgbClr val="D6D6D6"/>
              </a:buClr>
              <a:buFont typeface="Symbol" charset="2"/>
              <a:buChar char=""/>
            </a:pPr>
            <a:r>
              <a:rPr lang="en-US" sz="1600" b="0" u="none" strike="noStrike">
                <a:solidFill>
                  <a:srgbClr val="D6D6D6"/>
                </a:solidFill>
                <a:effectLst/>
                <a:uFillTx/>
                <a:latin typeface="Arial"/>
              </a:rPr>
              <a:t>Evaluador: las notas acumuladas, no las páginas leídas.</a:t>
            </a:r>
            <a:endParaRPr lang="en-US" sz="1600" b="0" u="none" strike="noStrike">
              <a:solidFill>
                <a:srgbClr val="FFFFFF"/>
              </a:solidFill>
              <a:effectLst/>
              <a:uFillTx/>
              <a:latin typeface="Arial"/>
            </a:endParaRPr>
          </a:p>
          <a:p>
            <a:pPr marL="171360" indent="-171360" defTabSz="457200">
              <a:lnSpc>
                <a:spcPct val="100000"/>
              </a:lnSpc>
              <a:spcAft>
                <a:spcPts val="879"/>
              </a:spcAft>
              <a:buClr>
                <a:srgbClr val="D6D6D6"/>
              </a:buClr>
              <a:buFont typeface="Symbol" charset="2"/>
              <a:buChar char=""/>
            </a:pPr>
            <a:r>
              <a:rPr lang="en-US" sz="1600" b="0" u="none" strike="noStrike">
                <a:solidFill>
                  <a:srgbClr val="D6D6D6"/>
                </a:solidFill>
                <a:effectLst/>
                <a:uFillTx/>
                <a:latin typeface="Arial"/>
              </a:rPr>
              <a:t>Ronda 2: el plan ajustado con las brechas; no arranca de cero, pero tampoco arrastra todo.</a:t>
            </a:r>
            <a:endParaRPr lang="en-US" sz="1600" b="0" u="none" strike="noStrike">
              <a:solidFill>
                <a:srgbClr val="FFFFFF"/>
              </a:solidFill>
              <a:effectLst/>
              <a:uFillTx/>
              <a:latin typeface="Arial"/>
            </a:endParaRPr>
          </a:p>
          <a:p>
            <a:pPr marL="171360" indent="-171360" defTabSz="457200">
              <a:lnSpc>
                <a:spcPct val="100000"/>
              </a:lnSpc>
              <a:spcAft>
                <a:spcPts val="879"/>
              </a:spcAft>
              <a:buClr>
                <a:srgbClr val="D6D6D6"/>
              </a:buClr>
              <a:buFont typeface="Symbol" charset="2"/>
              <a:buChar char=""/>
            </a:pPr>
            <a:r>
              <a:rPr lang="en-US" sz="1600" b="0" u="none" strike="noStrike">
                <a:solidFill>
                  <a:srgbClr val="D6D6D6"/>
                </a:solidFill>
                <a:effectLst/>
                <a:uFillTx/>
                <a:latin typeface="Arial"/>
              </a:rPr>
              <a:t>Informe: las notas finales. Las notas son la memoria del sistema.</a:t>
            </a:r>
            <a:endParaRPr lang="en-US" sz="1600" b="0" u="none" strike="noStrike">
              <a:solidFill>
                <a:srgbClr val="FFFFFF"/>
              </a:solidFill>
              <a:effectLst/>
              <a:uFillTx/>
              <a:latin typeface="Arial"/>
            </a:endParaRPr>
          </a:p>
        </p:txBody>
      </p:sp>
      <p:sp>
        <p:nvSpPr>
          <p:cNvPr id="659" name="TextBox 11"/>
          <p:cNvSpPr/>
          <p:nvPr/>
        </p:nvSpPr>
        <p:spPr>
          <a:xfrm>
            <a:off x="548640" y="5943600"/>
            <a:ext cx="11094120" cy="456840"/>
          </a:xfrm>
          <a:prstGeom prst="rect">
            <a:avLst/>
          </a:prstGeom>
          <a:noFill/>
          <a:ln w="0">
            <a:noFill/>
          </a:ln>
        </p:spPr>
        <p:style>
          <a:lnRef idx="0"/>
          <a:fillRef idx="0"/>
          <a:effectRef idx="0"/>
          <a:fontRef idx="minor"/>
        </p:style>
        <p:txBody>
          <a:bodyPr lIns="18360" tIns="9000" rIns="18360" bIns="9000" anchor="ctr">
            <a:spAutoFit/>
          </a:bodyPr>
          <a:p>
            <a:pPr defTabSz="457200">
              <a:lnSpc>
                <a:spcPct val="100000"/>
              </a:lnSpc>
            </a:pPr>
            <a:r>
              <a:rPr lang="en-US" sz="1300" b="0" i="1" u="none" strike="noStrike">
                <a:solidFill>
                  <a:srgbClr val="9A9A9A"/>
                </a:solidFill>
                <a:effectLst/>
                <a:uFillTx/>
                <a:latin typeface="Arial"/>
              </a:rPr>
              <a:t>Sin un bloc de notas que comprima entre rondas, el contexto se volvería inmanejable.</a:t>
            </a:r>
            <a:endParaRPr lang="en-US" sz="130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3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00000"/>
        </a:solidFill>
      </p:bgPr>
    </p:bg>
    <p:spTree>
      <p:nvGrpSpPr>
        <p:cNvPr id="1" name=""/>
        <p:cNvGrpSpPr/>
        <p:nvPr/>
      </p:nvGrpSpPr>
      <p:grpSpPr>
        <a:xfrm>
          <a:off x="0" y="0"/>
          <a:ext cx="0" cy="0"/>
          <a:chOff x="0" y="0"/>
          <a:chExt cx="0" cy="0"/>
        </a:xfrm>
      </p:grpSpPr>
      <p:sp>
        <p:nvSpPr>
          <p:cNvPr id="660" name="TextBox 1"/>
          <p:cNvSpPr/>
          <p:nvPr/>
        </p:nvSpPr>
        <p:spPr>
          <a:xfrm>
            <a:off x="548640" y="329040"/>
            <a:ext cx="8229240" cy="273960"/>
          </a:xfrm>
          <a:prstGeom prst="rect">
            <a:avLst/>
          </a:prstGeom>
          <a:noFill/>
          <a:ln w="0">
            <a:noFill/>
          </a:ln>
        </p:spPr>
        <p:style>
          <a:lnRef idx="0"/>
          <a:fillRef idx="0"/>
          <a:effectRef idx="0"/>
          <a:fontRef idx="minor"/>
        </p:style>
        <p:txBody>
          <a:bodyPr lIns="18360" tIns="9000" rIns="18360" bIns="9000" anchor="t">
            <a:spAutoFit/>
          </a:bodyPr>
          <a:p>
            <a:pPr defTabSz="457200">
              <a:lnSpc>
                <a:spcPct val="100000"/>
              </a:lnSpc>
            </a:pPr>
            <a:r>
              <a:rPr lang="en-US" sz="1150" b="1" u="none" strike="noStrike">
                <a:solidFill>
                  <a:srgbClr val="FF6B1A"/>
                </a:solidFill>
                <a:effectLst/>
                <a:uFillTx/>
                <a:latin typeface="Arial"/>
              </a:rPr>
              <a:t>COMPOSICIÓN</a:t>
            </a:r>
            <a:endParaRPr lang="en-US" sz="1150" b="0" u="none" strike="noStrike">
              <a:solidFill>
                <a:srgbClr val="FFFFFF"/>
              </a:solidFill>
              <a:effectLst/>
              <a:uFillTx/>
              <a:latin typeface="Arial"/>
            </a:endParaRPr>
          </a:p>
        </p:txBody>
      </p:sp>
      <p:sp>
        <p:nvSpPr>
          <p:cNvPr id="661" name="TextBox 2"/>
          <p:cNvSpPr/>
          <p:nvPr/>
        </p:nvSpPr>
        <p:spPr>
          <a:xfrm>
            <a:off x="548640" y="603360"/>
            <a:ext cx="11094120" cy="639720"/>
          </a:xfrm>
          <a:prstGeom prst="rect">
            <a:avLst/>
          </a:prstGeom>
          <a:noFill/>
          <a:ln w="0">
            <a:noFill/>
          </a:ln>
        </p:spPr>
        <p:style>
          <a:lnRef idx="0"/>
          <a:fillRef idx="0"/>
          <a:effectRef idx="0"/>
          <a:fontRef idx="minor"/>
        </p:style>
        <p:txBody>
          <a:bodyPr lIns="18360" tIns="9000" rIns="18360" bIns="9000" anchor="ctr">
            <a:spAutoFit/>
          </a:bodyPr>
          <a:p>
            <a:pPr defTabSz="457200">
              <a:lnSpc>
                <a:spcPct val="100000"/>
              </a:lnSpc>
            </a:pPr>
            <a:r>
              <a:rPr lang="en-US" sz="3000" b="1" u="none" strike="noStrike">
                <a:solidFill>
                  <a:srgbClr val="F2F2F2"/>
                </a:solidFill>
                <a:effectLst/>
                <a:uFillTx/>
                <a:latin typeface="Arial"/>
              </a:rPr>
              <a:t>Los arquetipos rara vez aparecen solos</a:t>
            </a:r>
            <a:endParaRPr lang="en-US" sz="3000" b="0" u="none" strike="noStrike">
              <a:solidFill>
                <a:srgbClr val="FFFFFF"/>
              </a:solidFill>
              <a:effectLst/>
              <a:uFillTx/>
              <a:latin typeface="Arial"/>
            </a:endParaRPr>
          </a:p>
        </p:txBody>
      </p:sp>
      <p:sp>
        <p:nvSpPr>
          <p:cNvPr id="662" name="TextBox 3"/>
          <p:cNvSpPr/>
          <p:nvPr/>
        </p:nvSpPr>
        <p:spPr>
          <a:xfrm>
            <a:off x="548640" y="6492240"/>
            <a:ext cx="7314840" cy="228240"/>
          </a:xfrm>
          <a:prstGeom prst="rect">
            <a:avLst/>
          </a:prstGeom>
          <a:noFill/>
          <a:ln w="0">
            <a:noFill/>
          </a:ln>
        </p:spPr>
        <p:style>
          <a:lnRef idx="0"/>
          <a:fillRef idx="0"/>
          <a:effectRef idx="0"/>
          <a:fontRef idx="minor"/>
        </p:style>
        <p:txBody>
          <a:bodyPr lIns="18360" tIns="9000" rIns="18360" bIns="9000" anchor="t">
            <a:spAutoFit/>
          </a:bodyPr>
          <a:p>
            <a:pPr defTabSz="457200">
              <a:lnSpc>
                <a:spcPct val="100000"/>
              </a:lnSpc>
            </a:pPr>
            <a:r>
              <a:rPr lang="en-US" sz="900" b="0" u="none" strike="noStrike">
                <a:solidFill>
                  <a:srgbClr val="9A9A9A"/>
                </a:solidFill>
                <a:effectLst/>
                <a:uFillTx/>
                <a:latin typeface="Arial"/>
              </a:rPr>
              <a:t>Arquetipos de agentes · Módulo 5 · UTDT</a:t>
            </a:r>
            <a:endParaRPr lang="en-US" sz="900" b="0" u="none" strike="noStrike">
              <a:solidFill>
                <a:srgbClr val="FFFFFF"/>
              </a:solidFill>
              <a:effectLst/>
              <a:uFillTx/>
              <a:latin typeface="Arial"/>
            </a:endParaRPr>
          </a:p>
        </p:txBody>
      </p:sp>
      <p:sp>
        <p:nvSpPr>
          <p:cNvPr id="663" name="TextBox 4"/>
          <p:cNvSpPr/>
          <p:nvPr/>
        </p:nvSpPr>
        <p:spPr>
          <a:xfrm>
            <a:off x="10271520" y="6492240"/>
            <a:ext cx="1371240" cy="228240"/>
          </a:xfrm>
          <a:prstGeom prst="rect">
            <a:avLst/>
          </a:prstGeom>
          <a:noFill/>
          <a:ln w="0">
            <a:noFill/>
          </a:ln>
        </p:spPr>
        <p:style>
          <a:lnRef idx="0"/>
          <a:fillRef idx="0"/>
          <a:effectRef idx="0"/>
          <a:fontRef idx="minor"/>
        </p:style>
        <p:txBody>
          <a:bodyPr lIns="18360" tIns="9000" rIns="18360" bIns="9000" anchor="t">
            <a:spAutoFit/>
          </a:bodyPr>
          <a:p>
            <a:pPr algn="r" defTabSz="457200">
              <a:lnSpc>
                <a:spcPct val="100000"/>
              </a:lnSpc>
            </a:pPr>
            <a:r>
              <a:rPr lang="en-US" sz="900" b="0" u="none" strike="noStrike">
                <a:solidFill>
                  <a:srgbClr val="9A9A9A"/>
                </a:solidFill>
                <a:effectLst/>
                <a:uFillTx/>
                <a:latin typeface="Arial"/>
              </a:rPr>
              <a:t>32 / 35</a:t>
            </a:r>
            <a:endParaRPr lang="en-US" sz="900" b="0" u="none" strike="noStrike">
              <a:solidFill>
                <a:srgbClr val="FFFFFF"/>
              </a:solidFill>
              <a:effectLst/>
              <a:uFillTx/>
              <a:latin typeface="Arial"/>
            </a:endParaRPr>
          </a:p>
        </p:txBody>
      </p:sp>
      <p:sp>
        <p:nvSpPr>
          <p:cNvPr id="664" name="TextBox 5"/>
          <p:cNvSpPr/>
          <p:nvPr/>
        </p:nvSpPr>
        <p:spPr>
          <a:xfrm>
            <a:off x="548640" y="1371600"/>
            <a:ext cx="11094120" cy="255600"/>
          </a:xfrm>
          <a:prstGeom prst="rect">
            <a:avLst/>
          </a:prstGeom>
          <a:noFill/>
          <a:ln w="0">
            <a:noFill/>
          </a:ln>
        </p:spPr>
        <p:style>
          <a:lnRef idx="0"/>
          <a:fillRef idx="0"/>
          <a:effectRef idx="0"/>
          <a:fontRef idx="minor"/>
        </p:style>
        <p:txBody>
          <a:bodyPr lIns="18360" tIns="9000" rIns="18360" bIns="9000" anchor="t">
            <a:spAutoFit/>
          </a:bodyPr>
          <a:p>
            <a:pPr defTabSz="457200">
              <a:lnSpc>
                <a:spcPct val="100000"/>
              </a:lnSpc>
            </a:pPr>
            <a:r>
              <a:rPr lang="en-US" sz="1250" b="1" u="none" strike="noStrike">
                <a:solidFill>
                  <a:srgbClr val="FF6B1A"/>
                </a:solidFill>
                <a:effectLst/>
                <a:uFillTx/>
                <a:latin typeface="Arial"/>
              </a:rPr>
              <a:t>Escalamiento: cada nivel filtra lo que el siguiente no necesita ver</a:t>
            </a:r>
            <a:endParaRPr lang="en-US" sz="1250" b="0" u="none" strike="noStrike">
              <a:solidFill>
                <a:srgbClr val="FFFFFF"/>
              </a:solidFill>
              <a:effectLst/>
              <a:uFillTx/>
              <a:latin typeface="Arial"/>
            </a:endParaRPr>
          </a:p>
        </p:txBody>
      </p:sp>
      <p:cxnSp>
        <p:nvCxnSpPr>
          <p:cNvPr id="665" name="Connector 6"/>
          <p:cNvCxnSpPr/>
          <p:nvPr/>
        </p:nvCxnSpPr>
        <p:spPr>
          <a:xfrm>
            <a:off x="2926800" y="1959840"/>
            <a:ext cx="849960" cy="360"/>
          </a:xfrm>
          <a:prstGeom prst="straightConnector1">
            <a:avLst/>
          </a:prstGeom>
          <a:ln w="20320">
            <a:solidFill>
              <a:srgbClr val="C8C8C8"/>
            </a:solidFill>
            <a:round/>
            <a:tailEnd len="med" type="triangle" w="med"/>
          </a:ln>
        </p:spPr>
      </p:cxnSp>
      <p:cxnSp>
        <p:nvCxnSpPr>
          <p:cNvPr id="666" name="Connector 7"/>
          <p:cNvCxnSpPr/>
          <p:nvPr/>
        </p:nvCxnSpPr>
        <p:spPr>
          <a:xfrm>
            <a:off x="5761440" y="1959840"/>
            <a:ext cx="596160" cy="360"/>
          </a:xfrm>
          <a:prstGeom prst="straightConnector1">
            <a:avLst/>
          </a:prstGeom>
          <a:ln w="20320">
            <a:solidFill>
              <a:srgbClr val="C8C8C8"/>
            </a:solidFill>
            <a:round/>
            <a:tailEnd len="med" type="triangle" w="med"/>
          </a:ln>
        </p:spPr>
      </p:cxnSp>
      <p:sp>
        <p:nvSpPr>
          <p:cNvPr id="667" name="TextBox 8"/>
          <p:cNvSpPr/>
          <p:nvPr/>
        </p:nvSpPr>
        <p:spPr>
          <a:xfrm>
            <a:off x="5737320" y="1751760"/>
            <a:ext cx="644400" cy="416160"/>
          </a:xfrm>
          <a:prstGeom prst="rect">
            <a:avLst/>
          </a:prstGeom>
          <a:solidFill>
            <a:srgbClr val="000000"/>
          </a:solidFill>
          <a:ln w="0">
            <a:noFill/>
          </a:ln>
        </p:spPr>
        <p:style>
          <a:lnRef idx="0"/>
          <a:fillRef idx="0"/>
          <a:effectRef idx="0"/>
          <a:fontRef idx="minor"/>
        </p:style>
        <p:txBody>
          <a:bodyPr wrap="none" lIns="27360" tIns="9000" rIns="27360" bIns="9000" anchor="ctr">
            <a:spAutoFit/>
          </a:bodyPr>
          <a:p>
            <a:pPr algn="ctr" defTabSz="457200">
              <a:lnSpc>
                <a:spcPct val="100000"/>
              </a:lnSpc>
            </a:pPr>
            <a:r>
              <a:rPr lang="en-US" sz="980" b="0" i="1" u="none" strike="noStrike">
                <a:solidFill>
                  <a:srgbClr val="D0D0D0"/>
                </a:solidFill>
                <a:effectLst/>
                <a:uFillTx/>
                <a:latin typeface="Arial"/>
              </a:rPr>
              <a:t>caso</a:t>
            </a:r>
            <a:endParaRPr lang="en-US" sz="980" b="0" u="none" strike="noStrike">
              <a:solidFill>
                <a:srgbClr val="FFFFFF"/>
              </a:solidFill>
              <a:effectLst/>
              <a:uFillTx/>
              <a:latin typeface="Arial"/>
            </a:endParaRPr>
          </a:p>
          <a:p>
            <a:pPr algn="ctr" defTabSz="457200">
              <a:lnSpc>
                <a:spcPct val="100000"/>
              </a:lnSpc>
            </a:pPr>
            <a:r>
              <a:rPr lang="en-US" sz="980" b="0" i="1" u="none" strike="noStrike">
                <a:solidFill>
                  <a:srgbClr val="D0D0D0"/>
                </a:solidFill>
                <a:effectLst/>
                <a:uFillTx/>
                <a:latin typeface="Arial"/>
              </a:rPr>
              <a:t>conocido</a:t>
            </a:r>
            <a:endParaRPr lang="en-US" sz="980" b="0" u="none" strike="noStrike">
              <a:solidFill>
                <a:srgbClr val="FFFFFF"/>
              </a:solidFill>
              <a:effectLst/>
              <a:uFillTx/>
              <a:latin typeface="Arial"/>
            </a:endParaRPr>
          </a:p>
        </p:txBody>
      </p:sp>
      <p:cxnSp>
        <p:nvCxnSpPr>
          <p:cNvPr id="668" name="Connector 9"/>
          <p:cNvCxnSpPr/>
          <p:nvPr/>
        </p:nvCxnSpPr>
        <p:spPr>
          <a:xfrm>
            <a:off x="4768920" y="2284920"/>
            <a:ext cx="360" cy="532440"/>
          </a:xfrm>
          <a:prstGeom prst="straightConnector1">
            <a:avLst/>
          </a:prstGeom>
          <a:ln w="20320">
            <a:solidFill>
              <a:srgbClr val="C8C8C8"/>
            </a:solidFill>
            <a:round/>
            <a:tailEnd len="med" type="triangle" w="med"/>
          </a:ln>
        </p:spPr>
      </p:cxnSp>
      <p:sp>
        <p:nvSpPr>
          <p:cNvPr id="669" name="TextBox 10"/>
          <p:cNvSpPr/>
          <p:nvPr/>
        </p:nvSpPr>
        <p:spPr>
          <a:xfrm>
            <a:off x="4415760" y="2342880"/>
            <a:ext cx="706680" cy="416160"/>
          </a:xfrm>
          <a:prstGeom prst="rect">
            <a:avLst/>
          </a:prstGeom>
          <a:solidFill>
            <a:srgbClr val="000000"/>
          </a:solidFill>
          <a:ln w="0">
            <a:noFill/>
          </a:ln>
        </p:spPr>
        <p:style>
          <a:lnRef idx="0"/>
          <a:fillRef idx="0"/>
          <a:effectRef idx="0"/>
          <a:fontRef idx="minor"/>
        </p:style>
        <p:txBody>
          <a:bodyPr wrap="none" lIns="27360" tIns="9000" rIns="27360" bIns="9000" anchor="ctr">
            <a:spAutoFit/>
          </a:bodyPr>
          <a:p>
            <a:pPr algn="ctr" defTabSz="457200">
              <a:lnSpc>
                <a:spcPct val="100000"/>
              </a:lnSpc>
            </a:pPr>
            <a:r>
              <a:rPr lang="en-US" sz="980" b="0" i="1" u="none" strike="noStrike">
                <a:solidFill>
                  <a:srgbClr val="D0D0D0"/>
                </a:solidFill>
                <a:effectLst/>
                <a:uFillTx/>
                <a:latin typeface="Arial"/>
              </a:rPr>
              <a:t>ambiguo o</a:t>
            </a:r>
            <a:endParaRPr lang="en-US" sz="980" b="0" u="none" strike="noStrike">
              <a:solidFill>
                <a:srgbClr val="FFFFFF"/>
              </a:solidFill>
              <a:effectLst/>
              <a:uFillTx/>
              <a:latin typeface="Arial"/>
            </a:endParaRPr>
          </a:p>
          <a:p>
            <a:pPr algn="ctr" defTabSz="457200">
              <a:lnSpc>
                <a:spcPct val="100000"/>
              </a:lnSpc>
            </a:pPr>
            <a:r>
              <a:rPr lang="en-US" sz="980" b="0" i="1" u="none" strike="noStrike">
                <a:solidFill>
                  <a:srgbClr val="D0D0D0"/>
                </a:solidFill>
                <a:effectLst/>
                <a:uFillTx/>
                <a:latin typeface="Arial"/>
              </a:rPr>
              <a:t>nuevo</a:t>
            </a:r>
            <a:endParaRPr lang="en-US" sz="980" b="0" u="none" strike="noStrike">
              <a:solidFill>
                <a:srgbClr val="FFFFFF"/>
              </a:solidFill>
              <a:effectLst/>
              <a:uFillTx/>
              <a:latin typeface="Arial"/>
            </a:endParaRPr>
          </a:p>
        </p:txBody>
      </p:sp>
      <p:cxnSp>
        <p:nvCxnSpPr>
          <p:cNvPr id="670" name="Connector 11"/>
          <p:cNvCxnSpPr/>
          <p:nvPr/>
        </p:nvCxnSpPr>
        <p:spPr>
          <a:xfrm>
            <a:off x="5689080" y="3142440"/>
            <a:ext cx="306360" cy="360"/>
          </a:xfrm>
          <a:prstGeom prst="straightConnector1">
            <a:avLst/>
          </a:prstGeom>
          <a:ln w="20320">
            <a:solidFill>
              <a:srgbClr val="C8C8C8"/>
            </a:solidFill>
            <a:round/>
            <a:tailEnd len="med" type="triangle" w="med"/>
          </a:ln>
        </p:spPr>
      </p:cxnSp>
      <p:sp>
        <p:nvSpPr>
          <p:cNvPr id="671" name="TextBox 12"/>
          <p:cNvSpPr/>
          <p:nvPr/>
        </p:nvSpPr>
        <p:spPr>
          <a:xfrm>
            <a:off x="5426640" y="2934360"/>
            <a:ext cx="831240" cy="416160"/>
          </a:xfrm>
          <a:prstGeom prst="rect">
            <a:avLst/>
          </a:prstGeom>
          <a:solidFill>
            <a:srgbClr val="000000"/>
          </a:solidFill>
          <a:ln w="0">
            <a:noFill/>
          </a:ln>
        </p:spPr>
        <p:style>
          <a:lnRef idx="0"/>
          <a:fillRef idx="0"/>
          <a:effectRef idx="0"/>
          <a:fontRef idx="minor"/>
        </p:style>
        <p:txBody>
          <a:bodyPr wrap="none" lIns="27360" tIns="9000" rIns="27360" bIns="9000" anchor="ctr">
            <a:spAutoFit/>
          </a:bodyPr>
          <a:p>
            <a:pPr algn="ctr" defTabSz="457200">
              <a:lnSpc>
                <a:spcPct val="100000"/>
              </a:lnSpc>
            </a:pPr>
            <a:r>
              <a:rPr lang="en-US" sz="980" b="0" i="1" u="none" strike="noStrike">
                <a:solidFill>
                  <a:srgbClr val="D0D0D0"/>
                </a:solidFill>
                <a:effectLst/>
                <a:uFillTx/>
                <a:latin typeface="Arial"/>
              </a:rPr>
              <a:t>acción de</a:t>
            </a:r>
            <a:endParaRPr lang="en-US" sz="980" b="0" u="none" strike="noStrike">
              <a:solidFill>
                <a:srgbClr val="FFFFFF"/>
              </a:solidFill>
              <a:effectLst/>
              <a:uFillTx/>
              <a:latin typeface="Arial"/>
            </a:endParaRPr>
          </a:p>
          <a:p>
            <a:pPr algn="ctr" defTabSz="457200">
              <a:lnSpc>
                <a:spcPct val="100000"/>
              </a:lnSpc>
            </a:pPr>
            <a:r>
              <a:rPr lang="en-US" sz="980" b="0" i="1" u="none" strike="noStrike">
                <a:solidFill>
                  <a:srgbClr val="D0D0D0"/>
                </a:solidFill>
                <a:effectLst/>
                <a:uFillTx/>
                <a:latin typeface="Arial"/>
              </a:rPr>
              <a:t>alto riesgo</a:t>
            </a:r>
            <a:endParaRPr lang="en-US" sz="980" b="0" u="none" strike="noStrike">
              <a:solidFill>
                <a:srgbClr val="FFFFFF"/>
              </a:solidFill>
              <a:effectLst/>
              <a:uFillTx/>
              <a:latin typeface="Arial"/>
            </a:endParaRPr>
          </a:p>
        </p:txBody>
      </p:sp>
      <p:cxnSp>
        <p:nvCxnSpPr>
          <p:cNvPr id="672" name="Connector 13"/>
          <p:cNvCxnSpPr/>
          <p:nvPr/>
        </p:nvCxnSpPr>
        <p:spPr>
          <a:xfrm>
            <a:off x="8125200" y="3142440"/>
            <a:ext cx="415080" cy="360"/>
          </a:xfrm>
          <a:prstGeom prst="straightConnector1">
            <a:avLst/>
          </a:prstGeom>
          <a:ln w="20320">
            <a:solidFill>
              <a:srgbClr val="C8C8C8"/>
            </a:solidFill>
            <a:round/>
            <a:tailEnd len="med" type="triangle" w="med"/>
          </a:ln>
        </p:spPr>
      </p:cxnSp>
      <p:sp>
        <p:nvSpPr>
          <p:cNvPr id="673" name="TextBox 14"/>
          <p:cNvSpPr/>
          <p:nvPr/>
        </p:nvSpPr>
        <p:spPr>
          <a:xfrm>
            <a:off x="8135280" y="3020040"/>
            <a:ext cx="395280" cy="244440"/>
          </a:xfrm>
          <a:prstGeom prst="rect">
            <a:avLst/>
          </a:prstGeom>
          <a:solidFill>
            <a:srgbClr val="000000"/>
          </a:solidFill>
          <a:ln w="0">
            <a:noFill/>
          </a:ln>
        </p:spPr>
        <p:style>
          <a:lnRef idx="0"/>
          <a:fillRef idx="0"/>
          <a:effectRef idx="0"/>
          <a:fontRef idx="minor"/>
        </p:style>
        <p:txBody>
          <a:bodyPr wrap="none" lIns="27360" tIns="9000" rIns="27360" bIns="9000" anchor="ctr">
            <a:spAutoFit/>
          </a:bodyPr>
          <a:p>
            <a:pPr algn="ctr" defTabSz="457200">
              <a:lnSpc>
                <a:spcPct val="100000"/>
              </a:lnSpc>
            </a:pPr>
            <a:r>
              <a:rPr lang="en-US" sz="980" b="0" i="1" u="none" strike="noStrike">
                <a:solidFill>
                  <a:srgbClr val="D0D0D0"/>
                </a:solidFill>
                <a:effectLst/>
                <a:uFillTx/>
                <a:latin typeface="Arial"/>
              </a:rPr>
              <a:t>PASS</a:t>
            </a:r>
            <a:endParaRPr lang="en-US" sz="980" b="0" u="none" strike="noStrike">
              <a:solidFill>
                <a:srgbClr val="FFFFFF"/>
              </a:solidFill>
              <a:effectLst/>
              <a:uFillTx/>
              <a:latin typeface="Arial"/>
            </a:endParaRPr>
          </a:p>
        </p:txBody>
      </p:sp>
      <p:cxnSp>
        <p:nvCxnSpPr>
          <p:cNvPr id="674" name="Connector 15"/>
          <p:cNvCxnSpPr/>
          <p:nvPr/>
        </p:nvCxnSpPr>
        <p:spPr>
          <a:xfrm flipH="1">
            <a:off x="5689080" y="3142440"/>
            <a:ext cx="306360" cy="360"/>
          </a:xfrm>
          <a:prstGeom prst="straightConnector1">
            <a:avLst/>
          </a:prstGeom>
          <a:ln w="20320">
            <a:solidFill>
              <a:srgbClr val="C8C8C8"/>
            </a:solidFill>
            <a:prstDash val="dash"/>
            <a:round/>
            <a:tailEnd len="med" type="triangle" w="med"/>
          </a:ln>
        </p:spPr>
      </p:cxnSp>
      <p:sp>
        <p:nvSpPr>
          <p:cNvPr id="675" name="TextBox 16"/>
          <p:cNvSpPr/>
          <p:nvPr/>
        </p:nvSpPr>
        <p:spPr>
          <a:xfrm>
            <a:off x="5644440" y="3020040"/>
            <a:ext cx="395280" cy="244440"/>
          </a:xfrm>
          <a:prstGeom prst="rect">
            <a:avLst/>
          </a:prstGeom>
          <a:solidFill>
            <a:srgbClr val="000000"/>
          </a:solidFill>
          <a:ln w="0">
            <a:noFill/>
          </a:ln>
        </p:spPr>
        <p:style>
          <a:lnRef idx="0"/>
          <a:fillRef idx="0"/>
          <a:effectRef idx="0"/>
          <a:fontRef idx="minor"/>
        </p:style>
        <p:txBody>
          <a:bodyPr wrap="none" lIns="27360" tIns="9000" rIns="27360" bIns="9000" anchor="ctr">
            <a:spAutoFit/>
          </a:bodyPr>
          <a:p>
            <a:pPr algn="ctr" defTabSz="457200">
              <a:lnSpc>
                <a:spcPct val="100000"/>
              </a:lnSpc>
            </a:pPr>
            <a:r>
              <a:rPr lang="en-US" sz="980" b="0" i="1" u="none" strike="noStrike">
                <a:solidFill>
                  <a:srgbClr val="D0D0D0"/>
                </a:solidFill>
                <a:effectLst/>
                <a:uFillTx/>
                <a:latin typeface="Arial"/>
              </a:rPr>
              <a:t>FAIL</a:t>
            </a:r>
            <a:endParaRPr lang="en-US" sz="980" b="0" u="none" strike="noStrike">
              <a:solidFill>
                <a:srgbClr val="FFFFFF"/>
              </a:solidFill>
              <a:effectLst/>
              <a:uFillTx/>
              <a:latin typeface="Arial"/>
            </a:endParaRPr>
          </a:p>
        </p:txBody>
      </p:sp>
      <p:sp>
        <p:nvSpPr>
          <p:cNvPr id="676" name="Rounded Rectangle 17"/>
          <p:cNvSpPr/>
          <p:nvPr/>
        </p:nvSpPr>
        <p:spPr>
          <a:xfrm>
            <a:off x="2057760" y="1764000"/>
            <a:ext cx="839160" cy="391320"/>
          </a:xfrm>
          <a:prstGeom prst="roundRect">
            <a:avLst>
              <a:gd name="adj" fmla="val 18000"/>
            </a:avLst>
          </a:prstGeom>
          <a:solidFill>
            <a:srgbClr val="181818"/>
          </a:solidFill>
          <a:ln w="25400">
            <a:solidFill>
              <a:srgbClr val="9A9A9A"/>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wrap="none" lIns="45720" tIns="27360" rIns="45720" bIns="27360" anchor="ctr">
            <a:noAutofit/>
          </a:bodyPr>
          <a:p>
            <a:pPr algn="ctr" defTabSz="457200">
              <a:lnSpc>
                <a:spcPct val="100000"/>
              </a:lnSpc>
            </a:pPr>
            <a:r>
              <a:rPr lang="en-US" sz="1130" b="0" u="none" strike="noStrike">
                <a:solidFill>
                  <a:srgbClr val="F2F2F2"/>
                </a:solidFill>
                <a:effectLst/>
                <a:uFillTx/>
                <a:latin typeface="Arial"/>
              </a:rPr>
              <a:t>Entrada</a:t>
            </a:r>
            <a:endParaRPr lang="en-US" sz="1130" b="0" u="none" strike="noStrike">
              <a:solidFill>
                <a:srgbClr val="FFFFFF"/>
              </a:solidFill>
              <a:effectLst/>
              <a:uFillTx/>
              <a:latin typeface="Arial"/>
            </a:endParaRPr>
          </a:p>
        </p:txBody>
      </p:sp>
      <p:sp>
        <p:nvSpPr>
          <p:cNvPr id="677" name="Rounded Rectangle 18"/>
          <p:cNvSpPr/>
          <p:nvPr/>
        </p:nvSpPr>
        <p:spPr>
          <a:xfrm>
            <a:off x="3805920" y="1664280"/>
            <a:ext cx="1926000" cy="591120"/>
          </a:xfrm>
          <a:prstGeom prst="roundRect">
            <a:avLst>
              <a:gd name="adj" fmla="val 18000"/>
            </a:avLst>
          </a:prstGeom>
          <a:solidFill>
            <a:srgbClr val="2A1608"/>
          </a:solidFill>
          <a:ln w="25400">
            <a:solidFill>
              <a:srgbClr val="FF6B1A"/>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wrap="none" lIns="45720" tIns="27360" rIns="45720" bIns="27360" anchor="ctr">
            <a:noAutofit/>
          </a:bodyPr>
          <a:p>
            <a:pPr algn="ctr" defTabSz="457200">
              <a:lnSpc>
                <a:spcPct val="100000"/>
              </a:lnSpc>
            </a:pPr>
            <a:r>
              <a:rPr lang="en-US" sz="1130" b="1" u="none" strike="noStrike">
                <a:solidFill>
                  <a:srgbClr val="F2F2F2"/>
                </a:solidFill>
                <a:effectLst/>
                <a:uFillTx/>
                <a:latin typeface="Arial"/>
              </a:rPr>
              <a:t>REFLEX</a:t>
            </a:r>
            <a:endParaRPr lang="en-US" sz="1130" b="0" u="none" strike="noStrike">
              <a:solidFill>
                <a:srgbClr val="FFFFFF"/>
              </a:solidFill>
              <a:effectLst/>
              <a:uFillTx/>
              <a:latin typeface="Arial"/>
            </a:endParaRPr>
          </a:p>
          <a:p>
            <a:pPr algn="ctr" defTabSz="457200">
              <a:lnSpc>
                <a:spcPct val="100000"/>
              </a:lnSpc>
            </a:pPr>
            <a:r>
              <a:rPr lang="en-US" sz="1130" b="0" u="none" strike="noStrike">
                <a:solidFill>
                  <a:srgbClr val="F2F2F2"/>
                </a:solidFill>
                <a:effectLst/>
                <a:uFillTx/>
                <a:latin typeface="Arial"/>
              </a:rPr>
              <a:t>router de primer nivel</a:t>
            </a:r>
            <a:endParaRPr lang="en-US" sz="1130" b="0" u="none" strike="noStrike">
              <a:solidFill>
                <a:srgbClr val="FFFFFF"/>
              </a:solidFill>
              <a:effectLst/>
              <a:uFillTx/>
              <a:latin typeface="Arial"/>
            </a:endParaRPr>
          </a:p>
        </p:txBody>
      </p:sp>
      <p:sp>
        <p:nvSpPr>
          <p:cNvPr id="678" name="Rounded Rectangle 19"/>
          <p:cNvSpPr/>
          <p:nvPr/>
        </p:nvSpPr>
        <p:spPr>
          <a:xfrm>
            <a:off x="6387120" y="1764000"/>
            <a:ext cx="1346400" cy="391320"/>
          </a:xfrm>
          <a:prstGeom prst="roundRect">
            <a:avLst>
              <a:gd name="adj" fmla="val 18000"/>
            </a:avLst>
          </a:prstGeom>
          <a:solidFill>
            <a:srgbClr val="0F2416"/>
          </a:solidFill>
          <a:ln w="25400">
            <a:solidFill>
              <a:srgbClr val="3DDC84"/>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wrap="none" lIns="45720" tIns="27360" rIns="45720" bIns="27360" anchor="ctr">
            <a:noAutofit/>
          </a:bodyPr>
          <a:p>
            <a:pPr algn="ctr" defTabSz="457200">
              <a:lnSpc>
                <a:spcPct val="100000"/>
              </a:lnSpc>
            </a:pPr>
            <a:r>
              <a:rPr lang="en-US" sz="1130" b="0" u="none" strike="noStrike">
                <a:solidFill>
                  <a:srgbClr val="F2F2F2"/>
                </a:solidFill>
                <a:effectLst/>
                <a:uFillTx/>
                <a:latin typeface="Arial"/>
              </a:rPr>
              <a:t>Acción directa</a:t>
            </a:r>
            <a:endParaRPr lang="en-US" sz="1130" b="0" u="none" strike="noStrike">
              <a:solidFill>
                <a:srgbClr val="FFFFFF"/>
              </a:solidFill>
              <a:effectLst/>
              <a:uFillTx/>
              <a:latin typeface="Arial"/>
            </a:endParaRPr>
          </a:p>
        </p:txBody>
      </p:sp>
      <p:sp>
        <p:nvSpPr>
          <p:cNvPr id="679" name="Rounded Rectangle 20"/>
          <p:cNvSpPr/>
          <p:nvPr/>
        </p:nvSpPr>
        <p:spPr>
          <a:xfrm>
            <a:off x="3878280" y="2846880"/>
            <a:ext cx="1780920" cy="591120"/>
          </a:xfrm>
          <a:prstGeom prst="roundRect">
            <a:avLst>
              <a:gd name="adj" fmla="val 18000"/>
            </a:avLst>
          </a:prstGeom>
          <a:solidFill>
            <a:srgbClr val="2A1608"/>
          </a:solidFill>
          <a:ln w="25400">
            <a:solidFill>
              <a:srgbClr val="FF6B1A"/>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wrap="none" lIns="45720" tIns="27360" rIns="45720" bIns="27360" anchor="ctr">
            <a:noAutofit/>
          </a:bodyPr>
          <a:p>
            <a:pPr algn="ctr" defTabSz="457200">
              <a:lnSpc>
                <a:spcPct val="100000"/>
              </a:lnSpc>
            </a:pPr>
            <a:r>
              <a:rPr lang="en-US" sz="1130" b="1" u="none" strike="noStrike">
                <a:solidFill>
                  <a:srgbClr val="F2F2F2"/>
                </a:solidFill>
                <a:effectLst/>
                <a:uFillTx/>
                <a:latin typeface="Arial"/>
              </a:rPr>
              <a:t>REACT</a:t>
            </a:r>
            <a:endParaRPr lang="en-US" sz="1130" b="0" u="none" strike="noStrike">
              <a:solidFill>
                <a:srgbClr val="FFFFFF"/>
              </a:solidFill>
              <a:effectLst/>
              <a:uFillTx/>
              <a:latin typeface="Arial"/>
            </a:endParaRPr>
          </a:p>
          <a:p>
            <a:pPr algn="ctr" defTabSz="457200">
              <a:lnSpc>
                <a:spcPct val="100000"/>
              </a:lnSpc>
            </a:pPr>
            <a:r>
              <a:rPr lang="en-US" sz="1130" b="0" u="none" strike="noStrike">
                <a:solidFill>
                  <a:srgbClr val="F2F2F2"/>
                </a:solidFill>
                <a:effectLst/>
                <a:uFillTx/>
                <a:latin typeface="Arial"/>
              </a:rPr>
              <a:t>investiga y resuelve</a:t>
            </a:r>
            <a:endParaRPr lang="en-US" sz="1130" b="0" u="none" strike="noStrike">
              <a:solidFill>
                <a:srgbClr val="FFFFFF"/>
              </a:solidFill>
              <a:effectLst/>
              <a:uFillTx/>
              <a:latin typeface="Arial"/>
            </a:endParaRPr>
          </a:p>
        </p:txBody>
      </p:sp>
      <p:sp>
        <p:nvSpPr>
          <p:cNvPr id="680" name="Rounded Rectangle 21"/>
          <p:cNvSpPr/>
          <p:nvPr/>
        </p:nvSpPr>
        <p:spPr>
          <a:xfrm>
            <a:off x="6024960" y="2846880"/>
            <a:ext cx="2070720" cy="591120"/>
          </a:xfrm>
          <a:prstGeom prst="roundRect">
            <a:avLst>
              <a:gd name="adj" fmla="val 18000"/>
            </a:avLst>
          </a:prstGeom>
          <a:solidFill>
            <a:srgbClr val="2A1608"/>
          </a:solidFill>
          <a:ln w="25400">
            <a:solidFill>
              <a:srgbClr val="FF6B1A"/>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wrap="none" lIns="45720" tIns="27360" rIns="45720" bIns="27360" anchor="ctr">
            <a:noAutofit/>
          </a:bodyPr>
          <a:p>
            <a:pPr algn="ctr" defTabSz="457200">
              <a:lnSpc>
                <a:spcPct val="100000"/>
              </a:lnSpc>
            </a:pPr>
            <a:r>
              <a:rPr lang="en-US" sz="1130" b="1" u="none" strike="noStrike">
                <a:solidFill>
                  <a:srgbClr val="F2F2F2"/>
                </a:solidFill>
                <a:effectLst/>
                <a:uFillTx/>
                <a:latin typeface="Arial"/>
              </a:rPr>
              <a:t>REFLECTION</a:t>
            </a:r>
            <a:endParaRPr lang="en-US" sz="1130" b="0" u="none" strike="noStrike">
              <a:solidFill>
                <a:srgbClr val="FFFFFF"/>
              </a:solidFill>
              <a:effectLst/>
              <a:uFillTx/>
              <a:latin typeface="Arial"/>
            </a:endParaRPr>
          </a:p>
          <a:p>
            <a:pPr algn="ctr" defTabSz="457200">
              <a:lnSpc>
                <a:spcPct val="100000"/>
              </a:lnSpc>
            </a:pPr>
            <a:r>
              <a:rPr lang="en-US" sz="1130" b="0" u="none" strike="noStrike">
                <a:solidFill>
                  <a:srgbClr val="F2F2F2"/>
                </a:solidFill>
                <a:effectLst/>
                <a:uFillTx/>
                <a:latin typeface="Arial"/>
              </a:rPr>
              <a:t>verifica antes de actuar</a:t>
            </a:r>
            <a:endParaRPr lang="en-US" sz="1130" b="0" u="none" strike="noStrike">
              <a:solidFill>
                <a:srgbClr val="FFFFFF"/>
              </a:solidFill>
              <a:effectLst/>
              <a:uFillTx/>
              <a:latin typeface="Arial"/>
            </a:endParaRPr>
          </a:p>
        </p:txBody>
      </p:sp>
      <p:sp>
        <p:nvSpPr>
          <p:cNvPr id="681" name="Rounded Rectangle 22"/>
          <p:cNvSpPr/>
          <p:nvPr/>
        </p:nvSpPr>
        <p:spPr>
          <a:xfrm>
            <a:off x="8569800" y="2946600"/>
            <a:ext cx="1563840" cy="391320"/>
          </a:xfrm>
          <a:prstGeom prst="roundRect">
            <a:avLst>
              <a:gd name="adj" fmla="val 18000"/>
            </a:avLst>
          </a:prstGeom>
          <a:solidFill>
            <a:srgbClr val="0F2416"/>
          </a:solidFill>
          <a:ln w="25400">
            <a:solidFill>
              <a:srgbClr val="3DDC84"/>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wrap="none" lIns="45720" tIns="27360" rIns="45720" bIns="27360" anchor="ctr">
            <a:noAutofit/>
          </a:bodyPr>
          <a:p>
            <a:pPr algn="ctr" defTabSz="457200">
              <a:lnSpc>
                <a:spcPct val="100000"/>
              </a:lnSpc>
            </a:pPr>
            <a:r>
              <a:rPr lang="en-US" sz="1130" b="0" u="none" strike="noStrike">
                <a:solidFill>
                  <a:srgbClr val="F2F2F2"/>
                </a:solidFill>
                <a:effectLst/>
                <a:uFillTx/>
                <a:latin typeface="Arial"/>
              </a:rPr>
              <a:t>Acción verificada</a:t>
            </a:r>
            <a:endParaRPr lang="en-US" sz="1130" b="0" u="none" strike="noStrike">
              <a:solidFill>
                <a:srgbClr val="FFFFFF"/>
              </a:solidFill>
              <a:effectLst/>
              <a:uFillTx/>
              <a:latin typeface="Arial"/>
            </a:endParaRPr>
          </a:p>
        </p:txBody>
      </p:sp>
      <p:sp>
        <p:nvSpPr>
          <p:cNvPr id="682" name="TextBox 23"/>
          <p:cNvSpPr/>
          <p:nvPr/>
        </p:nvSpPr>
        <p:spPr>
          <a:xfrm>
            <a:off x="548640" y="3438000"/>
            <a:ext cx="11094120" cy="255600"/>
          </a:xfrm>
          <a:prstGeom prst="rect">
            <a:avLst/>
          </a:prstGeom>
          <a:noFill/>
          <a:ln w="0">
            <a:noFill/>
          </a:ln>
        </p:spPr>
        <p:style>
          <a:lnRef idx="0"/>
          <a:fillRef idx="0"/>
          <a:effectRef idx="0"/>
          <a:fontRef idx="minor"/>
        </p:style>
        <p:txBody>
          <a:bodyPr lIns="18360" tIns="9000" rIns="18360" bIns="9000" anchor="t">
            <a:spAutoFit/>
          </a:bodyPr>
          <a:p>
            <a:pPr defTabSz="457200">
              <a:lnSpc>
                <a:spcPct val="100000"/>
              </a:lnSpc>
            </a:pPr>
            <a:r>
              <a:rPr lang="en-US" sz="1250" b="1" u="none" strike="noStrike">
                <a:solidFill>
                  <a:srgbClr val="FF6B1A"/>
                </a:solidFill>
                <a:effectLst/>
                <a:uFillTx/>
                <a:latin typeface="Arial"/>
              </a:rPr>
              <a:t>Deep Research como composición de otros cuatro arquetipos</a:t>
            </a:r>
            <a:endParaRPr lang="en-US" sz="1250" b="0" u="none" strike="noStrike">
              <a:solidFill>
                <a:srgbClr val="FFFFFF"/>
              </a:solidFill>
              <a:effectLst/>
              <a:uFillTx/>
              <a:latin typeface="Arial"/>
            </a:endParaRPr>
          </a:p>
        </p:txBody>
      </p:sp>
      <p:cxnSp>
        <p:nvCxnSpPr>
          <p:cNvPr id="683" name="Connector 24"/>
          <p:cNvCxnSpPr/>
          <p:nvPr/>
        </p:nvCxnSpPr>
        <p:spPr>
          <a:xfrm>
            <a:off x="3573000" y="4086000"/>
            <a:ext cx="503280" cy="360"/>
          </a:xfrm>
          <a:prstGeom prst="straightConnector1">
            <a:avLst/>
          </a:prstGeom>
          <a:ln w="20320">
            <a:solidFill>
              <a:srgbClr val="C8C8C8"/>
            </a:solidFill>
            <a:round/>
            <a:tailEnd len="med" type="triangle" w="med"/>
          </a:ln>
        </p:spPr>
      </p:cxnSp>
      <p:cxnSp>
        <p:nvCxnSpPr>
          <p:cNvPr id="684" name="Connector 25"/>
          <p:cNvCxnSpPr/>
          <p:nvPr/>
        </p:nvCxnSpPr>
        <p:spPr>
          <a:xfrm>
            <a:off x="5795280" y="4086000"/>
            <a:ext cx="405720" cy="360"/>
          </a:xfrm>
          <a:prstGeom prst="straightConnector1">
            <a:avLst/>
          </a:prstGeom>
          <a:ln w="20320">
            <a:solidFill>
              <a:srgbClr val="C8C8C8"/>
            </a:solidFill>
            <a:round/>
            <a:tailEnd len="med" type="triangle" w="med"/>
          </a:ln>
        </p:spPr>
      </p:cxnSp>
      <p:cxnSp>
        <p:nvCxnSpPr>
          <p:cNvPr id="685" name="Connector 26"/>
          <p:cNvCxnSpPr/>
          <p:nvPr/>
        </p:nvCxnSpPr>
        <p:spPr>
          <a:xfrm>
            <a:off x="7790040" y="4086000"/>
            <a:ext cx="307800" cy="360"/>
          </a:xfrm>
          <a:prstGeom prst="straightConnector1">
            <a:avLst/>
          </a:prstGeom>
          <a:ln w="20320">
            <a:solidFill>
              <a:srgbClr val="C8C8C8"/>
            </a:solidFill>
            <a:round/>
            <a:tailEnd len="med" type="triangle" w="med"/>
          </a:ln>
        </p:spPr>
      </p:cxnSp>
      <p:cxnSp>
        <p:nvCxnSpPr>
          <p:cNvPr id="686" name="Connector 27"/>
          <p:cNvCxnSpPr/>
          <p:nvPr/>
        </p:nvCxnSpPr>
        <p:spPr>
          <a:xfrm>
            <a:off x="9054720" y="4467960"/>
            <a:ext cx="360" cy="299520"/>
          </a:xfrm>
          <a:prstGeom prst="straightConnector1">
            <a:avLst/>
          </a:prstGeom>
          <a:ln w="20320">
            <a:solidFill>
              <a:srgbClr val="C8C8C8"/>
            </a:solidFill>
            <a:round/>
            <a:tailEnd len="med" type="triangle" w="med"/>
          </a:ln>
        </p:spPr>
      </p:cxnSp>
      <p:sp>
        <p:nvSpPr>
          <p:cNvPr id="687" name="TextBox 28"/>
          <p:cNvSpPr/>
          <p:nvPr/>
        </p:nvSpPr>
        <p:spPr>
          <a:xfrm>
            <a:off x="8730000" y="4503960"/>
            <a:ext cx="649800" cy="227160"/>
          </a:xfrm>
          <a:prstGeom prst="rect">
            <a:avLst/>
          </a:prstGeom>
          <a:solidFill>
            <a:srgbClr val="000000"/>
          </a:solidFill>
          <a:ln w="0">
            <a:noFill/>
          </a:ln>
        </p:spPr>
        <p:style>
          <a:lnRef idx="0"/>
          <a:fillRef idx="0"/>
          <a:effectRef idx="0"/>
          <a:fontRef idx="minor"/>
        </p:style>
        <p:txBody>
          <a:bodyPr wrap="none" lIns="27360" tIns="9000" rIns="27360" bIns="9000" anchor="ctr">
            <a:spAutoFit/>
          </a:bodyPr>
          <a:p>
            <a:pPr algn="ctr" defTabSz="457200">
              <a:lnSpc>
                <a:spcPct val="100000"/>
              </a:lnSpc>
            </a:pPr>
            <a:r>
              <a:rPr lang="en-US" sz="900" b="0" i="1" u="none" strike="noStrike">
                <a:solidFill>
                  <a:srgbClr val="D0D0D0"/>
                </a:solidFill>
                <a:effectLst/>
                <a:uFillTx/>
                <a:latin typeface="Arial"/>
              </a:rPr>
              <a:t>hallazgos</a:t>
            </a:r>
            <a:endParaRPr lang="en-US" sz="900" b="0" u="none" strike="noStrike">
              <a:solidFill>
                <a:srgbClr val="FFFFFF"/>
              </a:solidFill>
              <a:effectLst/>
              <a:uFillTx/>
              <a:latin typeface="Arial"/>
            </a:endParaRPr>
          </a:p>
        </p:txBody>
      </p:sp>
      <p:cxnSp>
        <p:nvCxnSpPr>
          <p:cNvPr id="688" name="Connector 29"/>
          <p:cNvCxnSpPr/>
          <p:nvPr/>
        </p:nvCxnSpPr>
        <p:spPr>
          <a:xfrm flipH="1" flipV="1">
            <a:off x="7707600" y="4453560"/>
            <a:ext cx="635400" cy="328320"/>
          </a:xfrm>
          <a:prstGeom prst="straightConnector1">
            <a:avLst/>
          </a:prstGeom>
          <a:ln w="20320">
            <a:solidFill>
              <a:srgbClr val="C8C8C8"/>
            </a:solidFill>
            <a:prstDash val="dash"/>
            <a:round/>
            <a:tailEnd len="med" type="triangle" w="med"/>
          </a:ln>
        </p:spPr>
      </p:cxnSp>
      <p:sp>
        <p:nvSpPr>
          <p:cNvPr id="689" name="TextBox 30"/>
          <p:cNvSpPr/>
          <p:nvPr/>
        </p:nvSpPr>
        <p:spPr>
          <a:xfrm>
            <a:off x="7756200" y="4503960"/>
            <a:ext cx="537840" cy="227160"/>
          </a:xfrm>
          <a:prstGeom prst="rect">
            <a:avLst/>
          </a:prstGeom>
          <a:solidFill>
            <a:srgbClr val="000000"/>
          </a:solidFill>
          <a:ln w="0">
            <a:noFill/>
          </a:ln>
        </p:spPr>
        <p:style>
          <a:lnRef idx="0"/>
          <a:fillRef idx="0"/>
          <a:effectRef idx="0"/>
          <a:fontRef idx="minor"/>
        </p:style>
        <p:txBody>
          <a:bodyPr wrap="none" lIns="27360" tIns="9000" rIns="27360" bIns="9000" anchor="ctr">
            <a:spAutoFit/>
          </a:bodyPr>
          <a:p>
            <a:pPr algn="ctr" defTabSz="457200">
              <a:lnSpc>
                <a:spcPct val="100000"/>
              </a:lnSpc>
            </a:pPr>
            <a:r>
              <a:rPr lang="en-US" sz="900" b="0" i="1" u="none" strike="noStrike">
                <a:solidFill>
                  <a:srgbClr val="D0D0D0"/>
                </a:solidFill>
                <a:effectLst/>
                <a:uFillTx/>
                <a:latin typeface="Arial"/>
              </a:rPr>
              <a:t>brechas</a:t>
            </a:r>
            <a:endParaRPr lang="en-US" sz="900" b="0" u="none" strike="noStrike">
              <a:solidFill>
                <a:srgbClr val="FFFFFF"/>
              </a:solidFill>
              <a:effectLst/>
              <a:uFillTx/>
              <a:latin typeface="Arial"/>
            </a:endParaRPr>
          </a:p>
        </p:txBody>
      </p:sp>
      <p:cxnSp>
        <p:nvCxnSpPr>
          <p:cNvPr id="690" name="Connector 31"/>
          <p:cNvCxnSpPr/>
          <p:nvPr/>
        </p:nvCxnSpPr>
        <p:spPr>
          <a:xfrm flipH="1">
            <a:off x="7594560" y="5149080"/>
            <a:ext cx="600840" cy="360"/>
          </a:xfrm>
          <a:prstGeom prst="straightConnector1">
            <a:avLst/>
          </a:prstGeom>
          <a:ln w="20320">
            <a:solidFill>
              <a:srgbClr val="C8C8C8"/>
            </a:solidFill>
            <a:round/>
            <a:tailEnd len="med" type="triangle" w="med"/>
          </a:ln>
        </p:spPr>
      </p:cxnSp>
      <p:sp>
        <p:nvSpPr>
          <p:cNvPr id="691" name="Rounded Rectangle 32"/>
          <p:cNvSpPr/>
          <p:nvPr/>
        </p:nvSpPr>
        <p:spPr>
          <a:xfrm>
            <a:off x="2205720" y="3909960"/>
            <a:ext cx="1340280" cy="351720"/>
          </a:xfrm>
          <a:prstGeom prst="roundRect">
            <a:avLst>
              <a:gd name="adj" fmla="val 18000"/>
            </a:avLst>
          </a:prstGeom>
          <a:solidFill>
            <a:srgbClr val="181818"/>
          </a:solidFill>
          <a:ln w="25400">
            <a:solidFill>
              <a:srgbClr val="9A9A9A"/>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wrap="none" lIns="45720" tIns="27360" rIns="45720" bIns="27360" anchor="ctr">
            <a:noAutofit/>
          </a:bodyPr>
          <a:p>
            <a:pPr algn="ctr" defTabSz="457200">
              <a:lnSpc>
                <a:spcPct val="100000"/>
              </a:lnSpc>
            </a:pPr>
            <a:r>
              <a:rPr lang="en-US" sz="1010" b="0" u="none" strike="noStrike">
                <a:solidFill>
                  <a:srgbClr val="F2F2F2"/>
                </a:solidFill>
                <a:effectLst/>
                <a:uFillTx/>
                <a:latin typeface="Arial"/>
              </a:rPr>
              <a:t>Pregunta abierta</a:t>
            </a:r>
            <a:endParaRPr lang="en-US" sz="1010" b="0" u="none" strike="noStrike">
              <a:solidFill>
                <a:srgbClr val="FFFFFF"/>
              </a:solidFill>
              <a:effectLst/>
              <a:uFillTx/>
              <a:latin typeface="Arial"/>
            </a:endParaRPr>
          </a:p>
        </p:txBody>
      </p:sp>
      <p:sp>
        <p:nvSpPr>
          <p:cNvPr id="692" name="Rounded Rectangle 33"/>
          <p:cNvSpPr/>
          <p:nvPr/>
        </p:nvSpPr>
        <p:spPr>
          <a:xfrm>
            <a:off x="4102560" y="3820320"/>
            <a:ext cx="1666080" cy="531000"/>
          </a:xfrm>
          <a:prstGeom prst="roundRect">
            <a:avLst>
              <a:gd name="adj" fmla="val 18000"/>
            </a:avLst>
          </a:prstGeom>
          <a:solidFill>
            <a:srgbClr val="2A1608"/>
          </a:solidFill>
          <a:ln w="25400">
            <a:solidFill>
              <a:srgbClr val="FF6B1A"/>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wrap="none" lIns="45720" tIns="27360" rIns="45720" bIns="27360" anchor="ctr">
            <a:noAutofit/>
          </a:bodyPr>
          <a:p>
            <a:pPr algn="ctr" defTabSz="457200">
              <a:lnSpc>
                <a:spcPct val="100000"/>
              </a:lnSpc>
            </a:pPr>
            <a:r>
              <a:rPr lang="en-US" sz="1010" b="1" u="none" strike="noStrike">
                <a:solidFill>
                  <a:srgbClr val="F2F2F2"/>
                </a:solidFill>
                <a:effectLst/>
                <a:uFillTx/>
                <a:latin typeface="Arial"/>
              </a:rPr>
              <a:t>PLANNER-EXECUTOR</a:t>
            </a:r>
            <a:endParaRPr lang="en-US" sz="1010" b="0" u="none" strike="noStrike">
              <a:solidFill>
                <a:srgbClr val="FFFFFF"/>
              </a:solidFill>
              <a:effectLst/>
              <a:uFillTx/>
              <a:latin typeface="Arial"/>
            </a:endParaRPr>
          </a:p>
          <a:p>
            <a:pPr algn="ctr" defTabSz="457200">
              <a:lnSpc>
                <a:spcPct val="100000"/>
              </a:lnSpc>
            </a:pPr>
            <a:r>
              <a:rPr lang="en-US" sz="1010" b="0" u="none" strike="noStrike">
                <a:solidFill>
                  <a:srgbClr val="F2F2F2"/>
                </a:solidFill>
                <a:effectLst/>
                <a:uFillTx/>
                <a:latin typeface="Arial"/>
              </a:rPr>
              <a:t>plan de investigación</a:t>
            </a:r>
            <a:endParaRPr lang="en-US" sz="1010" b="0" u="none" strike="noStrike">
              <a:solidFill>
                <a:srgbClr val="FFFFFF"/>
              </a:solidFill>
              <a:effectLst/>
              <a:uFillTx/>
              <a:latin typeface="Arial"/>
            </a:endParaRPr>
          </a:p>
        </p:txBody>
      </p:sp>
      <p:sp>
        <p:nvSpPr>
          <p:cNvPr id="693" name="Rounded Rectangle 34"/>
          <p:cNvSpPr/>
          <p:nvPr/>
        </p:nvSpPr>
        <p:spPr>
          <a:xfrm>
            <a:off x="6227280" y="3730680"/>
            <a:ext cx="1535760" cy="710640"/>
          </a:xfrm>
          <a:prstGeom prst="roundRect">
            <a:avLst>
              <a:gd name="adj" fmla="val 18000"/>
            </a:avLst>
          </a:prstGeom>
          <a:solidFill>
            <a:srgbClr val="2A1608"/>
          </a:solidFill>
          <a:ln w="25400">
            <a:solidFill>
              <a:srgbClr val="FF6B1A"/>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wrap="none" lIns="45720" tIns="27360" rIns="45720" bIns="27360" anchor="ctr">
            <a:noAutofit/>
          </a:bodyPr>
          <a:p>
            <a:pPr algn="ctr" defTabSz="457200">
              <a:lnSpc>
                <a:spcPct val="100000"/>
              </a:lnSpc>
            </a:pPr>
            <a:r>
              <a:rPr lang="en-US" sz="1010" b="1" u="none" strike="noStrike">
                <a:solidFill>
                  <a:srgbClr val="F2F2F2"/>
                </a:solidFill>
                <a:effectLst/>
                <a:uFillTx/>
                <a:latin typeface="Arial"/>
              </a:rPr>
              <a:t>QUERY DECOMPOSITION</a:t>
            </a:r>
            <a:endParaRPr lang="en-US" sz="1010" b="0" u="none" strike="noStrike">
              <a:solidFill>
                <a:srgbClr val="FFFFFF"/>
              </a:solidFill>
              <a:effectLst/>
              <a:uFillTx/>
              <a:latin typeface="Arial"/>
            </a:endParaRPr>
          </a:p>
          <a:p>
            <a:pPr algn="ctr" defTabSz="457200">
              <a:lnSpc>
                <a:spcPct val="100000"/>
              </a:lnSpc>
            </a:pPr>
            <a:r>
              <a:rPr lang="en-US" sz="1010" b="0" u="none" strike="noStrike">
                <a:solidFill>
                  <a:srgbClr val="F2F2F2"/>
                </a:solidFill>
                <a:effectLst/>
                <a:uFillTx/>
                <a:latin typeface="Arial"/>
              </a:rPr>
              <a:t>sub-preguntas</a:t>
            </a:r>
            <a:endParaRPr lang="en-US" sz="1010" b="0" u="none" strike="noStrike">
              <a:solidFill>
                <a:srgbClr val="FFFFFF"/>
              </a:solidFill>
              <a:effectLst/>
              <a:uFillTx/>
              <a:latin typeface="Arial"/>
            </a:endParaRPr>
          </a:p>
          <a:p>
            <a:pPr algn="ctr" defTabSz="457200">
              <a:lnSpc>
                <a:spcPct val="100000"/>
              </a:lnSpc>
            </a:pPr>
            <a:r>
              <a:rPr lang="en-US" sz="1010" b="0" u="none" strike="noStrike">
                <a:solidFill>
                  <a:srgbClr val="F2F2F2"/>
                </a:solidFill>
                <a:effectLst/>
                <a:uFillTx/>
                <a:latin typeface="Arial"/>
              </a:rPr>
              <a:t>en paralelo</a:t>
            </a:r>
            <a:endParaRPr lang="en-US" sz="1010" b="0" u="none" strike="noStrike">
              <a:solidFill>
                <a:srgbClr val="FFFFFF"/>
              </a:solidFill>
              <a:effectLst/>
              <a:uFillTx/>
              <a:latin typeface="Arial"/>
            </a:endParaRPr>
          </a:p>
        </p:txBody>
      </p:sp>
      <p:sp>
        <p:nvSpPr>
          <p:cNvPr id="694" name="Rounded Rectangle 35"/>
          <p:cNvSpPr/>
          <p:nvPr/>
        </p:nvSpPr>
        <p:spPr>
          <a:xfrm>
            <a:off x="8124120" y="3730680"/>
            <a:ext cx="1861200" cy="710640"/>
          </a:xfrm>
          <a:prstGeom prst="roundRect">
            <a:avLst>
              <a:gd name="adj" fmla="val 18000"/>
            </a:avLst>
          </a:prstGeom>
          <a:solidFill>
            <a:srgbClr val="0F2416"/>
          </a:solidFill>
          <a:ln w="25400">
            <a:solidFill>
              <a:srgbClr val="3DDC84"/>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wrap="none" lIns="45720" tIns="27360" rIns="45720" bIns="27360" anchor="ctr">
            <a:noAutofit/>
          </a:bodyPr>
          <a:p>
            <a:pPr algn="ctr" defTabSz="457200">
              <a:lnSpc>
                <a:spcPct val="100000"/>
              </a:lnSpc>
            </a:pPr>
            <a:r>
              <a:rPr lang="en-US" sz="1010" b="1" u="none" strike="noStrike">
                <a:solidFill>
                  <a:srgbClr val="F2F2F2"/>
                </a:solidFill>
                <a:effectLst/>
                <a:uFillTx/>
                <a:latin typeface="Arial"/>
              </a:rPr>
              <a:t>REACT</a:t>
            </a:r>
            <a:endParaRPr lang="en-US" sz="1010" b="0" u="none" strike="noStrike">
              <a:solidFill>
                <a:srgbClr val="FFFFFF"/>
              </a:solidFill>
              <a:effectLst/>
              <a:uFillTx/>
              <a:latin typeface="Arial"/>
            </a:endParaRPr>
          </a:p>
          <a:p>
            <a:pPr algn="ctr" defTabSz="457200">
              <a:lnSpc>
                <a:spcPct val="100000"/>
              </a:lnSpc>
            </a:pPr>
            <a:r>
              <a:rPr lang="en-US" sz="1010" b="0" u="none" strike="noStrike">
                <a:solidFill>
                  <a:srgbClr val="F2F2F2"/>
                </a:solidFill>
                <a:effectLst/>
                <a:uFillTx/>
                <a:latin typeface="Arial"/>
              </a:rPr>
              <a:t>cada investigador busca,</a:t>
            </a:r>
            <a:endParaRPr lang="en-US" sz="1010" b="0" u="none" strike="noStrike">
              <a:solidFill>
                <a:srgbClr val="FFFFFF"/>
              </a:solidFill>
              <a:effectLst/>
              <a:uFillTx/>
              <a:latin typeface="Arial"/>
            </a:endParaRPr>
          </a:p>
          <a:p>
            <a:pPr algn="ctr" defTabSz="457200">
              <a:lnSpc>
                <a:spcPct val="100000"/>
              </a:lnSpc>
            </a:pPr>
            <a:r>
              <a:rPr lang="en-US" sz="1010" b="0" u="none" strike="noStrike">
                <a:solidFill>
                  <a:srgbClr val="F2F2F2"/>
                </a:solidFill>
                <a:effectLst/>
                <a:uFillTx/>
                <a:latin typeface="Arial"/>
              </a:rPr>
              <a:t>observa y ajusta</a:t>
            </a:r>
            <a:endParaRPr lang="en-US" sz="1010" b="0" u="none" strike="noStrike">
              <a:solidFill>
                <a:srgbClr val="FFFFFF"/>
              </a:solidFill>
              <a:effectLst/>
              <a:uFillTx/>
              <a:latin typeface="Arial"/>
            </a:endParaRPr>
          </a:p>
        </p:txBody>
      </p:sp>
      <p:sp>
        <p:nvSpPr>
          <p:cNvPr id="695" name="Rounded Rectangle 36"/>
          <p:cNvSpPr/>
          <p:nvPr/>
        </p:nvSpPr>
        <p:spPr>
          <a:xfrm>
            <a:off x="8222040" y="4793760"/>
            <a:ext cx="1666080" cy="710640"/>
          </a:xfrm>
          <a:prstGeom prst="roundRect">
            <a:avLst>
              <a:gd name="adj" fmla="val 18000"/>
            </a:avLst>
          </a:prstGeom>
          <a:solidFill>
            <a:srgbClr val="2A1608"/>
          </a:solidFill>
          <a:ln w="25400">
            <a:solidFill>
              <a:srgbClr val="FF6B1A"/>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wrap="none" lIns="45720" tIns="27360" rIns="45720" bIns="27360" anchor="ctr">
            <a:noAutofit/>
          </a:bodyPr>
          <a:p>
            <a:pPr algn="ctr" defTabSz="457200">
              <a:lnSpc>
                <a:spcPct val="100000"/>
              </a:lnSpc>
            </a:pPr>
            <a:r>
              <a:rPr lang="en-US" sz="1010" b="1" u="none" strike="noStrike">
                <a:solidFill>
                  <a:srgbClr val="F2F2F2"/>
                </a:solidFill>
                <a:effectLst/>
                <a:uFillTx/>
                <a:latin typeface="Arial"/>
              </a:rPr>
              <a:t>REFLECTION</a:t>
            </a:r>
            <a:endParaRPr lang="en-US" sz="1010" b="0" u="none" strike="noStrike">
              <a:solidFill>
                <a:srgbClr val="FFFFFF"/>
              </a:solidFill>
              <a:effectLst/>
              <a:uFillTx/>
              <a:latin typeface="Arial"/>
            </a:endParaRPr>
          </a:p>
          <a:p>
            <a:pPr algn="ctr" defTabSz="457200">
              <a:lnSpc>
                <a:spcPct val="100000"/>
              </a:lnSpc>
            </a:pPr>
            <a:r>
              <a:rPr lang="en-US" sz="1010" b="0" u="none" strike="noStrike">
                <a:solidFill>
                  <a:srgbClr val="F2F2F2"/>
                </a:solidFill>
                <a:effectLst/>
                <a:uFillTx/>
                <a:latin typeface="Arial"/>
              </a:rPr>
              <a:t>crítica de cobertura:</a:t>
            </a:r>
            <a:endParaRPr lang="en-US" sz="1010" b="0" u="none" strike="noStrike">
              <a:solidFill>
                <a:srgbClr val="FFFFFF"/>
              </a:solidFill>
              <a:effectLst/>
              <a:uFillTx/>
              <a:latin typeface="Arial"/>
            </a:endParaRPr>
          </a:p>
          <a:p>
            <a:pPr algn="ctr" defTabSz="457200">
              <a:lnSpc>
                <a:spcPct val="100000"/>
              </a:lnSpc>
            </a:pPr>
            <a:r>
              <a:rPr lang="en-US" sz="1010" b="0" u="none" strike="noStrike">
                <a:solidFill>
                  <a:srgbClr val="F2F2F2"/>
                </a:solidFill>
                <a:effectLst/>
                <a:uFillTx/>
                <a:latin typeface="Arial"/>
              </a:rPr>
              <a:t>¿qué falta?</a:t>
            </a:r>
            <a:endParaRPr lang="en-US" sz="1010" b="0" u="none" strike="noStrike">
              <a:solidFill>
                <a:srgbClr val="FFFFFF"/>
              </a:solidFill>
              <a:effectLst/>
              <a:uFillTx/>
              <a:latin typeface="Arial"/>
            </a:endParaRPr>
          </a:p>
        </p:txBody>
      </p:sp>
      <p:sp>
        <p:nvSpPr>
          <p:cNvPr id="696" name="Rounded Rectangle 37"/>
          <p:cNvSpPr/>
          <p:nvPr/>
        </p:nvSpPr>
        <p:spPr>
          <a:xfrm>
            <a:off x="6422760" y="4973040"/>
            <a:ext cx="1145160" cy="351720"/>
          </a:xfrm>
          <a:prstGeom prst="roundRect">
            <a:avLst>
              <a:gd name="adj" fmla="val 18000"/>
            </a:avLst>
          </a:prstGeom>
          <a:solidFill>
            <a:srgbClr val="181818"/>
          </a:solidFill>
          <a:ln w="25400">
            <a:solidFill>
              <a:srgbClr val="9A9A9A"/>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wrap="none" lIns="45720" tIns="27360" rIns="45720" bIns="27360" anchor="ctr">
            <a:noAutofit/>
          </a:bodyPr>
          <a:p>
            <a:pPr algn="ctr" defTabSz="457200">
              <a:lnSpc>
                <a:spcPct val="100000"/>
              </a:lnSpc>
            </a:pPr>
            <a:r>
              <a:rPr lang="en-US" sz="1010" b="0" u="none" strike="noStrike">
                <a:solidFill>
                  <a:srgbClr val="F2F2F2"/>
                </a:solidFill>
                <a:effectLst/>
                <a:uFillTx/>
                <a:latin typeface="Arial"/>
              </a:rPr>
              <a:t>Informe final</a:t>
            </a:r>
            <a:endParaRPr lang="en-US" sz="1010" b="0" u="none" strike="noStrike">
              <a:solidFill>
                <a:srgbClr val="FFFFFF"/>
              </a:solidFill>
              <a:effectLst/>
              <a:uFillTx/>
              <a:latin typeface="Arial"/>
            </a:endParaRPr>
          </a:p>
        </p:txBody>
      </p:sp>
      <p:sp>
        <p:nvSpPr>
          <p:cNvPr id="697" name="TextBox 38"/>
          <p:cNvSpPr/>
          <p:nvPr/>
        </p:nvSpPr>
        <p:spPr>
          <a:xfrm>
            <a:off x="548640" y="5577840"/>
            <a:ext cx="11094120" cy="456840"/>
          </a:xfrm>
          <a:prstGeom prst="rect">
            <a:avLst/>
          </a:prstGeom>
          <a:noFill/>
          <a:ln w="0">
            <a:noFill/>
          </a:ln>
        </p:spPr>
        <p:style>
          <a:lnRef idx="0"/>
          <a:fillRef idx="0"/>
          <a:effectRef idx="0"/>
          <a:fontRef idx="minor"/>
        </p:style>
        <p:txBody>
          <a:bodyPr lIns="18360" tIns="9000" rIns="18360" bIns="9000" anchor="ctr">
            <a:spAutoFit/>
          </a:bodyPr>
          <a:p>
            <a:pPr defTabSz="457200">
              <a:lnSpc>
                <a:spcPct val="100000"/>
              </a:lnSpc>
            </a:pPr>
            <a:r>
              <a:rPr lang="en-US" sz="1400" b="0" i="1" u="none" strike="noStrike">
                <a:solidFill>
                  <a:srgbClr val="D6D6D6"/>
                </a:solidFill>
                <a:effectLst/>
                <a:uFillTx/>
                <a:latin typeface="Arial"/>
              </a:rPr>
              <a:t>En producción se apilan y se anidan: el reflex filtra, ReAct resuelve, Reflection verifica.</a:t>
            </a:r>
            <a:endParaRPr lang="en-US" sz="1400" b="0" u="none" strike="noStrike">
              <a:solidFill>
                <a:srgbClr val="FFFFFF"/>
              </a:solidFill>
              <a:effectLst/>
              <a:uFillTx/>
              <a:latin typeface="Arial"/>
            </a:endParaRPr>
          </a:p>
        </p:txBody>
      </p:sp>
      <p:sp>
        <p:nvSpPr>
          <p:cNvPr id="698" name="Rounded Rectangle 39"/>
          <p:cNvSpPr/>
          <p:nvPr/>
        </p:nvSpPr>
        <p:spPr>
          <a:xfrm>
            <a:off x="548640" y="6172200"/>
            <a:ext cx="164160" cy="164160"/>
          </a:xfrm>
          <a:prstGeom prst="roundRect">
            <a:avLst>
              <a:gd name="adj" fmla="val 25000"/>
            </a:avLst>
          </a:prstGeom>
          <a:solidFill>
            <a:srgbClr val="2A1608"/>
          </a:solidFill>
          <a:ln w="19050">
            <a:solidFill>
              <a:srgbClr val="FF6B1A"/>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699" name="TextBox 40"/>
          <p:cNvSpPr/>
          <p:nvPr/>
        </p:nvSpPr>
        <p:spPr>
          <a:xfrm>
            <a:off x="777240" y="6144840"/>
            <a:ext cx="1014840" cy="228240"/>
          </a:xfrm>
          <a:prstGeom prst="rect">
            <a:avLst/>
          </a:prstGeom>
          <a:noFill/>
          <a:ln w="0">
            <a:noFill/>
          </a:ln>
        </p:spPr>
        <p:style>
          <a:lnRef idx="0"/>
          <a:fillRef idx="0"/>
          <a:effectRef idx="0"/>
          <a:fontRef idx="minor"/>
        </p:style>
        <p:txBody>
          <a:bodyPr lIns="18360" tIns="9000" rIns="18360" bIns="9000" anchor="t">
            <a:spAutoFit/>
          </a:bodyPr>
          <a:p>
            <a:pPr defTabSz="457200">
              <a:lnSpc>
                <a:spcPct val="100000"/>
              </a:lnSpc>
            </a:pPr>
            <a:r>
              <a:rPr lang="en-US" sz="1050" b="0" u="none" strike="noStrike">
                <a:solidFill>
                  <a:srgbClr val="D6D6D6"/>
                </a:solidFill>
                <a:effectLst/>
                <a:uFillTx/>
                <a:latin typeface="Arial"/>
              </a:rPr>
              <a:t>Decide el LLM</a:t>
            </a:r>
            <a:endParaRPr lang="en-US" sz="1050" b="0" u="none" strike="noStrike">
              <a:solidFill>
                <a:srgbClr val="FFFFFF"/>
              </a:solidFill>
              <a:effectLst/>
              <a:uFillTx/>
              <a:latin typeface="Arial"/>
            </a:endParaRPr>
          </a:p>
        </p:txBody>
      </p:sp>
      <p:sp>
        <p:nvSpPr>
          <p:cNvPr id="700" name="Rounded Rectangle 41"/>
          <p:cNvSpPr/>
          <p:nvPr/>
        </p:nvSpPr>
        <p:spPr>
          <a:xfrm>
            <a:off x="2048400" y="6172200"/>
            <a:ext cx="164160" cy="164160"/>
          </a:xfrm>
          <a:prstGeom prst="roundRect">
            <a:avLst>
              <a:gd name="adj" fmla="val 25000"/>
            </a:avLst>
          </a:prstGeom>
          <a:solidFill>
            <a:srgbClr val="0F1B2A"/>
          </a:solidFill>
          <a:ln w="19050">
            <a:solidFill>
              <a:srgbClr val="4DA3FF"/>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701" name="TextBox 42"/>
          <p:cNvSpPr/>
          <p:nvPr/>
        </p:nvSpPr>
        <p:spPr>
          <a:xfrm>
            <a:off x="2277000" y="6144840"/>
            <a:ext cx="1227960" cy="228240"/>
          </a:xfrm>
          <a:prstGeom prst="rect">
            <a:avLst/>
          </a:prstGeom>
          <a:noFill/>
          <a:ln w="0">
            <a:noFill/>
          </a:ln>
        </p:spPr>
        <p:style>
          <a:lnRef idx="0"/>
          <a:fillRef idx="0"/>
          <a:effectRef idx="0"/>
          <a:fontRef idx="minor"/>
        </p:style>
        <p:txBody>
          <a:bodyPr lIns="18360" tIns="9000" rIns="18360" bIns="9000" anchor="t">
            <a:spAutoFit/>
          </a:bodyPr>
          <a:p>
            <a:pPr defTabSz="457200">
              <a:lnSpc>
                <a:spcPct val="100000"/>
              </a:lnSpc>
            </a:pPr>
            <a:r>
              <a:rPr lang="en-US" sz="1050" b="0" u="none" strike="noStrike">
                <a:solidFill>
                  <a:srgbClr val="D6D6D6"/>
                </a:solidFill>
                <a:effectLst/>
                <a:uFillTx/>
                <a:latin typeface="Arial"/>
              </a:rPr>
              <a:t>Decide el código</a:t>
            </a:r>
            <a:endParaRPr lang="en-US" sz="1050" b="0" u="none" strike="noStrike">
              <a:solidFill>
                <a:srgbClr val="FFFFFF"/>
              </a:solidFill>
              <a:effectLst/>
              <a:uFillTx/>
              <a:latin typeface="Arial"/>
            </a:endParaRPr>
          </a:p>
        </p:txBody>
      </p:sp>
      <p:sp>
        <p:nvSpPr>
          <p:cNvPr id="702" name="Rounded Rectangle 43"/>
          <p:cNvSpPr/>
          <p:nvPr/>
        </p:nvSpPr>
        <p:spPr>
          <a:xfrm>
            <a:off x="3761280" y="6172200"/>
            <a:ext cx="164160" cy="164160"/>
          </a:xfrm>
          <a:prstGeom prst="roundRect">
            <a:avLst>
              <a:gd name="adj" fmla="val 25000"/>
            </a:avLst>
          </a:prstGeom>
          <a:solidFill>
            <a:srgbClr val="0F2416"/>
          </a:solidFill>
          <a:ln w="19050">
            <a:solidFill>
              <a:srgbClr val="3DDC84"/>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703" name="TextBox 44"/>
          <p:cNvSpPr/>
          <p:nvPr/>
        </p:nvSpPr>
        <p:spPr>
          <a:xfrm>
            <a:off x="3989880" y="6144840"/>
            <a:ext cx="2009520" cy="228240"/>
          </a:xfrm>
          <a:prstGeom prst="rect">
            <a:avLst/>
          </a:prstGeom>
          <a:noFill/>
          <a:ln w="0">
            <a:noFill/>
          </a:ln>
        </p:spPr>
        <p:style>
          <a:lnRef idx="0"/>
          <a:fillRef idx="0"/>
          <a:effectRef idx="0"/>
          <a:fontRef idx="minor"/>
        </p:style>
        <p:txBody>
          <a:bodyPr lIns="18360" tIns="9000" rIns="18360" bIns="9000" anchor="t">
            <a:spAutoFit/>
          </a:bodyPr>
          <a:p>
            <a:pPr defTabSz="457200">
              <a:lnSpc>
                <a:spcPct val="100000"/>
              </a:lnSpc>
            </a:pPr>
            <a:r>
              <a:rPr lang="en-US" sz="1050" b="0" u="none" strike="noStrike">
                <a:solidFill>
                  <a:srgbClr val="D6D6D6"/>
                </a:solidFill>
                <a:effectLst/>
                <a:uFillTx/>
                <a:latin typeface="Arial"/>
              </a:rPr>
              <a:t>Herramienta / mundo externo</a:t>
            </a:r>
            <a:endParaRPr lang="en-US" sz="1050" b="0" u="none" strike="noStrike">
              <a:solidFill>
                <a:srgbClr val="FFFFFF"/>
              </a:solidFill>
              <a:effectLst/>
              <a:uFillTx/>
              <a:latin typeface="Arial"/>
            </a:endParaRPr>
          </a:p>
        </p:txBody>
      </p:sp>
      <p:sp>
        <p:nvSpPr>
          <p:cNvPr id="704" name="Rounded Rectangle 45"/>
          <p:cNvSpPr/>
          <p:nvPr/>
        </p:nvSpPr>
        <p:spPr>
          <a:xfrm>
            <a:off x="6255720" y="6172200"/>
            <a:ext cx="164160" cy="164160"/>
          </a:xfrm>
          <a:prstGeom prst="roundRect">
            <a:avLst>
              <a:gd name="adj" fmla="val 25000"/>
            </a:avLst>
          </a:prstGeom>
          <a:solidFill>
            <a:srgbClr val="2A2408"/>
          </a:solidFill>
          <a:ln w="19050">
            <a:solidFill>
              <a:srgbClr val="F5C542"/>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705" name="TextBox 46"/>
          <p:cNvSpPr/>
          <p:nvPr/>
        </p:nvSpPr>
        <p:spPr>
          <a:xfrm>
            <a:off x="6484320" y="6144840"/>
            <a:ext cx="2293560" cy="228240"/>
          </a:xfrm>
          <a:prstGeom prst="rect">
            <a:avLst/>
          </a:prstGeom>
          <a:noFill/>
          <a:ln w="0">
            <a:noFill/>
          </a:ln>
        </p:spPr>
        <p:style>
          <a:lnRef idx="0"/>
          <a:fillRef idx="0"/>
          <a:effectRef idx="0"/>
          <a:fontRef idx="minor"/>
        </p:style>
        <p:txBody>
          <a:bodyPr lIns="18360" tIns="9000" rIns="18360" bIns="9000" anchor="t">
            <a:spAutoFit/>
          </a:bodyPr>
          <a:p>
            <a:pPr defTabSz="457200">
              <a:lnSpc>
                <a:spcPct val="100000"/>
              </a:lnSpc>
            </a:pPr>
            <a:r>
              <a:rPr lang="en-US" sz="1050" b="0" u="none" strike="noStrike">
                <a:solidFill>
                  <a:srgbClr val="D6D6D6"/>
                </a:solidFill>
                <a:effectLst/>
                <a:uFillTx/>
                <a:latin typeface="Arial"/>
              </a:rPr>
              <a:t>Artefacto o contexto compartido</a:t>
            </a:r>
            <a:endParaRPr lang="en-US" sz="1050" b="0" u="none" strike="noStrike">
              <a:solidFill>
                <a:srgbClr val="FFFFFF"/>
              </a:solidFill>
              <a:effectLst/>
              <a:uFillTx/>
              <a:latin typeface="Arial"/>
            </a:endParaRPr>
          </a:p>
        </p:txBody>
      </p:sp>
      <p:sp>
        <p:nvSpPr>
          <p:cNvPr id="706" name="Rounded Rectangle 47"/>
          <p:cNvSpPr/>
          <p:nvPr/>
        </p:nvSpPr>
        <p:spPr>
          <a:xfrm>
            <a:off x="9034200" y="6172200"/>
            <a:ext cx="164160" cy="164160"/>
          </a:xfrm>
          <a:prstGeom prst="roundRect">
            <a:avLst>
              <a:gd name="adj" fmla="val 25000"/>
            </a:avLst>
          </a:prstGeom>
          <a:solidFill>
            <a:srgbClr val="181818"/>
          </a:solidFill>
          <a:ln w="19050">
            <a:solidFill>
              <a:srgbClr val="9A9A9A"/>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707" name="TextBox 48"/>
          <p:cNvSpPr/>
          <p:nvPr/>
        </p:nvSpPr>
        <p:spPr>
          <a:xfrm>
            <a:off x="9262800" y="6144840"/>
            <a:ext cx="1227960" cy="228240"/>
          </a:xfrm>
          <a:prstGeom prst="rect">
            <a:avLst/>
          </a:prstGeom>
          <a:noFill/>
          <a:ln w="0">
            <a:noFill/>
          </a:ln>
        </p:spPr>
        <p:style>
          <a:lnRef idx="0"/>
          <a:fillRef idx="0"/>
          <a:effectRef idx="0"/>
          <a:fontRef idx="minor"/>
        </p:style>
        <p:txBody>
          <a:bodyPr lIns="18360" tIns="9000" rIns="18360" bIns="9000" anchor="t">
            <a:spAutoFit/>
          </a:bodyPr>
          <a:p>
            <a:pPr defTabSz="457200">
              <a:lnSpc>
                <a:spcPct val="100000"/>
              </a:lnSpc>
            </a:pPr>
            <a:r>
              <a:rPr lang="en-US" sz="1050" b="0" u="none" strike="noStrike">
                <a:solidFill>
                  <a:srgbClr val="D6D6D6"/>
                </a:solidFill>
                <a:effectLst/>
                <a:uFillTx/>
                <a:latin typeface="Arial"/>
              </a:rPr>
              <a:t>Entrada / salida</a:t>
            </a:r>
            <a:endParaRPr lang="en-US" sz="105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3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00000"/>
        </a:solidFill>
      </p:bgPr>
    </p:bg>
    <p:spTree>
      <p:nvGrpSpPr>
        <p:cNvPr id="1" name=""/>
        <p:cNvGrpSpPr/>
        <p:nvPr/>
      </p:nvGrpSpPr>
      <p:grpSpPr>
        <a:xfrm>
          <a:off x="0" y="0"/>
          <a:ext cx="0" cy="0"/>
          <a:chOff x="0" y="0"/>
          <a:chExt cx="0" cy="0"/>
        </a:xfrm>
      </p:grpSpPr>
      <p:sp>
        <p:nvSpPr>
          <p:cNvPr id="708" name="TextBox 1"/>
          <p:cNvSpPr/>
          <p:nvPr/>
        </p:nvSpPr>
        <p:spPr>
          <a:xfrm>
            <a:off x="548640" y="329040"/>
            <a:ext cx="8229240" cy="273960"/>
          </a:xfrm>
          <a:prstGeom prst="rect">
            <a:avLst/>
          </a:prstGeom>
          <a:noFill/>
          <a:ln w="0">
            <a:noFill/>
          </a:ln>
        </p:spPr>
        <p:style>
          <a:lnRef idx="0"/>
          <a:fillRef idx="0"/>
          <a:effectRef idx="0"/>
          <a:fontRef idx="minor"/>
        </p:style>
        <p:txBody>
          <a:bodyPr lIns="18360" tIns="9000" rIns="18360" bIns="9000" anchor="t">
            <a:spAutoFit/>
          </a:bodyPr>
          <a:p>
            <a:pPr defTabSz="457200">
              <a:lnSpc>
                <a:spcPct val="100000"/>
              </a:lnSpc>
            </a:pPr>
            <a:r>
              <a:rPr lang="en-US" sz="1150" b="1" u="none" strike="noStrike">
                <a:solidFill>
                  <a:srgbClr val="FF6B1A"/>
                </a:solidFill>
                <a:effectLst/>
                <a:uFillTx/>
                <a:latin typeface="Arial"/>
              </a:rPr>
              <a:t>ELEGIR CON CRITERIO</a:t>
            </a:r>
            <a:endParaRPr lang="en-US" sz="1150" b="0" u="none" strike="noStrike">
              <a:solidFill>
                <a:srgbClr val="FFFFFF"/>
              </a:solidFill>
              <a:effectLst/>
              <a:uFillTx/>
              <a:latin typeface="Arial"/>
            </a:endParaRPr>
          </a:p>
        </p:txBody>
      </p:sp>
      <p:sp>
        <p:nvSpPr>
          <p:cNvPr id="709" name="TextBox 2"/>
          <p:cNvSpPr/>
          <p:nvPr/>
        </p:nvSpPr>
        <p:spPr>
          <a:xfrm>
            <a:off x="548640" y="603360"/>
            <a:ext cx="11094120" cy="639720"/>
          </a:xfrm>
          <a:prstGeom prst="rect">
            <a:avLst/>
          </a:prstGeom>
          <a:noFill/>
          <a:ln w="0">
            <a:noFill/>
          </a:ln>
        </p:spPr>
        <p:style>
          <a:lnRef idx="0"/>
          <a:fillRef idx="0"/>
          <a:effectRef idx="0"/>
          <a:fontRef idx="minor"/>
        </p:style>
        <p:txBody>
          <a:bodyPr lIns="18360" tIns="9000" rIns="18360" bIns="9000" anchor="ctr">
            <a:spAutoFit/>
          </a:bodyPr>
          <a:p>
            <a:pPr defTabSz="457200">
              <a:lnSpc>
                <a:spcPct val="100000"/>
              </a:lnSpc>
            </a:pPr>
            <a:r>
              <a:rPr lang="en-US" sz="3000" b="1" u="none" strike="noStrike">
                <a:solidFill>
                  <a:srgbClr val="F2F2F2"/>
                </a:solidFill>
                <a:effectLst/>
                <a:uFillTx/>
                <a:latin typeface="Arial"/>
              </a:rPr>
              <a:t>Cómo elegir un arquetipo: cinco preguntas</a:t>
            </a:r>
            <a:endParaRPr lang="en-US" sz="3000" b="0" u="none" strike="noStrike">
              <a:solidFill>
                <a:srgbClr val="FFFFFF"/>
              </a:solidFill>
              <a:effectLst/>
              <a:uFillTx/>
              <a:latin typeface="Arial"/>
            </a:endParaRPr>
          </a:p>
        </p:txBody>
      </p:sp>
      <p:sp>
        <p:nvSpPr>
          <p:cNvPr id="710" name="TextBox 3"/>
          <p:cNvSpPr/>
          <p:nvPr/>
        </p:nvSpPr>
        <p:spPr>
          <a:xfrm>
            <a:off x="548640" y="6492240"/>
            <a:ext cx="7314840" cy="228240"/>
          </a:xfrm>
          <a:prstGeom prst="rect">
            <a:avLst/>
          </a:prstGeom>
          <a:noFill/>
          <a:ln w="0">
            <a:noFill/>
          </a:ln>
        </p:spPr>
        <p:style>
          <a:lnRef idx="0"/>
          <a:fillRef idx="0"/>
          <a:effectRef idx="0"/>
          <a:fontRef idx="minor"/>
        </p:style>
        <p:txBody>
          <a:bodyPr lIns="18360" tIns="9000" rIns="18360" bIns="9000" anchor="t">
            <a:spAutoFit/>
          </a:bodyPr>
          <a:p>
            <a:pPr defTabSz="457200">
              <a:lnSpc>
                <a:spcPct val="100000"/>
              </a:lnSpc>
            </a:pPr>
            <a:r>
              <a:rPr lang="en-US" sz="900" b="0" u="none" strike="noStrike">
                <a:solidFill>
                  <a:srgbClr val="9A9A9A"/>
                </a:solidFill>
                <a:effectLst/>
                <a:uFillTx/>
                <a:latin typeface="Arial"/>
              </a:rPr>
              <a:t>Arquetipos de agentes · Módulo 5 · UTDT</a:t>
            </a:r>
            <a:endParaRPr lang="en-US" sz="900" b="0" u="none" strike="noStrike">
              <a:solidFill>
                <a:srgbClr val="FFFFFF"/>
              </a:solidFill>
              <a:effectLst/>
              <a:uFillTx/>
              <a:latin typeface="Arial"/>
            </a:endParaRPr>
          </a:p>
        </p:txBody>
      </p:sp>
      <p:sp>
        <p:nvSpPr>
          <p:cNvPr id="711" name="TextBox 4"/>
          <p:cNvSpPr/>
          <p:nvPr/>
        </p:nvSpPr>
        <p:spPr>
          <a:xfrm>
            <a:off x="10271520" y="6492240"/>
            <a:ext cx="1371240" cy="228240"/>
          </a:xfrm>
          <a:prstGeom prst="rect">
            <a:avLst/>
          </a:prstGeom>
          <a:noFill/>
          <a:ln w="0">
            <a:noFill/>
          </a:ln>
        </p:spPr>
        <p:style>
          <a:lnRef idx="0"/>
          <a:fillRef idx="0"/>
          <a:effectRef idx="0"/>
          <a:fontRef idx="minor"/>
        </p:style>
        <p:txBody>
          <a:bodyPr lIns="18360" tIns="9000" rIns="18360" bIns="9000" anchor="t">
            <a:spAutoFit/>
          </a:bodyPr>
          <a:p>
            <a:pPr algn="r" defTabSz="457200">
              <a:lnSpc>
                <a:spcPct val="100000"/>
              </a:lnSpc>
            </a:pPr>
            <a:r>
              <a:rPr lang="en-US" sz="900" b="0" u="none" strike="noStrike">
                <a:solidFill>
                  <a:srgbClr val="9A9A9A"/>
                </a:solidFill>
                <a:effectLst/>
                <a:uFillTx/>
                <a:latin typeface="Arial"/>
              </a:rPr>
              <a:t>33 / 35</a:t>
            </a:r>
            <a:endParaRPr lang="en-US" sz="900" b="0" u="none" strike="noStrike">
              <a:solidFill>
                <a:srgbClr val="FFFFFF"/>
              </a:solidFill>
              <a:effectLst/>
              <a:uFillTx/>
              <a:latin typeface="Arial"/>
            </a:endParaRPr>
          </a:p>
        </p:txBody>
      </p:sp>
      <p:cxnSp>
        <p:nvCxnSpPr>
          <p:cNvPr id="712" name="Connector 5"/>
          <p:cNvCxnSpPr/>
          <p:nvPr/>
        </p:nvCxnSpPr>
        <p:spPr>
          <a:xfrm>
            <a:off x="3967920" y="1684440"/>
            <a:ext cx="2035800" cy="360"/>
          </a:xfrm>
          <a:prstGeom prst="straightConnector1">
            <a:avLst/>
          </a:prstGeom>
          <a:ln w="20320">
            <a:solidFill>
              <a:srgbClr val="C8C8C8"/>
            </a:solidFill>
            <a:round/>
            <a:tailEnd len="med" type="triangle" w="med"/>
          </a:ln>
        </p:spPr>
      </p:cxnSp>
      <p:sp>
        <p:nvSpPr>
          <p:cNvPr id="713" name="TextBox 6"/>
          <p:cNvSpPr/>
          <p:nvPr/>
        </p:nvSpPr>
        <p:spPr>
          <a:xfrm>
            <a:off x="4846680" y="1557360"/>
            <a:ext cx="277920" cy="254520"/>
          </a:xfrm>
          <a:prstGeom prst="rect">
            <a:avLst/>
          </a:prstGeom>
          <a:solidFill>
            <a:srgbClr val="000000"/>
          </a:solidFill>
          <a:ln w="0">
            <a:noFill/>
          </a:ln>
        </p:spPr>
        <p:style>
          <a:lnRef idx="0"/>
          <a:fillRef idx="0"/>
          <a:effectRef idx="0"/>
          <a:fontRef idx="minor"/>
        </p:style>
        <p:txBody>
          <a:bodyPr wrap="none" lIns="27360" tIns="9000" rIns="27360" bIns="9000" anchor="ctr">
            <a:spAutoFit/>
          </a:bodyPr>
          <a:p>
            <a:pPr algn="ctr" defTabSz="457200">
              <a:lnSpc>
                <a:spcPct val="100000"/>
              </a:lnSpc>
            </a:pPr>
            <a:r>
              <a:rPr lang="en-US" sz="1030" b="0" i="1" u="none" strike="noStrike">
                <a:solidFill>
                  <a:srgbClr val="D0D0D0"/>
                </a:solidFill>
                <a:effectLst/>
                <a:uFillTx/>
                <a:latin typeface="Arial"/>
              </a:rPr>
              <a:t>sí</a:t>
            </a:r>
            <a:endParaRPr lang="en-US" sz="1030" b="0" u="none" strike="noStrike">
              <a:solidFill>
                <a:srgbClr val="FFFFFF"/>
              </a:solidFill>
              <a:effectLst/>
              <a:uFillTx/>
              <a:latin typeface="Arial"/>
            </a:endParaRPr>
          </a:p>
        </p:txBody>
      </p:sp>
      <p:cxnSp>
        <p:nvCxnSpPr>
          <p:cNvPr id="714" name="Connector 7"/>
          <p:cNvCxnSpPr/>
          <p:nvPr/>
        </p:nvCxnSpPr>
        <p:spPr>
          <a:xfrm>
            <a:off x="2840040" y="2028960"/>
            <a:ext cx="360" cy="188280"/>
          </a:xfrm>
          <a:prstGeom prst="straightConnector1">
            <a:avLst/>
          </a:prstGeom>
          <a:ln w="20320">
            <a:solidFill>
              <a:srgbClr val="C8C8C8"/>
            </a:solidFill>
            <a:round/>
            <a:tailEnd len="med" type="triangle" w="med"/>
          </a:ln>
        </p:spPr>
      </p:cxnSp>
      <p:sp>
        <p:nvSpPr>
          <p:cNvPr id="715" name="TextBox 8"/>
          <p:cNvSpPr/>
          <p:nvPr/>
        </p:nvSpPr>
        <p:spPr>
          <a:xfrm>
            <a:off x="2701080" y="1995480"/>
            <a:ext cx="277920" cy="254520"/>
          </a:xfrm>
          <a:prstGeom prst="rect">
            <a:avLst/>
          </a:prstGeom>
          <a:solidFill>
            <a:srgbClr val="000000"/>
          </a:solidFill>
          <a:ln w="0">
            <a:noFill/>
          </a:ln>
        </p:spPr>
        <p:style>
          <a:lnRef idx="0"/>
          <a:fillRef idx="0"/>
          <a:effectRef idx="0"/>
          <a:fontRef idx="minor"/>
        </p:style>
        <p:txBody>
          <a:bodyPr wrap="none" lIns="27360" tIns="9000" rIns="27360" bIns="9000" anchor="ctr">
            <a:spAutoFit/>
          </a:bodyPr>
          <a:p>
            <a:pPr algn="ctr" defTabSz="457200">
              <a:lnSpc>
                <a:spcPct val="100000"/>
              </a:lnSpc>
            </a:pPr>
            <a:r>
              <a:rPr lang="en-US" sz="1030" b="0" i="1" u="none" strike="noStrike">
                <a:solidFill>
                  <a:srgbClr val="D0D0D0"/>
                </a:solidFill>
                <a:effectLst/>
                <a:uFillTx/>
                <a:latin typeface="Arial"/>
              </a:rPr>
              <a:t>no</a:t>
            </a:r>
            <a:endParaRPr lang="en-US" sz="1030" b="0" u="none" strike="noStrike">
              <a:solidFill>
                <a:srgbClr val="FFFFFF"/>
              </a:solidFill>
              <a:effectLst/>
              <a:uFillTx/>
              <a:latin typeface="Arial"/>
            </a:endParaRPr>
          </a:p>
        </p:txBody>
      </p:sp>
      <p:cxnSp>
        <p:nvCxnSpPr>
          <p:cNvPr id="716" name="Connector 9"/>
          <p:cNvCxnSpPr/>
          <p:nvPr/>
        </p:nvCxnSpPr>
        <p:spPr>
          <a:xfrm>
            <a:off x="4466520" y="2561400"/>
            <a:ext cx="1038600" cy="360"/>
          </a:xfrm>
          <a:prstGeom prst="straightConnector1">
            <a:avLst/>
          </a:prstGeom>
          <a:ln w="20320">
            <a:solidFill>
              <a:srgbClr val="C8C8C8"/>
            </a:solidFill>
            <a:round/>
            <a:tailEnd len="med" type="triangle" w="med"/>
          </a:ln>
        </p:spPr>
      </p:cxnSp>
      <p:sp>
        <p:nvSpPr>
          <p:cNvPr id="717" name="TextBox 10"/>
          <p:cNvSpPr/>
          <p:nvPr/>
        </p:nvSpPr>
        <p:spPr>
          <a:xfrm>
            <a:off x="4846680" y="2433960"/>
            <a:ext cx="277920" cy="254520"/>
          </a:xfrm>
          <a:prstGeom prst="rect">
            <a:avLst/>
          </a:prstGeom>
          <a:solidFill>
            <a:srgbClr val="000000"/>
          </a:solidFill>
          <a:ln w="0">
            <a:noFill/>
          </a:ln>
        </p:spPr>
        <p:style>
          <a:lnRef idx="0"/>
          <a:fillRef idx="0"/>
          <a:effectRef idx="0"/>
          <a:fontRef idx="minor"/>
        </p:style>
        <p:txBody>
          <a:bodyPr wrap="none" lIns="27360" tIns="9000" rIns="27360" bIns="9000" anchor="ctr">
            <a:spAutoFit/>
          </a:bodyPr>
          <a:p>
            <a:pPr algn="ctr" defTabSz="457200">
              <a:lnSpc>
                <a:spcPct val="100000"/>
              </a:lnSpc>
            </a:pPr>
            <a:r>
              <a:rPr lang="en-US" sz="1030" b="0" i="1" u="none" strike="noStrike">
                <a:solidFill>
                  <a:srgbClr val="D0D0D0"/>
                </a:solidFill>
                <a:effectLst/>
                <a:uFillTx/>
                <a:latin typeface="Arial"/>
              </a:rPr>
              <a:t>sí</a:t>
            </a:r>
            <a:endParaRPr lang="en-US" sz="1030" b="0" u="none" strike="noStrike">
              <a:solidFill>
                <a:srgbClr val="FFFFFF"/>
              </a:solidFill>
              <a:effectLst/>
              <a:uFillTx/>
              <a:latin typeface="Arial"/>
            </a:endParaRPr>
          </a:p>
        </p:txBody>
      </p:sp>
      <p:cxnSp>
        <p:nvCxnSpPr>
          <p:cNvPr id="718" name="Connector 11"/>
          <p:cNvCxnSpPr/>
          <p:nvPr/>
        </p:nvCxnSpPr>
        <p:spPr>
          <a:xfrm>
            <a:off x="2840040" y="2905560"/>
            <a:ext cx="360" cy="188280"/>
          </a:xfrm>
          <a:prstGeom prst="straightConnector1">
            <a:avLst/>
          </a:prstGeom>
          <a:ln w="20320">
            <a:solidFill>
              <a:srgbClr val="C8C8C8"/>
            </a:solidFill>
            <a:round/>
            <a:tailEnd len="med" type="triangle" w="med"/>
          </a:ln>
        </p:spPr>
      </p:cxnSp>
      <p:sp>
        <p:nvSpPr>
          <p:cNvPr id="719" name="TextBox 12"/>
          <p:cNvSpPr/>
          <p:nvPr/>
        </p:nvSpPr>
        <p:spPr>
          <a:xfrm>
            <a:off x="2701080" y="2872440"/>
            <a:ext cx="277920" cy="254520"/>
          </a:xfrm>
          <a:prstGeom prst="rect">
            <a:avLst/>
          </a:prstGeom>
          <a:solidFill>
            <a:srgbClr val="000000"/>
          </a:solidFill>
          <a:ln w="0">
            <a:noFill/>
          </a:ln>
        </p:spPr>
        <p:style>
          <a:lnRef idx="0"/>
          <a:fillRef idx="0"/>
          <a:effectRef idx="0"/>
          <a:fontRef idx="minor"/>
        </p:style>
        <p:txBody>
          <a:bodyPr wrap="none" lIns="27360" tIns="9000" rIns="27360" bIns="9000" anchor="ctr">
            <a:spAutoFit/>
          </a:bodyPr>
          <a:p>
            <a:pPr algn="ctr" defTabSz="457200">
              <a:lnSpc>
                <a:spcPct val="100000"/>
              </a:lnSpc>
            </a:pPr>
            <a:r>
              <a:rPr lang="en-US" sz="1030" b="0" i="1" u="none" strike="noStrike">
                <a:solidFill>
                  <a:srgbClr val="D0D0D0"/>
                </a:solidFill>
                <a:effectLst/>
                <a:uFillTx/>
                <a:latin typeface="Arial"/>
              </a:rPr>
              <a:t>no</a:t>
            </a:r>
            <a:endParaRPr lang="en-US" sz="1030" b="0" u="none" strike="noStrike">
              <a:solidFill>
                <a:srgbClr val="FFFFFF"/>
              </a:solidFill>
              <a:effectLst/>
              <a:uFillTx/>
              <a:latin typeface="Arial"/>
            </a:endParaRPr>
          </a:p>
        </p:txBody>
      </p:sp>
      <p:cxnSp>
        <p:nvCxnSpPr>
          <p:cNvPr id="720" name="Connector 13"/>
          <p:cNvCxnSpPr/>
          <p:nvPr/>
        </p:nvCxnSpPr>
        <p:spPr>
          <a:xfrm>
            <a:off x="4313160" y="3438000"/>
            <a:ext cx="1306800" cy="360"/>
          </a:xfrm>
          <a:prstGeom prst="straightConnector1">
            <a:avLst/>
          </a:prstGeom>
          <a:ln w="20320">
            <a:solidFill>
              <a:srgbClr val="C8C8C8"/>
            </a:solidFill>
            <a:round/>
            <a:tailEnd len="med" type="triangle" w="med"/>
          </a:ln>
        </p:spPr>
      </p:cxnSp>
      <p:sp>
        <p:nvSpPr>
          <p:cNvPr id="721" name="TextBox 14"/>
          <p:cNvSpPr/>
          <p:nvPr/>
        </p:nvSpPr>
        <p:spPr>
          <a:xfrm>
            <a:off x="4827600" y="3310560"/>
            <a:ext cx="277920" cy="254520"/>
          </a:xfrm>
          <a:prstGeom prst="rect">
            <a:avLst/>
          </a:prstGeom>
          <a:solidFill>
            <a:srgbClr val="000000"/>
          </a:solidFill>
          <a:ln w="0">
            <a:noFill/>
          </a:ln>
        </p:spPr>
        <p:style>
          <a:lnRef idx="0"/>
          <a:fillRef idx="0"/>
          <a:effectRef idx="0"/>
          <a:fontRef idx="minor"/>
        </p:style>
        <p:txBody>
          <a:bodyPr wrap="none" lIns="27360" tIns="9000" rIns="27360" bIns="9000" anchor="ctr">
            <a:spAutoFit/>
          </a:bodyPr>
          <a:p>
            <a:pPr algn="ctr" defTabSz="457200">
              <a:lnSpc>
                <a:spcPct val="100000"/>
              </a:lnSpc>
            </a:pPr>
            <a:r>
              <a:rPr lang="en-US" sz="1030" b="0" i="1" u="none" strike="noStrike">
                <a:solidFill>
                  <a:srgbClr val="D0D0D0"/>
                </a:solidFill>
                <a:effectLst/>
                <a:uFillTx/>
                <a:latin typeface="Arial"/>
              </a:rPr>
              <a:t>sí</a:t>
            </a:r>
            <a:endParaRPr lang="en-US" sz="1030" b="0" u="none" strike="noStrike">
              <a:solidFill>
                <a:srgbClr val="FFFFFF"/>
              </a:solidFill>
              <a:effectLst/>
              <a:uFillTx/>
              <a:latin typeface="Arial"/>
            </a:endParaRPr>
          </a:p>
        </p:txBody>
      </p:sp>
      <p:cxnSp>
        <p:nvCxnSpPr>
          <p:cNvPr id="722" name="Connector 15"/>
          <p:cNvCxnSpPr/>
          <p:nvPr/>
        </p:nvCxnSpPr>
        <p:spPr>
          <a:xfrm>
            <a:off x="2840040" y="3782520"/>
            <a:ext cx="360" cy="187920"/>
          </a:xfrm>
          <a:prstGeom prst="straightConnector1">
            <a:avLst/>
          </a:prstGeom>
          <a:ln w="20320">
            <a:solidFill>
              <a:srgbClr val="C8C8C8"/>
            </a:solidFill>
            <a:round/>
            <a:tailEnd len="med" type="triangle" w="med"/>
          </a:ln>
        </p:spPr>
      </p:cxnSp>
      <p:sp>
        <p:nvSpPr>
          <p:cNvPr id="723" name="TextBox 16"/>
          <p:cNvSpPr/>
          <p:nvPr/>
        </p:nvSpPr>
        <p:spPr>
          <a:xfrm>
            <a:off x="2701080" y="3749040"/>
            <a:ext cx="277920" cy="254520"/>
          </a:xfrm>
          <a:prstGeom prst="rect">
            <a:avLst/>
          </a:prstGeom>
          <a:solidFill>
            <a:srgbClr val="000000"/>
          </a:solidFill>
          <a:ln w="0">
            <a:noFill/>
          </a:ln>
        </p:spPr>
        <p:style>
          <a:lnRef idx="0"/>
          <a:fillRef idx="0"/>
          <a:effectRef idx="0"/>
          <a:fontRef idx="minor"/>
        </p:style>
        <p:txBody>
          <a:bodyPr wrap="none" lIns="27360" tIns="9000" rIns="27360" bIns="9000" anchor="ctr">
            <a:spAutoFit/>
          </a:bodyPr>
          <a:p>
            <a:pPr algn="ctr" defTabSz="457200">
              <a:lnSpc>
                <a:spcPct val="100000"/>
              </a:lnSpc>
            </a:pPr>
            <a:r>
              <a:rPr lang="en-US" sz="1030" b="0" i="1" u="none" strike="noStrike">
                <a:solidFill>
                  <a:srgbClr val="D0D0D0"/>
                </a:solidFill>
                <a:effectLst/>
                <a:uFillTx/>
                <a:latin typeface="Arial"/>
              </a:rPr>
              <a:t>no</a:t>
            </a:r>
            <a:endParaRPr lang="en-US" sz="1030" b="0" u="none" strike="noStrike">
              <a:solidFill>
                <a:srgbClr val="FFFFFF"/>
              </a:solidFill>
              <a:effectLst/>
              <a:uFillTx/>
              <a:latin typeface="Arial"/>
            </a:endParaRPr>
          </a:p>
        </p:txBody>
      </p:sp>
      <p:cxnSp>
        <p:nvCxnSpPr>
          <p:cNvPr id="724" name="Connector 17"/>
          <p:cNvCxnSpPr/>
          <p:nvPr/>
        </p:nvCxnSpPr>
        <p:spPr>
          <a:xfrm>
            <a:off x="4505040" y="4314600"/>
            <a:ext cx="1230120" cy="360"/>
          </a:xfrm>
          <a:prstGeom prst="straightConnector1">
            <a:avLst/>
          </a:prstGeom>
          <a:ln w="20320">
            <a:solidFill>
              <a:srgbClr val="C8C8C8"/>
            </a:solidFill>
            <a:round/>
            <a:tailEnd len="med" type="triangle" w="med"/>
          </a:ln>
        </p:spPr>
      </p:cxnSp>
      <p:sp>
        <p:nvSpPr>
          <p:cNvPr id="725" name="TextBox 18"/>
          <p:cNvSpPr/>
          <p:nvPr/>
        </p:nvSpPr>
        <p:spPr>
          <a:xfrm>
            <a:off x="4980960" y="4187520"/>
            <a:ext cx="277920" cy="254520"/>
          </a:xfrm>
          <a:prstGeom prst="rect">
            <a:avLst/>
          </a:prstGeom>
          <a:solidFill>
            <a:srgbClr val="000000"/>
          </a:solidFill>
          <a:ln w="0">
            <a:noFill/>
          </a:ln>
        </p:spPr>
        <p:style>
          <a:lnRef idx="0"/>
          <a:fillRef idx="0"/>
          <a:effectRef idx="0"/>
          <a:fontRef idx="minor"/>
        </p:style>
        <p:txBody>
          <a:bodyPr wrap="none" lIns="27360" tIns="9000" rIns="27360" bIns="9000" anchor="ctr">
            <a:spAutoFit/>
          </a:bodyPr>
          <a:p>
            <a:pPr algn="ctr" defTabSz="457200">
              <a:lnSpc>
                <a:spcPct val="100000"/>
              </a:lnSpc>
            </a:pPr>
            <a:r>
              <a:rPr lang="en-US" sz="1030" b="0" i="1" u="none" strike="noStrike">
                <a:solidFill>
                  <a:srgbClr val="D0D0D0"/>
                </a:solidFill>
                <a:effectLst/>
                <a:uFillTx/>
                <a:latin typeface="Arial"/>
              </a:rPr>
              <a:t>sí</a:t>
            </a:r>
            <a:endParaRPr lang="en-US" sz="1030" b="0" u="none" strike="noStrike">
              <a:solidFill>
                <a:srgbClr val="FFFFFF"/>
              </a:solidFill>
              <a:effectLst/>
              <a:uFillTx/>
              <a:latin typeface="Arial"/>
            </a:endParaRPr>
          </a:p>
        </p:txBody>
      </p:sp>
      <p:cxnSp>
        <p:nvCxnSpPr>
          <p:cNvPr id="726" name="Connector 19"/>
          <p:cNvCxnSpPr/>
          <p:nvPr/>
        </p:nvCxnSpPr>
        <p:spPr>
          <a:xfrm>
            <a:off x="2840040" y="4659120"/>
            <a:ext cx="360" cy="293760"/>
          </a:xfrm>
          <a:prstGeom prst="straightConnector1">
            <a:avLst/>
          </a:prstGeom>
          <a:ln w="20320">
            <a:solidFill>
              <a:srgbClr val="C8C8C8"/>
            </a:solidFill>
            <a:round/>
            <a:tailEnd len="med" type="triangle" w="med"/>
          </a:ln>
        </p:spPr>
      </p:cxnSp>
      <p:sp>
        <p:nvSpPr>
          <p:cNvPr id="727" name="TextBox 20"/>
          <p:cNvSpPr/>
          <p:nvPr/>
        </p:nvSpPr>
        <p:spPr>
          <a:xfrm>
            <a:off x="2701080" y="4678560"/>
            <a:ext cx="277920" cy="254520"/>
          </a:xfrm>
          <a:prstGeom prst="rect">
            <a:avLst/>
          </a:prstGeom>
          <a:solidFill>
            <a:srgbClr val="000000"/>
          </a:solidFill>
          <a:ln w="0">
            <a:noFill/>
          </a:ln>
        </p:spPr>
        <p:style>
          <a:lnRef idx="0"/>
          <a:fillRef idx="0"/>
          <a:effectRef idx="0"/>
          <a:fontRef idx="minor"/>
        </p:style>
        <p:txBody>
          <a:bodyPr wrap="none" lIns="27360" tIns="9000" rIns="27360" bIns="9000" anchor="ctr">
            <a:spAutoFit/>
          </a:bodyPr>
          <a:p>
            <a:pPr algn="ctr" defTabSz="457200">
              <a:lnSpc>
                <a:spcPct val="100000"/>
              </a:lnSpc>
            </a:pPr>
            <a:r>
              <a:rPr lang="en-US" sz="1030" b="0" i="1" u="none" strike="noStrike">
                <a:solidFill>
                  <a:srgbClr val="D0D0D0"/>
                </a:solidFill>
                <a:effectLst/>
                <a:uFillTx/>
                <a:latin typeface="Arial"/>
              </a:rPr>
              <a:t>no</a:t>
            </a:r>
            <a:endParaRPr lang="en-US" sz="1030" b="0" u="none" strike="noStrike">
              <a:solidFill>
                <a:srgbClr val="FFFFFF"/>
              </a:solidFill>
              <a:effectLst/>
              <a:uFillTx/>
              <a:latin typeface="Arial"/>
            </a:endParaRPr>
          </a:p>
        </p:txBody>
      </p:sp>
      <p:cxnSp>
        <p:nvCxnSpPr>
          <p:cNvPr id="728" name="Connector 21"/>
          <p:cNvCxnSpPr/>
          <p:nvPr/>
        </p:nvCxnSpPr>
        <p:spPr>
          <a:xfrm>
            <a:off x="3239280" y="5191560"/>
            <a:ext cx="1997280" cy="360"/>
          </a:xfrm>
          <a:prstGeom prst="straightConnector1">
            <a:avLst/>
          </a:prstGeom>
          <a:ln w="20320">
            <a:solidFill>
              <a:srgbClr val="C8C8C8"/>
            </a:solidFill>
            <a:prstDash val="dash"/>
            <a:round/>
            <a:tailEnd len="med" type="triangle" w="med"/>
          </a:ln>
        </p:spPr>
      </p:cxnSp>
      <p:cxnSp>
        <p:nvCxnSpPr>
          <p:cNvPr id="729" name="Connector 22"/>
          <p:cNvCxnSpPr/>
          <p:nvPr/>
        </p:nvCxnSpPr>
        <p:spPr>
          <a:xfrm>
            <a:off x="7645680" y="5191560"/>
            <a:ext cx="1421640" cy="360"/>
          </a:xfrm>
          <a:prstGeom prst="straightConnector1">
            <a:avLst/>
          </a:prstGeom>
          <a:ln w="20320">
            <a:solidFill>
              <a:srgbClr val="C8C8C8"/>
            </a:solidFill>
            <a:round/>
            <a:tailEnd len="med" type="triangle" w="med"/>
          </a:ln>
        </p:spPr>
      </p:cxnSp>
      <p:sp>
        <p:nvSpPr>
          <p:cNvPr id="730" name="TextBox 23"/>
          <p:cNvSpPr/>
          <p:nvPr/>
        </p:nvSpPr>
        <p:spPr>
          <a:xfrm>
            <a:off x="8217360" y="5064120"/>
            <a:ext cx="277920" cy="254520"/>
          </a:xfrm>
          <a:prstGeom prst="rect">
            <a:avLst/>
          </a:prstGeom>
          <a:solidFill>
            <a:srgbClr val="000000"/>
          </a:solidFill>
          <a:ln w="0">
            <a:noFill/>
          </a:ln>
        </p:spPr>
        <p:style>
          <a:lnRef idx="0"/>
          <a:fillRef idx="0"/>
          <a:effectRef idx="0"/>
          <a:fontRef idx="minor"/>
        </p:style>
        <p:txBody>
          <a:bodyPr wrap="none" lIns="27360" tIns="9000" rIns="27360" bIns="9000" anchor="ctr">
            <a:spAutoFit/>
          </a:bodyPr>
          <a:p>
            <a:pPr algn="ctr" defTabSz="457200">
              <a:lnSpc>
                <a:spcPct val="100000"/>
              </a:lnSpc>
            </a:pPr>
            <a:r>
              <a:rPr lang="en-US" sz="1030" b="0" i="1" u="none" strike="noStrike">
                <a:solidFill>
                  <a:srgbClr val="D0D0D0"/>
                </a:solidFill>
                <a:effectLst/>
                <a:uFillTx/>
                <a:latin typeface="Arial"/>
              </a:rPr>
              <a:t>sí</a:t>
            </a:r>
            <a:endParaRPr lang="en-US" sz="1030" b="0" u="none" strike="noStrike">
              <a:solidFill>
                <a:srgbClr val="FFFFFF"/>
              </a:solidFill>
              <a:effectLst/>
              <a:uFillTx/>
              <a:latin typeface="Arial"/>
            </a:endParaRPr>
          </a:p>
        </p:txBody>
      </p:sp>
      <p:sp>
        <p:nvSpPr>
          <p:cNvPr id="731" name="Rounded Rectangle 24"/>
          <p:cNvSpPr/>
          <p:nvPr/>
        </p:nvSpPr>
        <p:spPr>
          <a:xfrm>
            <a:off x="1743480" y="1371600"/>
            <a:ext cx="2193120" cy="626040"/>
          </a:xfrm>
          <a:prstGeom prst="roundRect">
            <a:avLst>
              <a:gd name="adj" fmla="val 18000"/>
            </a:avLst>
          </a:prstGeom>
          <a:solidFill>
            <a:srgbClr val="0F1B2A"/>
          </a:solidFill>
          <a:ln w="25400">
            <a:solidFill>
              <a:srgbClr val="4DA3FF"/>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wrap="none" lIns="45720" tIns="27360" rIns="45720" bIns="27360" anchor="ctr">
            <a:noAutofit/>
          </a:bodyPr>
          <a:p>
            <a:pPr algn="ctr" defTabSz="457200">
              <a:lnSpc>
                <a:spcPct val="100000"/>
              </a:lnSpc>
            </a:pPr>
            <a:r>
              <a:rPr lang="en-US" sz="1200" b="1" u="none" strike="noStrike">
                <a:solidFill>
                  <a:srgbClr val="F2F2F2"/>
                </a:solidFill>
                <a:effectLst/>
                <a:uFillTx/>
                <a:latin typeface="Arial"/>
              </a:rPr>
              <a:t>¿Alcanza una sola pasada</a:t>
            </a:r>
            <a:endParaRPr lang="en-US" sz="1200" b="0" u="none" strike="noStrike">
              <a:solidFill>
                <a:srgbClr val="FFFFFF"/>
              </a:solidFill>
              <a:effectLst/>
              <a:uFillTx/>
              <a:latin typeface="Arial"/>
            </a:endParaRPr>
          </a:p>
          <a:p>
            <a:pPr algn="ctr" defTabSz="457200">
              <a:lnSpc>
                <a:spcPct val="100000"/>
              </a:lnSpc>
            </a:pPr>
            <a:r>
              <a:rPr lang="en-US" sz="1200" b="0" u="none" strike="noStrike">
                <a:solidFill>
                  <a:srgbClr val="F2F2F2"/>
                </a:solidFill>
                <a:effectLst/>
                <a:uFillTx/>
                <a:latin typeface="Arial"/>
              </a:rPr>
              <a:t>(percepción → acción)?</a:t>
            </a:r>
            <a:endParaRPr lang="en-US" sz="1200" b="0" u="none" strike="noStrike">
              <a:solidFill>
                <a:srgbClr val="FFFFFF"/>
              </a:solidFill>
              <a:effectLst/>
              <a:uFillTx/>
              <a:latin typeface="Arial"/>
            </a:endParaRPr>
          </a:p>
        </p:txBody>
      </p:sp>
      <p:sp>
        <p:nvSpPr>
          <p:cNvPr id="732" name="Rounded Rectangle 25"/>
          <p:cNvSpPr/>
          <p:nvPr/>
        </p:nvSpPr>
        <p:spPr>
          <a:xfrm>
            <a:off x="6034680" y="1477440"/>
            <a:ext cx="812160" cy="414360"/>
          </a:xfrm>
          <a:prstGeom prst="roundRect">
            <a:avLst>
              <a:gd name="adj" fmla="val 18000"/>
            </a:avLst>
          </a:prstGeom>
          <a:solidFill>
            <a:srgbClr val="2A1608"/>
          </a:solidFill>
          <a:ln w="25400">
            <a:solidFill>
              <a:srgbClr val="FF6B1A"/>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wrap="none" lIns="45720" tIns="27360" rIns="45720" bIns="27360" anchor="ctr">
            <a:noAutofit/>
          </a:bodyPr>
          <a:p>
            <a:pPr algn="ctr" defTabSz="457200">
              <a:lnSpc>
                <a:spcPct val="100000"/>
              </a:lnSpc>
            </a:pPr>
            <a:r>
              <a:rPr lang="en-US" sz="1200" b="1" u="none" strike="noStrike">
                <a:solidFill>
                  <a:srgbClr val="F2F2F2"/>
                </a:solidFill>
                <a:effectLst/>
                <a:uFillTx/>
                <a:latin typeface="Arial"/>
              </a:rPr>
              <a:t>REFLEX</a:t>
            </a:r>
            <a:endParaRPr lang="en-US" sz="1200" b="0" u="none" strike="noStrike">
              <a:solidFill>
                <a:srgbClr val="FFFFFF"/>
              </a:solidFill>
              <a:effectLst/>
              <a:uFillTx/>
              <a:latin typeface="Arial"/>
            </a:endParaRPr>
          </a:p>
        </p:txBody>
      </p:sp>
      <p:sp>
        <p:nvSpPr>
          <p:cNvPr id="733" name="Rounded Rectangle 26"/>
          <p:cNvSpPr/>
          <p:nvPr/>
        </p:nvSpPr>
        <p:spPr>
          <a:xfrm>
            <a:off x="1244880" y="2248200"/>
            <a:ext cx="3190320" cy="626040"/>
          </a:xfrm>
          <a:prstGeom prst="roundRect">
            <a:avLst>
              <a:gd name="adj" fmla="val 18000"/>
            </a:avLst>
          </a:prstGeom>
          <a:solidFill>
            <a:srgbClr val="0F1B2A"/>
          </a:solidFill>
          <a:ln w="25400">
            <a:solidFill>
              <a:srgbClr val="4DA3FF"/>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wrap="none" lIns="45720" tIns="27360" rIns="45720" bIns="27360" anchor="ctr">
            <a:noAutofit/>
          </a:bodyPr>
          <a:p>
            <a:pPr algn="ctr" defTabSz="457200">
              <a:lnSpc>
                <a:spcPct val="100000"/>
              </a:lnSpc>
            </a:pPr>
            <a:r>
              <a:rPr lang="en-US" sz="1200" b="1" u="none" strike="noStrike">
                <a:solidFill>
                  <a:srgbClr val="F2F2F2"/>
                </a:solidFill>
                <a:effectLst/>
                <a:uFillTx/>
                <a:latin typeface="Arial"/>
              </a:rPr>
              <a:t>¿Es un problema de información que</a:t>
            </a:r>
            <a:endParaRPr lang="en-US" sz="1200" b="0" u="none" strike="noStrike">
              <a:solidFill>
                <a:srgbClr val="FFFFFF"/>
              </a:solidFill>
              <a:effectLst/>
              <a:uFillTx/>
              <a:latin typeface="Arial"/>
            </a:endParaRPr>
          </a:p>
          <a:p>
            <a:pPr algn="ctr" defTabSz="457200">
              <a:lnSpc>
                <a:spcPct val="100000"/>
              </a:lnSpc>
            </a:pPr>
            <a:r>
              <a:rPr lang="en-US" sz="1200" b="0" u="none" strike="noStrike">
                <a:solidFill>
                  <a:srgbClr val="F2F2F2"/>
                </a:solidFill>
                <a:effectLst/>
                <a:uFillTx/>
                <a:latin typeface="Arial"/>
              </a:rPr>
              <a:t>se parte en sub-preguntas conocibles?</a:t>
            </a:r>
            <a:endParaRPr lang="en-US" sz="1200" b="0" u="none" strike="noStrike">
              <a:solidFill>
                <a:srgbClr val="FFFFFF"/>
              </a:solidFill>
              <a:effectLst/>
              <a:uFillTx/>
              <a:latin typeface="Arial"/>
            </a:endParaRPr>
          </a:p>
        </p:txBody>
      </p:sp>
      <p:sp>
        <p:nvSpPr>
          <p:cNvPr id="734" name="Rounded Rectangle 27"/>
          <p:cNvSpPr/>
          <p:nvPr/>
        </p:nvSpPr>
        <p:spPr>
          <a:xfrm>
            <a:off x="5536080" y="2354040"/>
            <a:ext cx="1809360" cy="414360"/>
          </a:xfrm>
          <a:prstGeom prst="roundRect">
            <a:avLst>
              <a:gd name="adj" fmla="val 18000"/>
            </a:avLst>
          </a:prstGeom>
          <a:solidFill>
            <a:srgbClr val="2A1608"/>
          </a:solidFill>
          <a:ln w="25400">
            <a:solidFill>
              <a:srgbClr val="FF6B1A"/>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wrap="none" lIns="45720" tIns="27360" rIns="45720" bIns="27360" anchor="ctr">
            <a:noAutofit/>
          </a:bodyPr>
          <a:p>
            <a:pPr algn="ctr" defTabSz="457200">
              <a:lnSpc>
                <a:spcPct val="100000"/>
              </a:lnSpc>
            </a:pPr>
            <a:r>
              <a:rPr lang="en-US" sz="1200" b="1" u="none" strike="noStrike">
                <a:solidFill>
                  <a:srgbClr val="F2F2F2"/>
                </a:solidFill>
                <a:effectLst/>
                <a:uFillTx/>
                <a:latin typeface="Arial"/>
              </a:rPr>
              <a:t>QUERY DECOMPOSITION</a:t>
            </a:r>
            <a:endParaRPr lang="en-US" sz="1200" b="0" u="none" strike="noStrike">
              <a:solidFill>
                <a:srgbClr val="FFFFFF"/>
              </a:solidFill>
              <a:effectLst/>
              <a:uFillTx/>
              <a:latin typeface="Arial"/>
            </a:endParaRPr>
          </a:p>
        </p:txBody>
      </p:sp>
      <p:sp>
        <p:nvSpPr>
          <p:cNvPr id="735" name="Rounded Rectangle 28"/>
          <p:cNvSpPr/>
          <p:nvPr/>
        </p:nvSpPr>
        <p:spPr>
          <a:xfrm>
            <a:off x="1398240" y="3125160"/>
            <a:ext cx="2883240" cy="626040"/>
          </a:xfrm>
          <a:prstGeom prst="roundRect">
            <a:avLst>
              <a:gd name="adj" fmla="val 18000"/>
            </a:avLst>
          </a:prstGeom>
          <a:solidFill>
            <a:srgbClr val="0F1B2A"/>
          </a:solidFill>
          <a:ln w="25400">
            <a:solidFill>
              <a:srgbClr val="4DA3FF"/>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wrap="none" lIns="45720" tIns="27360" rIns="45720" bIns="27360" anchor="ctr">
            <a:noAutofit/>
          </a:bodyPr>
          <a:p>
            <a:pPr algn="ctr" defTabSz="457200">
              <a:lnSpc>
                <a:spcPct val="100000"/>
              </a:lnSpc>
            </a:pPr>
            <a:r>
              <a:rPr lang="en-US" sz="1200" b="1" u="none" strike="noStrike">
                <a:solidFill>
                  <a:srgbClr val="F2F2F2"/>
                </a:solidFill>
                <a:effectLst/>
                <a:uFillTx/>
                <a:latin typeface="Arial"/>
              </a:rPr>
              <a:t>¿Se conocen los pasos de antemano</a:t>
            </a:r>
            <a:endParaRPr lang="en-US" sz="1200" b="0" u="none" strike="noStrike">
              <a:solidFill>
                <a:srgbClr val="FFFFFF"/>
              </a:solidFill>
              <a:effectLst/>
              <a:uFillTx/>
              <a:latin typeface="Arial"/>
            </a:endParaRPr>
          </a:p>
          <a:p>
            <a:pPr algn="ctr" defTabSz="457200">
              <a:lnSpc>
                <a:spcPct val="100000"/>
              </a:lnSpc>
            </a:pPr>
            <a:r>
              <a:rPr lang="en-US" sz="1200" b="0" u="none" strike="noStrike">
                <a:solidFill>
                  <a:srgbClr val="F2F2F2"/>
                </a:solidFill>
                <a:effectLst/>
                <a:uFillTx/>
                <a:latin typeface="Arial"/>
              </a:rPr>
              <a:t>y conviene aprobarlos antes?</a:t>
            </a:r>
            <a:endParaRPr lang="en-US" sz="1200" b="0" u="none" strike="noStrike">
              <a:solidFill>
                <a:srgbClr val="FFFFFF"/>
              </a:solidFill>
              <a:effectLst/>
              <a:uFillTx/>
              <a:latin typeface="Arial"/>
            </a:endParaRPr>
          </a:p>
        </p:txBody>
      </p:sp>
      <p:sp>
        <p:nvSpPr>
          <p:cNvPr id="736" name="Rounded Rectangle 29"/>
          <p:cNvSpPr/>
          <p:nvPr/>
        </p:nvSpPr>
        <p:spPr>
          <a:xfrm>
            <a:off x="5651280" y="3230640"/>
            <a:ext cx="1579320" cy="414360"/>
          </a:xfrm>
          <a:prstGeom prst="roundRect">
            <a:avLst>
              <a:gd name="adj" fmla="val 18000"/>
            </a:avLst>
          </a:prstGeom>
          <a:solidFill>
            <a:srgbClr val="2A1608"/>
          </a:solidFill>
          <a:ln w="25400">
            <a:solidFill>
              <a:srgbClr val="FF6B1A"/>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wrap="none" lIns="45720" tIns="27360" rIns="45720" bIns="27360" anchor="ctr">
            <a:noAutofit/>
          </a:bodyPr>
          <a:p>
            <a:pPr algn="ctr" defTabSz="457200">
              <a:lnSpc>
                <a:spcPct val="100000"/>
              </a:lnSpc>
            </a:pPr>
            <a:r>
              <a:rPr lang="en-US" sz="1200" b="1" u="none" strike="noStrike">
                <a:solidFill>
                  <a:srgbClr val="F2F2F2"/>
                </a:solidFill>
                <a:effectLst/>
                <a:uFillTx/>
                <a:latin typeface="Arial"/>
              </a:rPr>
              <a:t>PLANNER-EXECUTOR</a:t>
            </a:r>
            <a:endParaRPr lang="en-US" sz="1200" b="0" u="none" strike="noStrike">
              <a:solidFill>
                <a:srgbClr val="FFFFFF"/>
              </a:solidFill>
              <a:effectLst/>
              <a:uFillTx/>
              <a:latin typeface="Arial"/>
            </a:endParaRPr>
          </a:p>
        </p:txBody>
      </p:sp>
      <p:sp>
        <p:nvSpPr>
          <p:cNvPr id="737" name="Rounded Rectangle 30"/>
          <p:cNvSpPr/>
          <p:nvPr/>
        </p:nvSpPr>
        <p:spPr>
          <a:xfrm>
            <a:off x="1206720" y="4001760"/>
            <a:ext cx="3267000" cy="626040"/>
          </a:xfrm>
          <a:prstGeom prst="roundRect">
            <a:avLst>
              <a:gd name="adj" fmla="val 18000"/>
            </a:avLst>
          </a:prstGeom>
          <a:solidFill>
            <a:srgbClr val="0F1B2A"/>
          </a:solidFill>
          <a:ln w="25400">
            <a:solidFill>
              <a:srgbClr val="4DA3FF"/>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wrap="none" lIns="45720" tIns="27360" rIns="45720" bIns="27360" anchor="ctr">
            <a:noAutofit/>
          </a:bodyPr>
          <a:p>
            <a:pPr algn="ctr" defTabSz="457200">
              <a:lnSpc>
                <a:spcPct val="100000"/>
              </a:lnSpc>
            </a:pPr>
            <a:r>
              <a:rPr lang="en-US" sz="1200" b="1" u="none" strike="noStrike">
                <a:solidFill>
                  <a:srgbClr val="F2F2F2"/>
                </a:solidFill>
                <a:effectLst/>
                <a:uFillTx/>
                <a:latin typeface="Arial"/>
              </a:rPr>
              <a:t>¿Es una pregunta abierta que justifica</a:t>
            </a:r>
            <a:endParaRPr lang="en-US" sz="1200" b="0" u="none" strike="noStrike">
              <a:solidFill>
                <a:srgbClr val="FFFFFF"/>
              </a:solidFill>
              <a:effectLst/>
              <a:uFillTx/>
              <a:latin typeface="Arial"/>
            </a:endParaRPr>
          </a:p>
          <a:p>
            <a:pPr algn="ctr" defTabSz="457200">
              <a:lnSpc>
                <a:spcPct val="100000"/>
              </a:lnSpc>
            </a:pPr>
            <a:r>
              <a:rPr lang="en-US" sz="1200" b="0" u="none" strike="noStrike">
                <a:solidFill>
                  <a:srgbClr val="F2F2F2"/>
                </a:solidFill>
                <a:effectLst/>
                <a:uFillTx/>
                <a:latin typeface="Arial"/>
              </a:rPr>
              <a:t>un costo y latencia muy altos?</a:t>
            </a:r>
            <a:endParaRPr lang="en-US" sz="1200" b="0" u="none" strike="noStrike">
              <a:solidFill>
                <a:srgbClr val="FFFFFF"/>
              </a:solidFill>
              <a:effectLst/>
              <a:uFillTx/>
              <a:latin typeface="Arial"/>
            </a:endParaRPr>
          </a:p>
        </p:txBody>
      </p:sp>
      <p:sp>
        <p:nvSpPr>
          <p:cNvPr id="738" name="Rounded Rectangle 31"/>
          <p:cNvSpPr/>
          <p:nvPr/>
        </p:nvSpPr>
        <p:spPr>
          <a:xfrm>
            <a:off x="5766120" y="4107600"/>
            <a:ext cx="1349280" cy="414360"/>
          </a:xfrm>
          <a:prstGeom prst="roundRect">
            <a:avLst>
              <a:gd name="adj" fmla="val 18000"/>
            </a:avLst>
          </a:prstGeom>
          <a:solidFill>
            <a:srgbClr val="2A1608"/>
          </a:solidFill>
          <a:ln w="25400">
            <a:solidFill>
              <a:srgbClr val="FF6B1A"/>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wrap="none" lIns="45720" tIns="27360" rIns="45720" bIns="27360" anchor="ctr">
            <a:noAutofit/>
          </a:bodyPr>
          <a:p>
            <a:pPr algn="ctr" defTabSz="457200">
              <a:lnSpc>
                <a:spcPct val="100000"/>
              </a:lnSpc>
            </a:pPr>
            <a:r>
              <a:rPr lang="en-US" sz="1200" b="1" u="none" strike="noStrike">
                <a:solidFill>
                  <a:srgbClr val="F2F2F2"/>
                </a:solidFill>
                <a:effectLst/>
                <a:uFillTx/>
                <a:latin typeface="Arial"/>
              </a:rPr>
              <a:t>DEEP RESEARCH</a:t>
            </a:r>
            <a:endParaRPr lang="en-US" sz="1200" b="0" u="none" strike="noStrike">
              <a:solidFill>
                <a:srgbClr val="FFFFFF"/>
              </a:solidFill>
              <a:effectLst/>
              <a:uFillTx/>
              <a:latin typeface="Arial"/>
            </a:endParaRPr>
          </a:p>
        </p:txBody>
      </p:sp>
      <p:sp>
        <p:nvSpPr>
          <p:cNvPr id="739" name="Rounded Rectangle 32"/>
          <p:cNvSpPr/>
          <p:nvPr/>
        </p:nvSpPr>
        <p:spPr>
          <a:xfrm>
            <a:off x="2472480" y="4984200"/>
            <a:ext cx="735480" cy="414360"/>
          </a:xfrm>
          <a:prstGeom prst="roundRect">
            <a:avLst>
              <a:gd name="adj" fmla="val 18000"/>
            </a:avLst>
          </a:prstGeom>
          <a:solidFill>
            <a:srgbClr val="2A1608"/>
          </a:solidFill>
          <a:ln w="25400">
            <a:solidFill>
              <a:srgbClr val="FF6B1A"/>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wrap="none" lIns="45720" tIns="27360" rIns="45720" bIns="27360" anchor="ctr">
            <a:noAutofit/>
          </a:bodyPr>
          <a:p>
            <a:pPr algn="ctr" defTabSz="457200">
              <a:lnSpc>
                <a:spcPct val="100000"/>
              </a:lnSpc>
            </a:pPr>
            <a:r>
              <a:rPr lang="en-US" sz="1200" b="1" u="none" strike="noStrike">
                <a:solidFill>
                  <a:srgbClr val="F2F2F2"/>
                </a:solidFill>
                <a:effectLst/>
                <a:uFillTx/>
                <a:latin typeface="Arial"/>
              </a:rPr>
              <a:t>REACT</a:t>
            </a:r>
            <a:endParaRPr lang="en-US" sz="1200" b="0" u="none" strike="noStrike">
              <a:solidFill>
                <a:srgbClr val="FFFFFF"/>
              </a:solidFill>
              <a:effectLst/>
              <a:uFillTx/>
              <a:latin typeface="Arial"/>
            </a:endParaRPr>
          </a:p>
        </p:txBody>
      </p:sp>
      <p:sp>
        <p:nvSpPr>
          <p:cNvPr id="740" name="Rounded Rectangle 33"/>
          <p:cNvSpPr/>
          <p:nvPr/>
        </p:nvSpPr>
        <p:spPr>
          <a:xfrm>
            <a:off x="5267520" y="4878360"/>
            <a:ext cx="2346480" cy="626040"/>
          </a:xfrm>
          <a:prstGeom prst="roundRect">
            <a:avLst>
              <a:gd name="adj" fmla="val 18000"/>
            </a:avLst>
          </a:prstGeom>
          <a:solidFill>
            <a:srgbClr val="2A2408"/>
          </a:solidFill>
          <a:ln w="25400">
            <a:solidFill>
              <a:srgbClr val="F5C542"/>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wrap="none" lIns="45720" tIns="27360" rIns="45720" bIns="27360" anchor="ctr">
            <a:noAutofit/>
          </a:bodyPr>
          <a:p>
            <a:pPr algn="ctr" defTabSz="457200">
              <a:lnSpc>
                <a:spcPct val="100000"/>
              </a:lnSpc>
            </a:pPr>
            <a:r>
              <a:rPr lang="en-US" sz="1200" b="1" u="none" strike="noStrike">
                <a:solidFill>
                  <a:srgbClr val="F2F2F2"/>
                </a:solidFill>
                <a:effectLst/>
                <a:uFillTx/>
                <a:latin typeface="Arial"/>
              </a:rPr>
              <a:t>¿Un error es costoso y hay</a:t>
            </a:r>
            <a:endParaRPr lang="en-US" sz="1200" b="0" u="none" strike="noStrike">
              <a:solidFill>
                <a:srgbClr val="FFFFFF"/>
              </a:solidFill>
              <a:effectLst/>
              <a:uFillTx/>
              <a:latin typeface="Arial"/>
            </a:endParaRPr>
          </a:p>
          <a:p>
            <a:pPr algn="ctr" defTabSz="457200">
              <a:lnSpc>
                <a:spcPct val="100000"/>
              </a:lnSpc>
            </a:pPr>
            <a:r>
              <a:rPr lang="en-US" sz="1200" b="0" u="none" strike="noStrike">
                <a:solidFill>
                  <a:srgbClr val="F2F2F2"/>
                </a:solidFill>
                <a:effectLst/>
                <a:uFillTx/>
                <a:latin typeface="Arial"/>
              </a:rPr>
              <a:t>un criterio verificable?</a:t>
            </a:r>
            <a:endParaRPr lang="en-US" sz="1200" b="0" u="none" strike="noStrike">
              <a:solidFill>
                <a:srgbClr val="FFFFFF"/>
              </a:solidFill>
              <a:effectLst/>
              <a:uFillTx/>
              <a:latin typeface="Arial"/>
            </a:endParaRPr>
          </a:p>
        </p:txBody>
      </p:sp>
      <p:sp>
        <p:nvSpPr>
          <p:cNvPr id="741" name="Rounded Rectangle 34"/>
          <p:cNvSpPr/>
          <p:nvPr/>
        </p:nvSpPr>
        <p:spPr>
          <a:xfrm>
            <a:off x="9098640" y="4984200"/>
            <a:ext cx="1886040" cy="414360"/>
          </a:xfrm>
          <a:prstGeom prst="roundRect">
            <a:avLst>
              <a:gd name="adj" fmla="val 18000"/>
            </a:avLst>
          </a:prstGeom>
          <a:solidFill>
            <a:srgbClr val="2A1608"/>
          </a:solidFill>
          <a:ln w="25400">
            <a:solidFill>
              <a:srgbClr val="FF6B1A"/>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wrap="none" lIns="45720" tIns="27360" rIns="45720" bIns="27360" anchor="ctr">
            <a:noAutofit/>
          </a:bodyPr>
          <a:p>
            <a:pPr algn="ctr" defTabSz="457200">
              <a:lnSpc>
                <a:spcPct val="100000"/>
              </a:lnSpc>
            </a:pPr>
            <a:r>
              <a:rPr lang="en-US" sz="1200" b="0" u="none" strike="noStrike">
                <a:solidFill>
                  <a:srgbClr val="F2F2F2"/>
                </a:solidFill>
                <a:effectLst/>
                <a:uFillTx/>
                <a:latin typeface="Arial"/>
              </a:rPr>
              <a:t>+ agregar REFLECTION</a:t>
            </a:r>
            <a:endParaRPr lang="en-US" sz="1200" b="0" u="none" strike="noStrike">
              <a:solidFill>
                <a:srgbClr val="FFFFFF"/>
              </a:solidFill>
              <a:effectLst/>
              <a:uFillTx/>
              <a:latin typeface="Arial"/>
            </a:endParaRPr>
          </a:p>
        </p:txBody>
      </p:sp>
      <p:sp>
        <p:nvSpPr>
          <p:cNvPr id="742" name="TextBox 35"/>
          <p:cNvSpPr/>
          <p:nvPr/>
        </p:nvSpPr>
        <p:spPr>
          <a:xfrm>
            <a:off x="548640" y="5577840"/>
            <a:ext cx="11094120" cy="456840"/>
          </a:xfrm>
          <a:prstGeom prst="rect">
            <a:avLst/>
          </a:prstGeom>
          <a:noFill/>
          <a:ln w="0">
            <a:noFill/>
          </a:ln>
        </p:spPr>
        <p:style>
          <a:lnRef idx="0"/>
          <a:fillRef idx="0"/>
          <a:effectRef idx="0"/>
          <a:fontRef idx="minor"/>
        </p:style>
        <p:txBody>
          <a:bodyPr lIns="18360" tIns="9000" rIns="18360" bIns="9000" anchor="ctr">
            <a:spAutoFit/>
          </a:bodyPr>
          <a:p>
            <a:pPr defTabSz="457200">
              <a:lnSpc>
                <a:spcPct val="100000"/>
              </a:lnSpc>
            </a:pPr>
            <a:r>
              <a:rPr lang="en-US" sz="1400" b="0" i="1" u="none" strike="noStrike">
                <a:solidFill>
                  <a:srgbClr val="D6D6D6"/>
                </a:solidFill>
                <a:effectLst/>
                <a:uFillTx/>
                <a:latin typeface="Arial"/>
              </a:rPr>
              <a:t>Empezar por lo más simple y subir solo cuando la tarea lo exija. Reflection se agrega sobre cualquiera.</a:t>
            </a:r>
            <a:endParaRPr lang="en-US" sz="1400" b="0" u="none" strike="noStrike">
              <a:solidFill>
                <a:srgbClr val="FFFFFF"/>
              </a:solidFill>
              <a:effectLst/>
              <a:uFillTx/>
              <a:latin typeface="Arial"/>
            </a:endParaRPr>
          </a:p>
        </p:txBody>
      </p:sp>
      <p:sp>
        <p:nvSpPr>
          <p:cNvPr id="743" name="Rounded Rectangle 36"/>
          <p:cNvSpPr/>
          <p:nvPr/>
        </p:nvSpPr>
        <p:spPr>
          <a:xfrm>
            <a:off x="548640" y="6172200"/>
            <a:ext cx="164160" cy="164160"/>
          </a:xfrm>
          <a:prstGeom prst="roundRect">
            <a:avLst>
              <a:gd name="adj" fmla="val 25000"/>
            </a:avLst>
          </a:prstGeom>
          <a:solidFill>
            <a:srgbClr val="2A1608"/>
          </a:solidFill>
          <a:ln w="19050">
            <a:solidFill>
              <a:srgbClr val="FF6B1A"/>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744" name="TextBox 37"/>
          <p:cNvSpPr/>
          <p:nvPr/>
        </p:nvSpPr>
        <p:spPr>
          <a:xfrm>
            <a:off x="777240" y="6144840"/>
            <a:ext cx="1014840" cy="228240"/>
          </a:xfrm>
          <a:prstGeom prst="rect">
            <a:avLst/>
          </a:prstGeom>
          <a:noFill/>
          <a:ln w="0">
            <a:noFill/>
          </a:ln>
        </p:spPr>
        <p:style>
          <a:lnRef idx="0"/>
          <a:fillRef idx="0"/>
          <a:effectRef idx="0"/>
          <a:fontRef idx="minor"/>
        </p:style>
        <p:txBody>
          <a:bodyPr lIns="18360" tIns="9000" rIns="18360" bIns="9000" anchor="t">
            <a:spAutoFit/>
          </a:bodyPr>
          <a:p>
            <a:pPr defTabSz="457200">
              <a:lnSpc>
                <a:spcPct val="100000"/>
              </a:lnSpc>
            </a:pPr>
            <a:r>
              <a:rPr lang="en-US" sz="1050" b="0" u="none" strike="noStrike">
                <a:solidFill>
                  <a:srgbClr val="D6D6D6"/>
                </a:solidFill>
                <a:effectLst/>
                <a:uFillTx/>
                <a:latin typeface="Arial"/>
              </a:rPr>
              <a:t>Decide el LLM</a:t>
            </a:r>
            <a:endParaRPr lang="en-US" sz="1050" b="0" u="none" strike="noStrike">
              <a:solidFill>
                <a:srgbClr val="FFFFFF"/>
              </a:solidFill>
              <a:effectLst/>
              <a:uFillTx/>
              <a:latin typeface="Arial"/>
            </a:endParaRPr>
          </a:p>
        </p:txBody>
      </p:sp>
      <p:sp>
        <p:nvSpPr>
          <p:cNvPr id="745" name="Rounded Rectangle 38"/>
          <p:cNvSpPr/>
          <p:nvPr/>
        </p:nvSpPr>
        <p:spPr>
          <a:xfrm>
            <a:off x="2048400" y="6172200"/>
            <a:ext cx="164160" cy="164160"/>
          </a:xfrm>
          <a:prstGeom prst="roundRect">
            <a:avLst>
              <a:gd name="adj" fmla="val 25000"/>
            </a:avLst>
          </a:prstGeom>
          <a:solidFill>
            <a:srgbClr val="0F1B2A"/>
          </a:solidFill>
          <a:ln w="19050">
            <a:solidFill>
              <a:srgbClr val="4DA3FF"/>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746" name="TextBox 39"/>
          <p:cNvSpPr/>
          <p:nvPr/>
        </p:nvSpPr>
        <p:spPr>
          <a:xfrm>
            <a:off x="2277000" y="6144840"/>
            <a:ext cx="1227960" cy="228240"/>
          </a:xfrm>
          <a:prstGeom prst="rect">
            <a:avLst/>
          </a:prstGeom>
          <a:noFill/>
          <a:ln w="0">
            <a:noFill/>
          </a:ln>
        </p:spPr>
        <p:style>
          <a:lnRef idx="0"/>
          <a:fillRef idx="0"/>
          <a:effectRef idx="0"/>
          <a:fontRef idx="minor"/>
        </p:style>
        <p:txBody>
          <a:bodyPr lIns="18360" tIns="9000" rIns="18360" bIns="9000" anchor="t">
            <a:spAutoFit/>
          </a:bodyPr>
          <a:p>
            <a:pPr defTabSz="457200">
              <a:lnSpc>
                <a:spcPct val="100000"/>
              </a:lnSpc>
            </a:pPr>
            <a:r>
              <a:rPr lang="en-US" sz="1050" b="0" u="none" strike="noStrike">
                <a:solidFill>
                  <a:srgbClr val="D6D6D6"/>
                </a:solidFill>
                <a:effectLst/>
                <a:uFillTx/>
                <a:latin typeface="Arial"/>
              </a:rPr>
              <a:t>Decide el código</a:t>
            </a:r>
            <a:endParaRPr lang="en-US" sz="1050" b="0" u="none" strike="noStrike">
              <a:solidFill>
                <a:srgbClr val="FFFFFF"/>
              </a:solidFill>
              <a:effectLst/>
              <a:uFillTx/>
              <a:latin typeface="Arial"/>
            </a:endParaRPr>
          </a:p>
        </p:txBody>
      </p:sp>
      <p:sp>
        <p:nvSpPr>
          <p:cNvPr id="747" name="Rounded Rectangle 40"/>
          <p:cNvSpPr/>
          <p:nvPr/>
        </p:nvSpPr>
        <p:spPr>
          <a:xfrm>
            <a:off x="3761280" y="6172200"/>
            <a:ext cx="164160" cy="164160"/>
          </a:xfrm>
          <a:prstGeom prst="roundRect">
            <a:avLst>
              <a:gd name="adj" fmla="val 25000"/>
            </a:avLst>
          </a:prstGeom>
          <a:solidFill>
            <a:srgbClr val="0F2416"/>
          </a:solidFill>
          <a:ln w="19050">
            <a:solidFill>
              <a:srgbClr val="3DDC84"/>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748" name="TextBox 41"/>
          <p:cNvSpPr/>
          <p:nvPr/>
        </p:nvSpPr>
        <p:spPr>
          <a:xfrm>
            <a:off x="3989880" y="6144840"/>
            <a:ext cx="2009520" cy="228240"/>
          </a:xfrm>
          <a:prstGeom prst="rect">
            <a:avLst/>
          </a:prstGeom>
          <a:noFill/>
          <a:ln w="0">
            <a:noFill/>
          </a:ln>
        </p:spPr>
        <p:style>
          <a:lnRef idx="0"/>
          <a:fillRef idx="0"/>
          <a:effectRef idx="0"/>
          <a:fontRef idx="minor"/>
        </p:style>
        <p:txBody>
          <a:bodyPr lIns="18360" tIns="9000" rIns="18360" bIns="9000" anchor="t">
            <a:spAutoFit/>
          </a:bodyPr>
          <a:p>
            <a:pPr defTabSz="457200">
              <a:lnSpc>
                <a:spcPct val="100000"/>
              </a:lnSpc>
            </a:pPr>
            <a:r>
              <a:rPr lang="en-US" sz="1050" b="0" u="none" strike="noStrike">
                <a:solidFill>
                  <a:srgbClr val="D6D6D6"/>
                </a:solidFill>
                <a:effectLst/>
                <a:uFillTx/>
                <a:latin typeface="Arial"/>
              </a:rPr>
              <a:t>Herramienta / mundo externo</a:t>
            </a:r>
            <a:endParaRPr lang="en-US" sz="1050" b="0" u="none" strike="noStrike">
              <a:solidFill>
                <a:srgbClr val="FFFFFF"/>
              </a:solidFill>
              <a:effectLst/>
              <a:uFillTx/>
              <a:latin typeface="Arial"/>
            </a:endParaRPr>
          </a:p>
        </p:txBody>
      </p:sp>
      <p:sp>
        <p:nvSpPr>
          <p:cNvPr id="749" name="Rounded Rectangle 42"/>
          <p:cNvSpPr/>
          <p:nvPr/>
        </p:nvSpPr>
        <p:spPr>
          <a:xfrm>
            <a:off x="6255720" y="6172200"/>
            <a:ext cx="164160" cy="164160"/>
          </a:xfrm>
          <a:prstGeom prst="roundRect">
            <a:avLst>
              <a:gd name="adj" fmla="val 25000"/>
            </a:avLst>
          </a:prstGeom>
          <a:solidFill>
            <a:srgbClr val="2A2408"/>
          </a:solidFill>
          <a:ln w="19050">
            <a:solidFill>
              <a:srgbClr val="F5C542"/>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750" name="TextBox 43"/>
          <p:cNvSpPr/>
          <p:nvPr/>
        </p:nvSpPr>
        <p:spPr>
          <a:xfrm>
            <a:off x="6484320" y="6144840"/>
            <a:ext cx="2293560" cy="228240"/>
          </a:xfrm>
          <a:prstGeom prst="rect">
            <a:avLst/>
          </a:prstGeom>
          <a:noFill/>
          <a:ln w="0">
            <a:noFill/>
          </a:ln>
        </p:spPr>
        <p:style>
          <a:lnRef idx="0"/>
          <a:fillRef idx="0"/>
          <a:effectRef idx="0"/>
          <a:fontRef idx="minor"/>
        </p:style>
        <p:txBody>
          <a:bodyPr lIns="18360" tIns="9000" rIns="18360" bIns="9000" anchor="t">
            <a:spAutoFit/>
          </a:bodyPr>
          <a:p>
            <a:pPr defTabSz="457200">
              <a:lnSpc>
                <a:spcPct val="100000"/>
              </a:lnSpc>
            </a:pPr>
            <a:r>
              <a:rPr lang="en-US" sz="1050" b="0" u="none" strike="noStrike">
                <a:solidFill>
                  <a:srgbClr val="D6D6D6"/>
                </a:solidFill>
                <a:effectLst/>
                <a:uFillTx/>
                <a:latin typeface="Arial"/>
              </a:rPr>
              <a:t>Artefacto o contexto compartido</a:t>
            </a:r>
            <a:endParaRPr lang="en-US" sz="1050" b="0" u="none" strike="noStrike">
              <a:solidFill>
                <a:srgbClr val="FFFFFF"/>
              </a:solidFill>
              <a:effectLst/>
              <a:uFillTx/>
              <a:latin typeface="Arial"/>
            </a:endParaRPr>
          </a:p>
        </p:txBody>
      </p:sp>
      <p:sp>
        <p:nvSpPr>
          <p:cNvPr id="751" name="Rounded Rectangle 44"/>
          <p:cNvSpPr/>
          <p:nvPr/>
        </p:nvSpPr>
        <p:spPr>
          <a:xfrm>
            <a:off x="9034200" y="6172200"/>
            <a:ext cx="164160" cy="164160"/>
          </a:xfrm>
          <a:prstGeom prst="roundRect">
            <a:avLst>
              <a:gd name="adj" fmla="val 25000"/>
            </a:avLst>
          </a:prstGeom>
          <a:solidFill>
            <a:srgbClr val="181818"/>
          </a:solidFill>
          <a:ln w="19050">
            <a:solidFill>
              <a:srgbClr val="9A9A9A"/>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752" name="TextBox 45"/>
          <p:cNvSpPr/>
          <p:nvPr/>
        </p:nvSpPr>
        <p:spPr>
          <a:xfrm>
            <a:off x="9262800" y="6144840"/>
            <a:ext cx="1227960" cy="228240"/>
          </a:xfrm>
          <a:prstGeom prst="rect">
            <a:avLst/>
          </a:prstGeom>
          <a:noFill/>
          <a:ln w="0">
            <a:noFill/>
          </a:ln>
        </p:spPr>
        <p:style>
          <a:lnRef idx="0"/>
          <a:fillRef idx="0"/>
          <a:effectRef idx="0"/>
          <a:fontRef idx="minor"/>
        </p:style>
        <p:txBody>
          <a:bodyPr lIns="18360" tIns="9000" rIns="18360" bIns="9000" anchor="t">
            <a:spAutoFit/>
          </a:bodyPr>
          <a:p>
            <a:pPr defTabSz="457200">
              <a:lnSpc>
                <a:spcPct val="100000"/>
              </a:lnSpc>
            </a:pPr>
            <a:r>
              <a:rPr lang="en-US" sz="1050" b="0" u="none" strike="noStrike">
                <a:solidFill>
                  <a:srgbClr val="D6D6D6"/>
                </a:solidFill>
                <a:effectLst/>
                <a:uFillTx/>
                <a:latin typeface="Arial"/>
              </a:rPr>
              <a:t>Entrada / salida</a:t>
            </a:r>
            <a:endParaRPr lang="en-US" sz="105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3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00000"/>
        </a:solidFill>
      </p:bgPr>
    </p:bg>
    <p:spTree>
      <p:nvGrpSpPr>
        <p:cNvPr id="1" name=""/>
        <p:cNvGrpSpPr/>
        <p:nvPr/>
      </p:nvGrpSpPr>
      <p:grpSpPr>
        <a:xfrm>
          <a:off x="0" y="0"/>
          <a:ext cx="0" cy="0"/>
          <a:chOff x="0" y="0"/>
          <a:chExt cx="0" cy="0"/>
        </a:xfrm>
      </p:grpSpPr>
      <p:sp>
        <p:nvSpPr>
          <p:cNvPr id="753" name="TextBox 1"/>
          <p:cNvSpPr/>
          <p:nvPr/>
        </p:nvSpPr>
        <p:spPr>
          <a:xfrm>
            <a:off x="548640" y="329040"/>
            <a:ext cx="8229240" cy="273960"/>
          </a:xfrm>
          <a:prstGeom prst="rect">
            <a:avLst/>
          </a:prstGeom>
          <a:noFill/>
          <a:ln w="0">
            <a:noFill/>
          </a:ln>
        </p:spPr>
        <p:style>
          <a:lnRef idx="0"/>
          <a:fillRef idx="0"/>
          <a:effectRef idx="0"/>
          <a:fontRef idx="minor"/>
        </p:style>
        <p:txBody>
          <a:bodyPr lIns="18360" tIns="9000" rIns="18360" bIns="9000" anchor="t">
            <a:spAutoFit/>
          </a:bodyPr>
          <a:p>
            <a:pPr defTabSz="457200">
              <a:lnSpc>
                <a:spcPct val="100000"/>
              </a:lnSpc>
            </a:pPr>
            <a:r>
              <a:rPr lang="en-US" sz="1150" b="1" u="none" strike="noStrike">
                <a:solidFill>
                  <a:srgbClr val="FF6B1A"/>
                </a:solidFill>
                <a:effectLst/>
                <a:uFillTx/>
                <a:latin typeface="Arial"/>
              </a:rPr>
              <a:t>CIERRE</a:t>
            </a:r>
            <a:endParaRPr lang="en-US" sz="1150" b="0" u="none" strike="noStrike">
              <a:solidFill>
                <a:srgbClr val="FFFFFF"/>
              </a:solidFill>
              <a:effectLst/>
              <a:uFillTx/>
              <a:latin typeface="Arial"/>
            </a:endParaRPr>
          </a:p>
        </p:txBody>
      </p:sp>
      <p:sp>
        <p:nvSpPr>
          <p:cNvPr id="754" name="TextBox 2"/>
          <p:cNvSpPr/>
          <p:nvPr/>
        </p:nvSpPr>
        <p:spPr>
          <a:xfrm>
            <a:off x="548640" y="603360"/>
            <a:ext cx="11094120" cy="639720"/>
          </a:xfrm>
          <a:prstGeom prst="rect">
            <a:avLst/>
          </a:prstGeom>
          <a:noFill/>
          <a:ln w="0">
            <a:noFill/>
          </a:ln>
        </p:spPr>
        <p:style>
          <a:lnRef idx="0"/>
          <a:fillRef idx="0"/>
          <a:effectRef idx="0"/>
          <a:fontRef idx="minor"/>
        </p:style>
        <p:txBody>
          <a:bodyPr lIns="18360" tIns="9000" rIns="18360" bIns="9000" anchor="ctr">
            <a:spAutoFit/>
          </a:bodyPr>
          <a:p>
            <a:pPr defTabSz="457200">
              <a:lnSpc>
                <a:spcPct val="100000"/>
              </a:lnSpc>
            </a:pPr>
            <a:r>
              <a:rPr lang="en-US" sz="3000" b="1" u="none" strike="noStrike">
                <a:solidFill>
                  <a:srgbClr val="F2F2F2"/>
                </a:solidFill>
                <a:effectLst/>
                <a:uFillTx/>
                <a:latin typeface="Arial"/>
              </a:rPr>
              <a:t>Ideas clave para llevarse</a:t>
            </a:r>
            <a:endParaRPr lang="en-US" sz="3000" b="0" u="none" strike="noStrike">
              <a:solidFill>
                <a:srgbClr val="FFFFFF"/>
              </a:solidFill>
              <a:effectLst/>
              <a:uFillTx/>
              <a:latin typeface="Arial"/>
            </a:endParaRPr>
          </a:p>
        </p:txBody>
      </p:sp>
      <p:sp>
        <p:nvSpPr>
          <p:cNvPr id="755" name="TextBox 3"/>
          <p:cNvSpPr/>
          <p:nvPr/>
        </p:nvSpPr>
        <p:spPr>
          <a:xfrm>
            <a:off x="548640" y="6492240"/>
            <a:ext cx="7314840" cy="228240"/>
          </a:xfrm>
          <a:prstGeom prst="rect">
            <a:avLst/>
          </a:prstGeom>
          <a:noFill/>
          <a:ln w="0">
            <a:noFill/>
          </a:ln>
        </p:spPr>
        <p:style>
          <a:lnRef idx="0"/>
          <a:fillRef idx="0"/>
          <a:effectRef idx="0"/>
          <a:fontRef idx="minor"/>
        </p:style>
        <p:txBody>
          <a:bodyPr lIns="18360" tIns="9000" rIns="18360" bIns="9000" anchor="t">
            <a:spAutoFit/>
          </a:bodyPr>
          <a:p>
            <a:pPr defTabSz="457200">
              <a:lnSpc>
                <a:spcPct val="100000"/>
              </a:lnSpc>
            </a:pPr>
            <a:r>
              <a:rPr lang="en-US" sz="900" b="0" u="none" strike="noStrike">
                <a:solidFill>
                  <a:srgbClr val="9A9A9A"/>
                </a:solidFill>
                <a:effectLst/>
                <a:uFillTx/>
                <a:latin typeface="Arial"/>
              </a:rPr>
              <a:t>Arquetipos de agentes · Módulo 5 · UTDT</a:t>
            </a:r>
            <a:endParaRPr lang="en-US" sz="900" b="0" u="none" strike="noStrike">
              <a:solidFill>
                <a:srgbClr val="FFFFFF"/>
              </a:solidFill>
              <a:effectLst/>
              <a:uFillTx/>
              <a:latin typeface="Arial"/>
            </a:endParaRPr>
          </a:p>
        </p:txBody>
      </p:sp>
      <p:sp>
        <p:nvSpPr>
          <p:cNvPr id="756" name="TextBox 4"/>
          <p:cNvSpPr/>
          <p:nvPr/>
        </p:nvSpPr>
        <p:spPr>
          <a:xfrm>
            <a:off x="10271520" y="6492240"/>
            <a:ext cx="1371240" cy="228240"/>
          </a:xfrm>
          <a:prstGeom prst="rect">
            <a:avLst/>
          </a:prstGeom>
          <a:noFill/>
          <a:ln w="0">
            <a:noFill/>
          </a:ln>
        </p:spPr>
        <p:style>
          <a:lnRef idx="0"/>
          <a:fillRef idx="0"/>
          <a:effectRef idx="0"/>
          <a:fontRef idx="minor"/>
        </p:style>
        <p:txBody>
          <a:bodyPr lIns="18360" tIns="9000" rIns="18360" bIns="9000" anchor="t">
            <a:spAutoFit/>
          </a:bodyPr>
          <a:p>
            <a:pPr algn="r" defTabSz="457200">
              <a:lnSpc>
                <a:spcPct val="100000"/>
              </a:lnSpc>
            </a:pPr>
            <a:r>
              <a:rPr lang="en-US" sz="900" b="0" u="none" strike="noStrike">
                <a:solidFill>
                  <a:srgbClr val="9A9A9A"/>
                </a:solidFill>
                <a:effectLst/>
                <a:uFillTx/>
                <a:latin typeface="Arial"/>
              </a:rPr>
              <a:t>34 / 35</a:t>
            </a:r>
            <a:endParaRPr lang="en-US" sz="900" b="0" u="none" strike="noStrike">
              <a:solidFill>
                <a:srgbClr val="FFFFFF"/>
              </a:solidFill>
              <a:effectLst/>
              <a:uFillTx/>
              <a:latin typeface="Arial"/>
            </a:endParaRPr>
          </a:p>
        </p:txBody>
      </p:sp>
      <p:sp>
        <p:nvSpPr>
          <p:cNvPr id="757" name="Rectangle 5"/>
          <p:cNvSpPr/>
          <p:nvPr/>
        </p:nvSpPr>
        <p:spPr>
          <a:xfrm>
            <a:off x="548640" y="1417320"/>
            <a:ext cx="3563640" cy="4388760"/>
          </a:xfrm>
          <a:prstGeom prst="rect">
            <a:avLst/>
          </a:prstGeom>
          <a:solidFill>
            <a:srgbClr val="0E0E0E"/>
          </a:solidFill>
          <a:ln>
            <a:solidFill>
              <a:srgbClr val="2A2A2A"/>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758" name="Rectangle 6"/>
          <p:cNvSpPr/>
          <p:nvPr/>
        </p:nvSpPr>
        <p:spPr>
          <a:xfrm>
            <a:off x="548640" y="1417320"/>
            <a:ext cx="3563640" cy="63720"/>
          </a:xfrm>
          <a:prstGeom prst="rect">
            <a:avLst/>
          </a:prstGeom>
          <a:solidFill>
            <a:srgbClr val="FF6B1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19080" rIns="90000" bIns="19080" anchor="ctr">
            <a:noAutofit/>
          </a:bodyPr>
          <a:p>
            <a:endParaRPr lang="en-US" sz="1800" b="0" u="none" strike="noStrike">
              <a:solidFill>
                <a:schemeClr val="lt1"/>
              </a:solidFill>
              <a:effectLst/>
              <a:uFillTx/>
              <a:latin typeface="Calibri"/>
            </a:endParaRPr>
          </a:p>
        </p:txBody>
      </p:sp>
      <p:sp>
        <p:nvSpPr>
          <p:cNvPr id="759" name="TextBox 7"/>
          <p:cNvSpPr/>
          <p:nvPr/>
        </p:nvSpPr>
        <p:spPr>
          <a:xfrm>
            <a:off x="713160" y="1563480"/>
            <a:ext cx="3234600" cy="4187520"/>
          </a:xfrm>
          <a:prstGeom prst="rect">
            <a:avLst/>
          </a:prstGeom>
          <a:noFill/>
          <a:ln w="0">
            <a:noFill/>
          </a:ln>
        </p:spPr>
        <p:style>
          <a:lnRef idx="0"/>
          <a:fillRef idx="0"/>
          <a:effectRef idx="0"/>
          <a:fontRef idx="minor"/>
        </p:style>
        <p:txBody>
          <a:bodyPr lIns="18360" tIns="0" rIns="18360" bIns="0" anchor="t">
            <a:spAutoFit/>
          </a:bodyPr>
          <a:p>
            <a:pPr defTabSz="457200">
              <a:lnSpc>
                <a:spcPct val="100000"/>
              </a:lnSpc>
              <a:spcAft>
                <a:spcPts val="799"/>
              </a:spcAft>
            </a:pPr>
            <a:r>
              <a:rPr lang="en-US" sz="1790" b="1" u="none" strike="noStrike">
                <a:solidFill>
                  <a:srgbClr val="FF6B1A"/>
                </a:solidFill>
                <a:effectLst/>
                <a:uFillTx/>
                <a:latin typeface="Arial"/>
              </a:rPr>
              <a:t>Tres preguntas, siempre</a:t>
            </a:r>
            <a:endParaRPr lang="en-US" sz="1790" b="0" u="none" strike="noStrike">
              <a:solidFill>
                <a:srgbClr val="FFFFFF"/>
              </a:solidFill>
              <a:effectLst/>
              <a:uFillTx/>
              <a:latin typeface="Arial"/>
            </a:endParaRPr>
          </a:p>
          <a:p>
            <a:pPr marL="171360" indent="-171360" defTabSz="457200">
              <a:lnSpc>
                <a:spcPct val="100000"/>
              </a:lnSpc>
              <a:spcAft>
                <a:spcPts val="879"/>
              </a:spcAft>
              <a:buClr>
                <a:srgbClr val="D6D6D6"/>
              </a:buClr>
              <a:buFont typeface="Symbol" charset="2"/>
              <a:buChar char=""/>
            </a:pPr>
            <a:r>
              <a:rPr lang="en-US" sz="1600" b="0" u="none" strike="noStrike">
                <a:solidFill>
                  <a:srgbClr val="D6D6D6"/>
                </a:solidFill>
                <a:effectLst/>
                <a:uFillTx/>
                <a:latin typeface="Arial"/>
              </a:rPr>
              <a:t>¿Quién decide qué se ejecuta después?</a:t>
            </a:r>
            <a:endParaRPr lang="en-US" sz="1600" b="0" u="none" strike="noStrike">
              <a:solidFill>
                <a:srgbClr val="FFFFFF"/>
              </a:solidFill>
              <a:effectLst/>
              <a:uFillTx/>
              <a:latin typeface="Arial"/>
            </a:endParaRPr>
          </a:p>
          <a:p>
            <a:pPr marL="171360" indent="-171360" defTabSz="457200">
              <a:lnSpc>
                <a:spcPct val="100000"/>
              </a:lnSpc>
              <a:spcAft>
                <a:spcPts val="879"/>
              </a:spcAft>
              <a:buClr>
                <a:srgbClr val="D6D6D6"/>
              </a:buClr>
              <a:buFont typeface="Symbol" charset="2"/>
              <a:buChar char=""/>
            </a:pPr>
            <a:r>
              <a:rPr lang="en-US" sz="1600" b="0" u="none" strike="noStrike">
                <a:solidFill>
                  <a:srgbClr val="D6D6D6"/>
                </a:solidFill>
                <a:effectLst/>
                <a:uFillTx/>
                <a:latin typeface="Arial"/>
              </a:rPr>
              <a:t>¿Con qué contexto decide cada paso?</a:t>
            </a:r>
            <a:endParaRPr lang="en-US" sz="1600" b="0" u="none" strike="noStrike">
              <a:solidFill>
                <a:srgbClr val="FFFFFF"/>
              </a:solidFill>
              <a:effectLst/>
              <a:uFillTx/>
              <a:latin typeface="Arial"/>
            </a:endParaRPr>
          </a:p>
          <a:p>
            <a:pPr marL="171360" indent="-171360" defTabSz="457200">
              <a:lnSpc>
                <a:spcPct val="100000"/>
              </a:lnSpc>
              <a:spcAft>
                <a:spcPts val="879"/>
              </a:spcAft>
              <a:buClr>
                <a:srgbClr val="D6D6D6"/>
              </a:buClr>
              <a:buFont typeface="Symbol" charset="2"/>
              <a:buChar char=""/>
            </a:pPr>
            <a:r>
              <a:rPr lang="en-US" sz="1600" b="0" u="none" strike="noStrike">
                <a:solidFill>
                  <a:srgbClr val="D6D6D6"/>
                </a:solidFill>
                <a:effectLst/>
                <a:uFillTx/>
                <a:latin typeface="Arial"/>
              </a:rPr>
              <a:t>¿Qué señal hace que se detenga?</a:t>
            </a:r>
            <a:endParaRPr lang="en-US" sz="1600" b="0" u="none" strike="noStrike">
              <a:solidFill>
                <a:srgbClr val="FFFFFF"/>
              </a:solidFill>
              <a:effectLst/>
              <a:uFillTx/>
              <a:latin typeface="Arial"/>
            </a:endParaRPr>
          </a:p>
          <a:p>
            <a:pPr marL="171360" indent="-171360" defTabSz="457200">
              <a:lnSpc>
                <a:spcPct val="100000"/>
              </a:lnSpc>
              <a:spcAft>
                <a:spcPts val="879"/>
              </a:spcAft>
              <a:buClr>
                <a:srgbClr val="D6D6D6"/>
              </a:buClr>
              <a:buFont typeface="Symbol" charset="2"/>
              <a:buChar char=""/>
            </a:pPr>
            <a:r>
              <a:rPr lang="en-US" sz="1600" b="0" u="none" strike="noStrike">
                <a:solidFill>
                  <a:srgbClr val="D6D6D6"/>
                </a:solidFill>
                <a:effectLst/>
                <a:uFillTx/>
                <a:latin typeface="Arial"/>
              </a:rPr>
              <a:t>Con estas tres se puede leer cualquier arquitectura de agentes.</a:t>
            </a:r>
            <a:endParaRPr lang="en-US" sz="1600" b="0" u="none" strike="noStrike">
              <a:solidFill>
                <a:srgbClr val="FFFFFF"/>
              </a:solidFill>
              <a:effectLst/>
              <a:uFillTx/>
              <a:latin typeface="Arial"/>
            </a:endParaRPr>
          </a:p>
        </p:txBody>
      </p:sp>
      <p:sp>
        <p:nvSpPr>
          <p:cNvPr id="760" name="Rectangle 8"/>
          <p:cNvSpPr/>
          <p:nvPr/>
        </p:nvSpPr>
        <p:spPr>
          <a:xfrm>
            <a:off x="4313880" y="1417320"/>
            <a:ext cx="3563640" cy="4388760"/>
          </a:xfrm>
          <a:prstGeom prst="rect">
            <a:avLst/>
          </a:prstGeom>
          <a:solidFill>
            <a:srgbClr val="0E0E0E"/>
          </a:solidFill>
          <a:ln>
            <a:solidFill>
              <a:srgbClr val="2A2A2A"/>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761" name="Rectangle 9"/>
          <p:cNvSpPr/>
          <p:nvPr/>
        </p:nvSpPr>
        <p:spPr>
          <a:xfrm>
            <a:off x="4313880" y="1417320"/>
            <a:ext cx="3563640" cy="63720"/>
          </a:xfrm>
          <a:prstGeom prst="rect">
            <a:avLst/>
          </a:prstGeom>
          <a:solidFill>
            <a:srgbClr val="F5C542"/>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19080" rIns="90000" bIns="19080" anchor="ctr">
            <a:noAutofit/>
          </a:bodyPr>
          <a:p>
            <a:endParaRPr lang="en-US" sz="1800" b="0" u="none" strike="noStrike">
              <a:solidFill>
                <a:schemeClr val="lt1"/>
              </a:solidFill>
              <a:effectLst/>
              <a:uFillTx/>
              <a:latin typeface="Calibri"/>
            </a:endParaRPr>
          </a:p>
        </p:txBody>
      </p:sp>
      <p:sp>
        <p:nvSpPr>
          <p:cNvPr id="762" name="TextBox 10"/>
          <p:cNvSpPr/>
          <p:nvPr/>
        </p:nvSpPr>
        <p:spPr>
          <a:xfrm>
            <a:off x="4478400" y="1563480"/>
            <a:ext cx="3234600" cy="4187520"/>
          </a:xfrm>
          <a:prstGeom prst="rect">
            <a:avLst/>
          </a:prstGeom>
          <a:noFill/>
          <a:ln w="0">
            <a:noFill/>
          </a:ln>
        </p:spPr>
        <p:style>
          <a:lnRef idx="0"/>
          <a:fillRef idx="0"/>
          <a:effectRef idx="0"/>
          <a:fontRef idx="minor"/>
        </p:style>
        <p:txBody>
          <a:bodyPr lIns="18360" tIns="0" rIns="18360" bIns="0" anchor="t">
            <a:spAutoFit/>
          </a:bodyPr>
          <a:p>
            <a:pPr defTabSz="457200">
              <a:lnSpc>
                <a:spcPct val="100000"/>
              </a:lnSpc>
              <a:spcAft>
                <a:spcPts val="799"/>
              </a:spcAft>
            </a:pPr>
            <a:r>
              <a:rPr lang="en-US" sz="1790" b="1" u="none" strike="noStrike">
                <a:solidFill>
                  <a:srgbClr val="F5C542"/>
                </a:solidFill>
                <a:effectLst/>
                <a:uFillTx/>
                <a:latin typeface="Arial"/>
              </a:rPr>
              <a:t>Control y contexto van de la mano</a:t>
            </a:r>
            <a:endParaRPr lang="en-US" sz="1790" b="0" u="none" strike="noStrike">
              <a:solidFill>
                <a:srgbClr val="FFFFFF"/>
              </a:solidFill>
              <a:effectLst/>
              <a:uFillTx/>
              <a:latin typeface="Arial"/>
            </a:endParaRPr>
          </a:p>
          <a:p>
            <a:pPr marL="171360" indent="-171360" defTabSz="457200">
              <a:lnSpc>
                <a:spcPct val="100000"/>
              </a:lnSpc>
              <a:spcAft>
                <a:spcPts val="879"/>
              </a:spcAft>
              <a:buClr>
                <a:srgbClr val="D6D6D6"/>
              </a:buClr>
              <a:buFont typeface="Symbol" charset="2"/>
              <a:buChar char=""/>
            </a:pPr>
            <a:r>
              <a:rPr lang="en-US" sz="1600" b="0" u="none" strike="noStrike">
                <a:solidFill>
                  <a:srgbClr val="D6D6D6"/>
                </a:solidFill>
                <a:effectLst/>
                <a:uFillTx/>
                <a:latin typeface="Arial"/>
              </a:rPr>
              <a:t>Cuanto más decide el modelo, más contexto acumula y más cuesta.</a:t>
            </a:r>
            <a:endParaRPr lang="en-US" sz="1600" b="0" u="none" strike="noStrike">
              <a:solidFill>
                <a:srgbClr val="FFFFFF"/>
              </a:solidFill>
              <a:effectLst/>
              <a:uFillTx/>
              <a:latin typeface="Arial"/>
            </a:endParaRPr>
          </a:p>
          <a:p>
            <a:pPr marL="171360" indent="-171360" defTabSz="457200">
              <a:lnSpc>
                <a:spcPct val="100000"/>
              </a:lnSpc>
              <a:spcAft>
                <a:spcPts val="879"/>
              </a:spcAft>
              <a:buClr>
                <a:srgbClr val="D6D6D6"/>
              </a:buClr>
              <a:buFont typeface="Symbol" charset="2"/>
              <a:buChar char=""/>
            </a:pPr>
            <a:r>
              <a:rPr lang="en-US" sz="1600" b="0" u="none" strike="noStrike">
                <a:solidFill>
                  <a:srgbClr val="D6D6D6"/>
                </a:solidFill>
                <a:effectLst/>
                <a:uFillTx/>
                <a:latin typeface="Arial"/>
              </a:rPr>
              <a:t>Aislar contextos y comprimir notas es lo que hace viable lo largo.</a:t>
            </a:r>
            <a:endParaRPr lang="en-US" sz="1600" b="0" u="none" strike="noStrike">
              <a:solidFill>
                <a:srgbClr val="FFFFFF"/>
              </a:solidFill>
              <a:effectLst/>
              <a:uFillTx/>
              <a:latin typeface="Arial"/>
            </a:endParaRPr>
          </a:p>
          <a:p>
            <a:pPr marL="171360" indent="-171360" defTabSz="457200">
              <a:lnSpc>
                <a:spcPct val="100000"/>
              </a:lnSpc>
              <a:spcAft>
                <a:spcPts val="879"/>
              </a:spcAft>
              <a:buClr>
                <a:srgbClr val="D6D6D6"/>
              </a:buClr>
              <a:buFont typeface="Symbol" charset="2"/>
              <a:buChar char=""/>
            </a:pPr>
            <a:r>
              <a:rPr lang="en-US" sz="1600" b="0" u="none" strike="noStrike">
                <a:solidFill>
                  <a:srgbClr val="D6D6D6"/>
                </a:solidFill>
                <a:effectLst/>
                <a:uFillTx/>
                <a:latin typeface="Arial"/>
              </a:rPr>
              <a:t>Un artefacto explícito hace inspeccionable lo que el modelo decidió.</a:t>
            </a:r>
            <a:endParaRPr lang="en-US" sz="1600" b="0" u="none" strike="noStrike">
              <a:solidFill>
                <a:srgbClr val="FFFFFF"/>
              </a:solidFill>
              <a:effectLst/>
              <a:uFillTx/>
              <a:latin typeface="Arial"/>
            </a:endParaRPr>
          </a:p>
        </p:txBody>
      </p:sp>
      <p:sp>
        <p:nvSpPr>
          <p:cNvPr id="763" name="Rectangle 11"/>
          <p:cNvSpPr/>
          <p:nvPr/>
        </p:nvSpPr>
        <p:spPr>
          <a:xfrm>
            <a:off x="8079120" y="1417320"/>
            <a:ext cx="3563640" cy="4388760"/>
          </a:xfrm>
          <a:prstGeom prst="rect">
            <a:avLst/>
          </a:prstGeom>
          <a:solidFill>
            <a:srgbClr val="0E0E0E"/>
          </a:solidFill>
          <a:ln>
            <a:solidFill>
              <a:srgbClr val="2A2A2A"/>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764" name="Rectangle 12"/>
          <p:cNvSpPr/>
          <p:nvPr/>
        </p:nvSpPr>
        <p:spPr>
          <a:xfrm>
            <a:off x="8079120" y="1417320"/>
            <a:ext cx="3563640" cy="63720"/>
          </a:xfrm>
          <a:prstGeom prst="rect">
            <a:avLst/>
          </a:prstGeom>
          <a:solidFill>
            <a:srgbClr val="4DA3FF"/>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19080" rIns="90000" bIns="19080" anchor="ctr">
            <a:noAutofit/>
          </a:bodyPr>
          <a:p>
            <a:endParaRPr lang="en-US" sz="1800" b="0" u="none" strike="noStrike">
              <a:solidFill>
                <a:schemeClr val="lt1"/>
              </a:solidFill>
              <a:effectLst/>
              <a:uFillTx/>
              <a:latin typeface="Calibri"/>
            </a:endParaRPr>
          </a:p>
        </p:txBody>
      </p:sp>
      <p:sp>
        <p:nvSpPr>
          <p:cNvPr id="765" name="TextBox 13"/>
          <p:cNvSpPr/>
          <p:nvPr/>
        </p:nvSpPr>
        <p:spPr>
          <a:xfrm>
            <a:off x="8243640" y="1563480"/>
            <a:ext cx="3234600" cy="4187520"/>
          </a:xfrm>
          <a:prstGeom prst="rect">
            <a:avLst/>
          </a:prstGeom>
          <a:noFill/>
          <a:ln w="0">
            <a:noFill/>
          </a:ln>
        </p:spPr>
        <p:style>
          <a:lnRef idx="0"/>
          <a:fillRef idx="0"/>
          <a:effectRef idx="0"/>
          <a:fontRef idx="minor"/>
        </p:style>
        <p:txBody>
          <a:bodyPr lIns="18360" tIns="0" rIns="18360" bIns="0" anchor="t">
            <a:spAutoFit/>
          </a:bodyPr>
          <a:p>
            <a:pPr defTabSz="457200">
              <a:lnSpc>
                <a:spcPct val="100000"/>
              </a:lnSpc>
              <a:spcAft>
                <a:spcPts val="799"/>
              </a:spcAft>
            </a:pPr>
            <a:r>
              <a:rPr lang="en-US" sz="1790" b="1" u="none" strike="noStrike">
                <a:solidFill>
                  <a:srgbClr val="4DA3FF"/>
                </a:solidFill>
                <a:effectLst/>
                <a:uFillTx/>
                <a:latin typeface="Arial"/>
              </a:rPr>
              <a:t>Simple primero, con límites</a:t>
            </a:r>
            <a:endParaRPr lang="en-US" sz="1790" b="0" u="none" strike="noStrike">
              <a:solidFill>
                <a:srgbClr val="FFFFFF"/>
              </a:solidFill>
              <a:effectLst/>
              <a:uFillTx/>
              <a:latin typeface="Arial"/>
            </a:endParaRPr>
          </a:p>
          <a:p>
            <a:pPr marL="171360" indent="-171360" defTabSz="457200">
              <a:lnSpc>
                <a:spcPct val="100000"/>
              </a:lnSpc>
              <a:spcAft>
                <a:spcPts val="879"/>
              </a:spcAft>
              <a:buClr>
                <a:srgbClr val="D6D6D6"/>
              </a:buClr>
              <a:buFont typeface="Symbol" charset="2"/>
              <a:buChar char=""/>
            </a:pPr>
            <a:r>
              <a:rPr lang="en-US" sz="1600" b="0" u="none" strike="noStrike">
                <a:solidFill>
                  <a:srgbClr val="D6D6D6"/>
                </a:solidFill>
                <a:effectLst/>
                <a:uFillTx/>
                <a:latin typeface="Arial"/>
              </a:rPr>
              <a:t>Elegir el arquetipo más simple que resuelva la tarea.</a:t>
            </a:r>
            <a:endParaRPr lang="en-US" sz="1600" b="0" u="none" strike="noStrike">
              <a:solidFill>
                <a:srgbClr val="FFFFFF"/>
              </a:solidFill>
              <a:effectLst/>
              <a:uFillTx/>
              <a:latin typeface="Arial"/>
            </a:endParaRPr>
          </a:p>
          <a:p>
            <a:pPr marL="171360" indent="-171360" defTabSz="457200">
              <a:lnSpc>
                <a:spcPct val="100000"/>
              </a:lnSpc>
              <a:spcAft>
                <a:spcPts val="879"/>
              </a:spcAft>
              <a:buClr>
                <a:srgbClr val="D6D6D6"/>
              </a:buClr>
              <a:buFont typeface="Symbol" charset="2"/>
              <a:buChar char=""/>
            </a:pPr>
            <a:r>
              <a:rPr lang="en-US" sz="1600" b="0" u="none" strike="noStrike">
                <a:solidFill>
                  <a:srgbClr val="D6D6D6"/>
                </a:solidFill>
                <a:effectLst/>
                <a:uFillTx/>
                <a:latin typeface="Arial"/>
              </a:rPr>
              <a:t>Todo control en manos del modelo lleva un tope impuesto desde afuera.</a:t>
            </a:r>
            <a:endParaRPr lang="en-US" sz="1600" b="0" u="none" strike="noStrike">
              <a:solidFill>
                <a:srgbClr val="FFFFFF"/>
              </a:solidFill>
              <a:effectLst/>
              <a:uFillTx/>
              <a:latin typeface="Arial"/>
            </a:endParaRPr>
          </a:p>
          <a:p>
            <a:pPr marL="171360" indent="-171360" defTabSz="457200">
              <a:lnSpc>
                <a:spcPct val="100000"/>
              </a:lnSpc>
              <a:spcAft>
                <a:spcPts val="879"/>
              </a:spcAft>
              <a:buClr>
                <a:srgbClr val="D6D6D6"/>
              </a:buClr>
              <a:buFont typeface="Symbol" charset="2"/>
              <a:buChar char=""/>
            </a:pPr>
            <a:r>
              <a:rPr lang="en-US" sz="1600" b="0" u="none" strike="noStrike">
                <a:solidFill>
                  <a:srgbClr val="D6D6D6"/>
                </a:solidFill>
                <a:effectLst/>
                <a:uFillTx/>
                <a:latin typeface="Arial"/>
              </a:rPr>
              <a:t>Reflection se agrega donde el error es costoso y hay algo verificable.</a:t>
            </a:r>
            <a:endParaRPr lang="en-US" sz="1600" b="0" u="none" strike="noStrike">
              <a:solidFill>
                <a:srgbClr val="FFFFFF"/>
              </a:solidFill>
              <a:effectLst/>
              <a:uFillTx/>
              <a:latin typeface="Arial"/>
            </a:endParaRPr>
          </a:p>
        </p:txBody>
      </p:sp>
      <p:sp>
        <p:nvSpPr>
          <p:cNvPr id="766" name="TextBox 14"/>
          <p:cNvSpPr/>
          <p:nvPr/>
        </p:nvSpPr>
        <p:spPr>
          <a:xfrm>
            <a:off x="548640" y="5943600"/>
            <a:ext cx="11094120" cy="456840"/>
          </a:xfrm>
          <a:prstGeom prst="rect">
            <a:avLst/>
          </a:prstGeom>
          <a:noFill/>
          <a:ln w="0">
            <a:noFill/>
          </a:ln>
        </p:spPr>
        <p:style>
          <a:lnRef idx="0"/>
          <a:fillRef idx="0"/>
          <a:effectRef idx="0"/>
          <a:fontRef idx="minor"/>
        </p:style>
        <p:txBody>
          <a:bodyPr lIns="18360" tIns="9000" rIns="18360" bIns="9000" anchor="ctr">
            <a:spAutoFit/>
          </a:bodyPr>
          <a:p>
            <a:pPr defTabSz="457200">
              <a:lnSpc>
                <a:spcPct val="100000"/>
              </a:lnSpc>
            </a:pPr>
            <a:r>
              <a:rPr lang="en-US" sz="1300" b="0" i="1" u="none" strike="noStrike">
                <a:solidFill>
                  <a:srgbClr val="9A9A9A"/>
                </a:solidFill>
                <a:effectLst/>
                <a:uFillTx/>
                <a:latin typeface="Arial"/>
              </a:rPr>
              <a:t>Los arquetipos son herramientas para decidir y para comunicar, no una taxonomía cerrada.</a:t>
            </a:r>
            <a:endParaRPr lang="en-US" sz="130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3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00000"/>
        </a:solidFill>
      </p:bgPr>
    </p:bg>
    <p:spTree>
      <p:nvGrpSpPr>
        <p:cNvPr id="1" name=""/>
        <p:cNvGrpSpPr/>
        <p:nvPr/>
      </p:nvGrpSpPr>
      <p:grpSpPr>
        <a:xfrm>
          <a:off x="0" y="0"/>
          <a:ext cx="0" cy="0"/>
          <a:chOff x="0" y="0"/>
          <a:chExt cx="0" cy="0"/>
        </a:xfrm>
      </p:grpSpPr>
      <p:sp>
        <p:nvSpPr>
          <p:cNvPr id="767" name="TextBox 1"/>
          <p:cNvSpPr/>
          <p:nvPr/>
        </p:nvSpPr>
        <p:spPr>
          <a:xfrm>
            <a:off x="548640" y="329040"/>
            <a:ext cx="8229240" cy="273960"/>
          </a:xfrm>
          <a:prstGeom prst="rect">
            <a:avLst/>
          </a:prstGeom>
          <a:noFill/>
          <a:ln w="0">
            <a:noFill/>
          </a:ln>
        </p:spPr>
        <p:style>
          <a:lnRef idx="0"/>
          <a:fillRef idx="0"/>
          <a:effectRef idx="0"/>
          <a:fontRef idx="minor"/>
        </p:style>
        <p:txBody>
          <a:bodyPr lIns="18360" tIns="9000" rIns="18360" bIns="9000" anchor="t">
            <a:spAutoFit/>
          </a:bodyPr>
          <a:p>
            <a:pPr defTabSz="457200">
              <a:lnSpc>
                <a:spcPct val="100000"/>
              </a:lnSpc>
            </a:pPr>
            <a:r>
              <a:rPr lang="en-US" sz="1150" b="1" u="none" strike="noStrike">
                <a:solidFill>
                  <a:srgbClr val="FF6B1A"/>
                </a:solidFill>
                <a:effectLst/>
                <a:uFillTx/>
                <a:latin typeface="Arial"/>
              </a:rPr>
              <a:t>REFERENCIAS</a:t>
            </a:r>
            <a:endParaRPr lang="en-US" sz="1150" b="0" u="none" strike="noStrike">
              <a:solidFill>
                <a:srgbClr val="FFFFFF"/>
              </a:solidFill>
              <a:effectLst/>
              <a:uFillTx/>
              <a:latin typeface="Arial"/>
            </a:endParaRPr>
          </a:p>
        </p:txBody>
      </p:sp>
      <p:sp>
        <p:nvSpPr>
          <p:cNvPr id="768" name="TextBox 2"/>
          <p:cNvSpPr/>
          <p:nvPr/>
        </p:nvSpPr>
        <p:spPr>
          <a:xfrm>
            <a:off x="548640" y="603360"/>
            <a:ext cx="11094120" cy="639720"/>
          </a:xfrm>
          <a:prstGeom prst="rect">
            <a:avLst/>
          </a:prstGeom>
          <a:noFill/>
          <a:ln w="0">
            <a:noFill/>
          </a:ln>
        </p:spPr>
        <p:style>
          <a:lnRef idx="0"/>
          <a:fillRef idx="0"/>
          <a:effectRef idx="0"/>
          <a:fontRef idx="minor"/>
        </p:style>
        <p:txBody>
          <a:bodyPr lIns="18360" tIns="9000" rIns="18360" bIns="9000" anchor="ctr">
            <a:spAutoFit/>
          </a:bodyPr>
          <a:p>
            <a:pPr defTabSz="457200">
              <a:lnSpc>
                <a:spcPct val="100000"/>
              </a:lnSpc>
            </a:pPr>
            <a:r>
              <a:rPr lang="en-US" sz="3000" b="1" u="none" strike="noStrike">
                <a:solidFill>
                  <a:srgbClr val="F2F2F2"/>
                </a:solidFill>
                <a:effectLst/>
                <a:uFillTx/>
                <a:latin typeface="Arial"/>
              </a:rPr>
              <a:t>Fuentes consultadas</a:t>
            </a:r>
            <a:endParaRPr lang="en-US" sz="3000" b="0" u="none" strike="noStrike">
              <a:solidFill>
                <a:srgbClr val="FFFFFF"/>
              </a:solidFill>
              <a:effectLst/>
              <a:uFillTx/>
              <a:latin typeface="Arial"/>
            </a:endParaRPr>
          </a:p>
        </p:txBody>
      </p:sp>
      <p:sp>
        <p:nvSpPr>
          <p:cNvPr id="769" name="TextBox 3"/>
          <p:cNvSpPr/>
          <p:nvPr/>
        </p:nvSpPr>
        <p:spPr>
          <a:xfrm>
            <a:off x="548640" y="6492240"/>
            <a:ext cx="7314840" cy="228240"/>
          </a:xfrm>
          <a:prstGeom prst="rect">
            <a:avLst/>
          </a:prstGeom>
          <a:noFill/>
          <a:ln w="0">
            <a:noFill/>
          </a:ln>
        </p:spPr>
        <p:style>
          <a:lnRef idx="0"/>
          <a:fillRef idx="0"/>
          <a:effectRef idx="0"/>
          <a:fontRef idx="minor"/>
        </p:style>
        <p:txBody>
          <a:bodyPr lIns="18360" tIns="9000" rIns="18360" bIns="9000" anchor="t">
            <a:spAutoFit/>
          </a:bodyPr>
          <a:p>
            <a:pPr defTabSz="457200">
              <a:lnSpc>
                <a:spcPct val="100000"/>
              </a:lnSpc>
            </a:pPr>
            <a:r>
              <a:rPr lang="en-US" sz="900" b="0" u="none" strike="noStrike">
                <a:solidFill>
                  <a:srgbClr val="9A9A9A"/>
                </a:solidFill>
                <a:effectLst/>
                <a:uFillTx/>
                <a:latin typeface="Arial"/>
              </a:rPr>
              <a:t>Arquetipos de agentes · Módulo 5 · UTDT</a:t>
            </a:r>
            <a:endParaRPr lang="en-US" sz="900" b="0" u="none" strike="noStrike">
              <a:solidFill>
                <a:srgbClr val="FFFFFF"/>
              </a:solidFill>
              <a:effectLst/>
              <a:uFillTx/>
              <a:latin typeface="Arial"/>
            </a:endParaRPr>
          </a:p>
        </p:txBody>
      </p:sp>
      <p:sp>
        <p:nvSpPr>
          <p:cNvPr id="770" name="TextBox 4"/>
          <p:cNvSpPr/>
          <p:nvPr/>
        </p:nvSpPr>
        <p:spPr>
          <a:xfrm>
            <a:off x="10271520" y="6492240"/>
            <a:ext cx="1371240" cy="228240"/>
          </a:xfrm>
          <a:prstGeom prst="rect">
            <a:avLst/>
          </a:prstGeom>
          <a:noFill/>
          <a:ln w="0">
            <a:noFill/>
          </a:ln>
        </p:spPr>
        <p:style>
          <a:lnRef idx="0"/>
          <a:fillRef idx="0"/>
          <a:effectRef idx="0"/>
          <a:fontRef idx="minor"/>
        </p:style>
        <p:txBody>
          <a:bodyPr lIns="18360" tIns="9000" rIns="18360" bIns="9000" anchor="t">
            <a:spAutoFit/>
          </a:bodyPr>
          <a:p>
            <a:pPr algn="r" defTabSz="457200">
              <a:lnSpc>
                <a:spcPct val="100000"/>
              </a:lnSpc>
            </a:pPr>
            <a:r>
              <a:rPr lang="en-US" sz="900" b="0" u="none" strike="noStrike">
                <a:solidFill>
                  <a:srgbClr val="9A9A9A"/>
                </a:solidFill>
                <a:effectLst/>
                <a:uFillTx/>
                <a:latin typeface="Arial"/>
              </a:rPr>
              <a:t>35 / 35</a:t>
            </a:r>
            <a:endParaRPr lang="en-US" sz="900" b="0" u="none" strike="noStrike">
              <a:solidFill>
                <a:srgbClr val="FFFFFF"/>
              </a:solidFill>
              <a:effectLst/>
              <a:uFillTx/>
              <a:latin typeface="Arial"/>
            </a:endParaRPr>
          </a:p>
        </p:txBody>
      </p:sp>
      <p:sp>
        <p:nvSpPr>
          <p:cNvPr id="771" name="TextBox 5"/>
          <p:cNvSpPr/>
          <p:nvPr/>
        </p:nvSpPr>
        <p:spPr>
          <a:xfrm>
            <a:off x="548640" y="1463040"/>
            <a:ext cx="5364000" cy="4845960"/>
          </a:xfrm>
          <a:prstGeom prst="rect">
            <a:avLst/>
          </a:prstGeom>
          <a:noFill/>
          <a:ln w="0">
            <a:noFill/>
          </a:ln>
        </p:spPr>
        <p:style>
          <a:lnRef idx="0"/>
          <a:fillRef idx="0"/>
          <a:effectRef idx="0"/>
          <a:fontRef idx="minor"/>
        </p:style>
        <p:txBody>
          <a:bodyPr lIns="18360" tIns="45000" rIns="18360" bIns="45000" anchor="t">
            <a:spAutoFit/>
          </a:bodyPr>
          <a:p>
            <a:pPr defTabSz="457200">
              <a:lnSpc>
                <a:spcPct val="100000"/>
              </a:lnSpc>
              <a:spcBef>
                <a:spcPts val="799"/>
              </a:spcBef>
              <a:spcAft>
                <a:spcPts val="201"/>
              </a:spcAft>
            </a:pPr>
            <a:r>
              <a:rPr lang="en-US" sz="1300" b="1" u="none" strike="noStrike">
                <a:solidFill>
                  <a:srgbClr val="FF6B1A"/>
                </a:solidFill>
                <a:effectLst/>
                <a:uFillTx/>
                <a:latin typeface="Arial"/>
              </a:rPr>
              <a:t>Reflex</a:t>
            </a:r>
            <a:endParaRPr lang="en-US" sz="1300" b="0" u="none" strike="noStrike">
              <a:solidFill>
                <a:srgbClr val="FFFFFF"/>
              </a:solidFill>
              <a:effectLst/>
              <a:uFillTx/>
              <a:latin typeface="Arial"/>
            </a:endParaRPr>
          </a:p>
          <a:p>
            <a:pPr defTabSz="457200">
              <a:lnSpc>
                <a:spcPct val="100000"/>
              </a:lnSpc>
              <a:spcAft>
                <a:spcPts val="300"/>
              </a:spcAft>
            </a:pPr>
            <a:r>
              <a:rPr lang="en-US" sz="1200" b="0" u="none" strike="noStrike">
                <a:solidFill>
                  <a:srgbClr val="D6D6D6"/>
                </a:solidFill>
                <a:effectLst/>
                <a:uFillTx/>
                <a:latin typeface="Arial"/>
              </a:rPr>
              <a:t>Russell, S. y Norvig, P. Artificial Intelligence: A Modern Approach. Agentes de reflejo simple (regla condición-acción).</a:t>
            </a:r>
            <a:endParaRPr lang="en-US" sz="1200" b="0" u="none" strike="noStrike">
              <a:solidFill>
                <a:srgbClr val="FFFFFF"/>
              </a:solidFill>
              <a:effectLst/>
              <a:uFillTx/>
              <a:latin typeface="Arial"/>
            </a:endParaRPr>
          </a:p>
          <a:p>
            <a:pPr defTabSz="457200">
              <a:lnSpc>
                <a:spcPct val="100000"/>
              </a:lnSpc>
              <a:spcBef>
                <a:spcPts val="799"/>
              </a:spcBef>
              <a:spcAft>
                <a:spcPts val="201"/>
              </a:spcAft>
            </a:pPr>
            <a:r>
              <a:rPr lang="en-US" sz="1300" b="1" u="none" strike="noStrike">
                <a:solidFill>
                  <a:srgbClr val="FF6B1A"/>
                </a:solidFill>
                <a:effectLst/>
                <a:uFillTx/>
                <a:latin typeface="Arial"/>
              </a:rPr>
              <a:t>ReAct</a:t>
            </a:r>
            <a:endParaRPr lang="en-US" sz="1300" b="0" u="none" strike="noStrike">
              <a:solidFill>
                <a:srgbClr val="FFFFFF"/>
              </a:solidFill>
              <a:effectLst/>
              <a:uFillTx/>
              <a:latin typeface="Arial"/>
            </a:endParaRPr>
          </a:p>
          <a:p>
            <a:pPr defTabSz="457200">
              <a:lnSpc>
                <a:spcPct val="100000"/>
              </a:lnSpc>
              <a:spcAft>
                <a:spcPts val="300"/>
              </a:spcAft>
            </a:pPr>
            <a:r>
              <a:rPr lang="en-US" sz="1200" b="0" u="none" strike="noStrike">
                <a:solidFill>
                  <a:srgbClr val="D6D6D6"/>
                </a:solidFill>
                <a:effectLst/>
                <a:uFillTx/>
                <a:latin typeface="Arial"/>
              </a:rPr>
              <a:t>Yao, S. et al. (2022). ReAct: Synergizing Reasoning and Acting in Language Models. arXiv:2210.03629.</a:t>
            </a:r>
            <a:endParaRPr lang="en-US" sz="1200" b="0" u="none" strike="noStrike">
              <a:solidFill>
                <a:srgbClr val="FFFFFF"/>
              </a:solidFill>
              <a:effectLst/>
              <a:uFillTx/>
              <a:latin typeface="Arial"/>
            </a:endParaRPr>
          </a:p>
          <a:p>
            <a:pPr defTabSz="457200">
              <a:lnSpc>
                <a:spcPct val="100000"/>
              </a:lnSpc>
              <a:spcBef>
                <a:spcPts val="799"/>
              </a:spcBef>
              <a:spcAft>
                <a:spcPts val="201"/>
              </a:spcAft>
            </a:pPr>
            <a:r>
              <a:rPr lang="en-US" sz="1300" b="1" u="none" strike="noStrike">
                <a:solidFill>
                  <a:srgbClr val="FF6B1A"/>
                </a:solidFill>
                <a:effectLst/>
                <a:uFillTx/>
                <a:latin typeface="Arial"/>
              </a:rPr>
              <a:t>Planner-Executor</a:t>
            </a:r>
            <a:endParaRPr lang="en-US" sz="1300" b="0" u="none" strike="noStrike">
              <a:solidFill>
                <a:srgbClr val="FFFFFF"/>
              </a:solidFill>
              <a:effectLst/>
              <a:uFillTx/>
              <a:latin typeface="Arial"/>
            </a:endParaRPr>
          </a:p>
          <a:p>
            <a:pPr defTabSz="457200">
              <a:lnSpc>
                <a:spcPct val="100000"/>
              </a:lnSpc>
              <a:spcAft>
                <a:spcPts val="300"/>
              </a:spcAft>
            </a:pPr>
            <a:r>
              <a:rPr lang="en-US" sz="1200" b="0" u="none" strike="noStrike">
                <a:solidFill>
                  <a:srgbClr val="D6D6D6"/>
                </a:solidFill>
                <a:effectLst/>
                <a:uFillTx/>
                <a:latin typeface="Arial"/>
              </a:rPr>
              <a:t>Xu, B. et al. (2023). ReWOO: Decoupling Reasoning from Observations for Efficient Augmented Language Models. arXiv:2305.18323.</a:t>
            </a:r>
            <a:endParaRPr lang="en-US" sz="1200" b="0" u="none" strike="noStrike">
              <a:solidFill>
                <a:srgbClr val="FFFFFF"/>
              </a:solidFill>
              <a:effectLst/>
              <a:uFillTx/>
              <a:latin typeface="Arial"/>
            </a:endParaRPr>
          </a:p>
          <a:p>
            <a:pPr defTabSz="457200">
              <a:lnSpc>
                <a:spcPct val="100000"/>
              </a:lnSpc>
              <a:spcAft>
                <a:spcPts val="300"/>
              </a:spcAft>
            </a:pPr>
            <a:r>
              <a:rPr lang="en-US" sz="1200" b="0" u="none" strike="noStrike">
                <a:solidFill>
                  <a:srgbClr val="D6D6D6"/>
                </a:solidFill>
                <a:effectLst/>
                <a:uFillTx/>
                <a:latin typeface="Arial"/>
              </a:rPr>
              <a:t>Kim, S. et al. (2023). An LLM Compiler for Parallel Function Calling. arXiv:2312.04511.</a:t>
            </a:r>
            <a:endParaRPr lang="en-US" sz="1200" b="0" u="none" strike="noStrike">
              <a:solidFill>
                <a:srgbClr val="FFFFFF"/>
              </a:solidFill>
              <a:effectLst/>
              <a:uFillTx/>
              <a:latin typeface="Arial"/>
            </a:endParaRPr>
          </a:p>
          <a:p>
            <a:pPr defTabSz="457200">
              <a:lnSpc>
                <a:spcPct val="100000"/>
              </a:lnSpc>
              <a:spcBef>
                <a:spcPts val="799"/>
              </a:spcBef>
              <a:spcAft>
                <a:spcPts val="201"/>
              </a:spcAft>
            </a:pPr>
            <a:r>
              <a:rPr lang="en-US" sz="1300" b="1" u="none" strike="noStrike">
                <a:solidFill>
                  <a:srgbClr val="FF6B1A"/>
                </a:solidFill>
                <a:effectLst/>
                <a:uFillTx/>
                <a:latin typeface="Arial"/>
              </a:rPr>
              <a:t>Query Decomposition</a:t>
            </a:r>
            <a:endParaRPr lang="en-US" sz="1300" b="0" u="none" strike="noStrike">
              <a:solidFill>
                <a:srgbClr val="FFFFFF"/>
              </a:solidFill>
              <a:effectLst/>
              <a:uFillTx/>
              <a:latin typeface="Arial"/>
            </a:endParaRPr>
          </a:p>
          <a:p>
            <a:pPr defTabSz="457200">
              <a:lnSpc>
                <a:spcPct val="100000"/>
              </a:lnSpc>
              <a:spcAft>
                <a:spcPts val="300"/>
              </a:spcAft>
            </a:pPr>
            <a:r>
              <a:rPr lang="en-US" sz="1200" b="0" u="none" strike="noStrike">
                <a:solidFill>
                  <a:srgbClr val="D6D6D6"/>
                </a:solidFill>
                <a:effectLst/>
                <a:uFillTx/>
                <a:latin typeface="Arial"/>
              </a:rPr>
              <a:t>Press, O. et al. (2022). Measuring and Narrowing the Compositionality Gap in Language Models (Self-Ask). arXiv:2210.03350.</a:t>
            </a:r>
            <a:endParaRPr lang="en-US" sz="1200" b="0" u="none" strike="noStrike">
              <a:solidFill>
                <a:srgbClr val="FFFFFF"/>
              </a:solidFill>
              <a:effectLst/>
              <a:uFillTx/>
              <a:latin typeface="Arial"/>
            </a:endParaRPr>
          </a:p>
          <a:p>
            <a:pPr defTabSz="457200">
              <a:lnSpc>
                <a:spcPct val="100000"/>
              </a:lnSpc>
              <a:spcAft>
                <a:spcPts val="300"/>
              </a:spcAft>
            </a:pPr>
            <a:r>
              <a:rPr lang="en-US" sz="1200" b="0" u="none" strike="noStrike">
                <a:solidFill>
                  <a:srgbClr val="D6D6D6"/>
                </a:solidFill>
                <a:effectLst/>
                <a:uFillTx/>
                <a:latin typeface="Arial"/>
              </a:rPr>
              <a:t>Zhou, D. et al. (2022). Least-to-Most Prompting Enables Complex Reasoning in Large Language Models. arXiv:2205.10625.</a:t>
            </a:r>
            <a:endParaRPr lang="en-US" sz="1200" b="0" u="none" strike="noStrike">
              <a:solidFill>
                <a:srgbClr val="FFFFFF"/>
              </a:solidFill>
              <a:effectLst/>
              <a:uFillTx/>
              <a:latin typeface="Arial"/>
            </a:endParaRPr>
          </a:p>
        </p:txBody>
      </p:sp>
      <p:sp>
        <p:nvSpPr>
          <p:cNvPr id="772" name="TextBox 6"/>
          <p:cNvSpPr/>
          <p:nvPr/>
        </p:nvSpPr>
        <p:spPr>
          <a:xfrm>
            <a:off x="6278760" y="1463040"/>
            <a:ext cx="5364000" cy="4845960"/>
          </a:xfrm>
          <a:prstGeom prst="rect">
            <a:avLst/>
          </a:prstGeom>
          <a:noFill/>
          <a:ln w="0">
            <a:noFill/>
          </a:ln>
        </p:spPr>
        <p:style>
          <a:lnRef idx="0"/>
          <a:fillRef idx="0"/>
          <a:effectRef idx="0"/>
          <a:fontRef idx="minor"/>
        </p:style>
        <p:txBody>
          <a:bodyPr lIns="18360" tIns="45000" rIns="18360" bIns="45000" anchor="t">
            <a:spAutoFit/>
          </a:bodyPr>
          <a:p>
            <a:pPr defTabSz="457200">
              <a:lnSpc>
                <a:spcPct val="100000"/>
              </a:lnSpc>
              <a:spcBef>
                <a:spcPts val="799"/>
              </a:spcBef>
              <a:spcAft>
                <a:spcPts val="201"/>
              </a:spcAft>
            </a:pPr>
            <a:r>
              <a:rPr lang="en-US" sz="1300" b="1" u="none" strike="noStrike">
                <a:solidFill>
                  <a:srgbClr val="FF6B1A"/>
                </a:solidFill>
                <a:effectLst/>
                <a:uFillTx/>
                <a:latin typeface="Arial"/>
              </a:rPr>
              <a:t>Reflection</a:t>
            </a:r>
            <a:endParaRPr lang="en-US" sz="1300" b="0" u="none" strike="noStrike">
              <a:solidFill>
                <a:srgbClr val="FFFFFF"/>
              </a:solidFill>
              <a:effectLst/>
              <a:uFillTx/>
              <a:latin typeface="Arial"/>
            </a:endParaRPr>
          </a:p>
          <a:p>
            <a:pPr defTabSz="457200">
              <a:lnSpc>
                <a:spcPct val="100000"/>
              </a:lnSpc>
              <a:spcAft>
                <a:spcPts val="300"/>
              </a:spcAft>
            </a:pPr>
            <a:r>
              <a:rPr lang="en-US" sz="1200" b="0" u="none" strike="noStrike">
                <a:solidFill>
                  <a:srgbClr val="D6D6D6"/>
                </a:solidFill>
                <a:effectLst/>
                <a:uFillTx/>
                <a:latin typeface="Arial"/>
              </a:rPr>
              <a:t>Madaan, A. et al. (2023). Self-Refine: Iterative Refinement with Self-Feedback. arXiv:2303.17651.</a:t>
            </a:r>
            <a:endParaRPr lang="en-US" sz="1200" b="0" u="none" strike="noStrike">
              <a:solidFill>
                <a:srgbClr val="FFFFFF"/>
              </a:solidFill>
              <a:effectLst/>
              <a:uFillTx/>
              <a:latin typeface="Arial"/>
            </a:endParaRPr>
          </a:p>
          <a:p>
            <a:pPr defTabSz="457200">
              <a:lnSpc>
                <a:spcPct val="100000"/>
              </a:lnSpc>
              <a:spcAft>
                <a:spcPts val="300"/>
              </a:spcAft>
            </a:pPr>
            <a:r>
              <a:rPr lang="en-US" sz="1200" b="0" u="none" strike="noStrike">
                <a:solidFill>
                  <a:srgbClr val="D6D6D6"/>
                </a:solidFill>
                <a:effectLst/>
                <a:uFillTx/>
                <a:latin typeface="Arial"/>
              </a:rPr>
              <a:t>Shinn, N. et al. (2023). Reflexion: Language Agents with Verbal Reinforcement Learning. arXiv:2303.11366.</a:t>
            </a:r>
            <a:endParaRPr lang="en-US" sz="1200" b="0" u="none" strike="noStrike">
              <a:solidFill>
                <a:srgbClr val="FFFFFF"/>
              </a:solidFill>
              <a:effectLst/>
              <a:uFillTx/>
              <a:latin typeface="Arial"/>
            </a:endParaRPr>
          </a:p>
          <a:p>
            <a:pPr defTabSz="457200">
              <a:lnSpc>
                <a:spcPct val="100000"/>
              </a:lnSpc>
              <a:spcAft>
                <a:spcPts val="300"/>
              </a:spcAft>
            </a:pPr>
            <a:r>
              <a:rPr lang="en-US" sz="1200" b="0" u="none" strike="noStrike">
                <a:solidFill>
                  <a:srgbClr val="D6D6D6"/>
                </a:solidFill>
                <a:effectLst/>
                <a:uFillTx/>
                <a:latin typeface="Arial"/>
              </a:rPr>
              <a:t>Huang, J. et al. (2023). Large Language Models Cannot Self-Correct Reasoning Yet. arXiv:2310.01798.</a:t>
            </a:r>
            <a:endParaRPr lang="en-US" sz="1200" b="0" u="none" strike="noStrike">
              <a:solidFill>
                <a:srgbClr val="FFFFFF"/>
              </a:solidFill>
              <a:effectLst/>
              <a:uFillTx/>
              <a:latin typeface="Arial"/>
            </a:endParaRPr>
          </a:p>
          <a:p>
            <a:pPr defTabSz="457200">
              <a:lnSpc>
                <a:spcPct val="100000"/>
              </a:lnSpc>
              <a:spcBef>
                <a:spcPts val="799"/>
              </a:spcBef>
              <a:spcAft>
                <a:spcPts val="201"/>
              </a:spcAft>
            </a:pPr>
            <a:r>
              <a:rPr lang="en-US" sz="1300" b="1" u="none" strike="noStrike">
                <a:solidFill>
                  <a:srgbClr val="FF6B1A"/>
                </a:solidFill>
                <a:effectLst/>
                <a:uFillTx/>
                <a:latin typeface="Arial"/>
              </a:rPr>
              <a:t>Deep Research</a:t>
            </a:r>
            <a:endParaRPr lang="en-US" sz="1300" b="0" u="none" strike="noStrike">
              <a:solidFill>
                <a:srgbClr val="FFFFFF"/>
              </a:solidFill>
              <a:effectLst/>
              <a:uFillTx/>
              <a:latin typeface="Arial"/>
            </a:endParaRPr>
          </a:p>
          <a:p>
            <a:pPr defTabSz="457200">
              <a:lnSpc>
                <a:spcPct val="100000"/>
              </a:lnSpc>
              <a:spcAft>
                <a:spcPts val="300"/>
              </a:spcAft>
            </a:pPr>
            <a:r>
              <a:rPr lang="en-US" sz="1200" b="0" u="none" strike="noStrike">
                <a:solidFill>
                  <a:srgbClr val="D6D6D6"/>
                </a:solidFill>
                <a:effectLst/>
                <a:uFillTx/>
                <a:latin typeface="Arial"/>
              </a:rPr>
              <a:t>Shao, Y. et al. (2024). Assisting in Writing Wikipedia-like Articles From Scratch with Large Language Models (STORM). arXiv:2402.14207.</a:t>
            </a:r>
            <a:endParaRPr lang="en-US" sz="1200" b="0" u="none" strike="noStrike">
              <a:solidFill>
                <a:srgbClr val="FFFFFF"/>
              </a:solidFill>
              <a:effectLst/>
              <a:uFillTx/>
              <a:latin typeface="Arial"/>
            </a:endParaRPr>
          </a:p>
          <a:p>
            <a:pPr defTabSz="457200">
              <a:lnSpc>
                <a:spcPct val="100000"/>
              </a:lnSpc>
              <a:spcBef>
                <a:spcPts val="799"/>
              </a:spcBef>
              <a:spcAft>
                <a:spcPts val="201"/>
              </a:spcAft>
            </a:pPr>
            <a:r>
              <a:rPr lang="en-US" sz="1300" b="1" u="none" strike="noStrike">
                <a:solidFill>
                  <a:srgbClr val="FF6B1A"/>
                </a:solidFill>
                <a:effectLst/>
                <a:uFillTx/>
                <a:latin typeface="Arial"/>
              </a:rPr>
              <a:t>Planificación en agentes</a:t>
            </a:r>
            <a:endParaRPr lang="en-US" sz="1300" b="0" u="none" strike="noStrike">
              <a:solidFill>
                <a:srgbClr val="FFFFFF"/>
              </a:solidFill>
              <a:effectLst/>
              <a:uFillTx/>
              <a:latin typeface="Arial"/>
            </a:endParaRPr>
          </a:p>
          <a:p>
            <a:pPr defTabSz="457200">
              <a:lnSpc>
                <a:spcPct val="100000"/>
              </a:lnSpc>
              <a:spcAft>
                <a:spcPts val="300"/>
              </a:spcAft>
            </a:pPr>
            <a:r>
              <a:rPr lang="en-US" sz="1200" b="0" u="none" strike="noStrike">
                <a:solidFill>
                  <a:srgbClr val="D6D6D6"/>
                </a:solidFill>
                <a:effectLst/>
                <a:uFillTx/>
                <a:latin typeface="Arial"/>
              </a:rPr>
              <a:t>Decoding AI, «AI Agents Planning» (decodingai.com/p/ai-agents-planning): inspiración para la separación razonar/actuar. Los diagramas de este material son propios.</a:t>
            </a:r>
            <a:endParaRPr lang="en-US" sz="120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pitchFamily="0" charset="1"/>
        <a:ea typeface=""/>
        <a:cs typeface=""/>
      </a:majorFont>
      <a:minorFont>
        <a:latin typeface="Calibri"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12.xml><?xml version="1.0" encoding="utf-8"?>
<a:theme xmlns:a="http://schemas.openxmlformats.org/drawingml/2006/main" xmlns:r="http://schemas.openxmlformats.org/officeDocument/2006/relationships" name="Office Them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docProps/app.xml><?xml version="1.0" encoding="utf-8"?>
<Properties xmlns="http://schemas.openxmlformats.org/officeDocument/2006/extended-properties" xmlns:vt="http://schemas.openxmlformats.org/officeDocument/2006/docPropsVTypes">
  <Template/>
  <TotalTime>101</TotalTime>
  <Application>LibreOffice/26.2.6.3$Linux_X86_64 LibreOffice_project/620$Build-3</Application>
  <AppVersion>15.0000</AppVersion>
  <Words>0</Words>
  <Paragraphs>0</Paragraphs>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2013-01-27T09:14:16Z</dcterms:created>
  <dc:creator/>
  <dc:description>generated using python-pptx</dc:description>
  <dc:language>en-US</dc:language>
  <cp:lastModifiedBy/>
  <dcterms:modified xsi:type="dcterms:W3CDTF">2026-10-08T19:46:04Z</dcterms:modified>
  <cp:revision>2</cp:revision>
  <dc:subject/>
  <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PresentationFormat">
    <vt:lpwstr>On-screen Show (4:3)</vt:lpwstr>
  </property>
</Properties>
</file>